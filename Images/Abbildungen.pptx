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46"/>
  </p:notesMasterIdLst>
  <p:sldIdLst>
    <p:sldId id="259" r:id="rId2"/>
    <p:sldId id="266" r:id="rId3"/>
    <p:sldId id="270" r:id="rId4"/>
    <p:sldId id="268" r:id="rId5"/>
    <p:sldId id="313" r:id="rId6"/>
    <p:sldId id="271" r:id="rId7"/>
    <p:sldId id="272" r:id="rId8"/>
    <p:sldId id="297" r:id="rId9"/>
    <p:sldId id="362" r:id="rId10"/>
    <p:sldId id="332" r:id="rId11"/>
    <p:sldId id="273" r:id="rId12"/>
    <p:sldId id="322" r:id="rId13"/>
    <p:sldId id="323" r:id="rId14"/>
    <p:sldId id="276" r:id="rId15"/>
    <p:sldId id="277" r:id="rId16"/>
    <p:sldId id="337" r:id="rId17"/>
    <p:sldId id="339" r:id="rId18"/>
    <p:sldId id="340" r:id="rId19"/>
    <p:sldId id="341" r:id="rId20"/>
    <p:sldId id="304" r:id="rId21"/>
    <p:sldId id="301" r:id="rId22"/>
    <p:sldId id="303" r:id="rId23"/>
    <p:sldId id="344" r:id="rId24"/>
    <p:sldId id="352" r:id="rId25"/>
    <p:sldId id="346" r:id="rId26"/>
    <p:sldId id="350" r:id="rId27"/>
    <p:sldId id="345" r:id="rId28"/>
    <p:sldId id="348" r:id="rId29"/>
    <p:sldId id="359" r:id="rId30"/>
    <p:sldId id="349" r:id="rId31"/>
    <p:sldId id="356" r:id="rId32"/>
    <p:sldId id="361" r:id="rId33"/>
    <p:sldId id="281" r:id="rId34"/>
    <p:sldId id="354" r:id="rId35"/>
    <p:sldId id="355" r:id="rId36"/>
    <p:sldId id="314" r:id="rId37"/>
    <p:sldId id="315" r:id="rId38"/>
    <p:sldId id="286" r:id="rId39"/>
    <p:sldId id="316" r:id="rId40"/>
    <p:sldId id="317" r:id="rId41"/>
    <p:sldId id="318" r:id="rId42"/>
    <p:sldId id="320" r:id="rId43"/>
    <p:sldId id="278" r:id="rId44"/>
    <p:sldId id="312" r:id="rId4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97623C2-0F0B-426C-3080-E26B10000C57}" name="Blumenstein, Michelle (DI PA ST&amp;T TI PD)" initials="MB" userId="S::michelle.blumenstein@siemens.com::9904fd32-60ec-40a4-b162-4f64e6b29345" providerId="AD"/>
  <p188:author id="{600EF2DC-A17A-115C-37AB-E2951024162A}" name="Michelle Blumenstein" initials="MB" userId="S::blumensm@hsu-hh.de::e53b430d-c040-43c5-91be-184b6f723e9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2F2F2"/>
    <a:srgbClr val="E2DEDE"/>
    <a:srgbClr val="278252"/>
    <a:srgbClr val="1E643F"/>
    <a:srgbClr val="8A1A3B"/>
    <a:srgbClr val="FFFFFF"/>
    <a:srgbClr val="695C5D"/>
    <a:srgbClr val="1F6741"/>
    <a:srgbClr val="E4F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849AB4-E2B7-4339-BCAC-762ADE4E60CC}" v="14" dt="2026-08-24T09:36:36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88" autoAdjust="0"/>
    <p:restoredTop sz="96327"/>
  </p:normalViewPr>
  <p:slideViewPr>
    <p:cSldViewPr snapToGrid="0" snapToObjects="1">
      <p:cViewPr>
        <p:scale>
          <a:sx n="33" d="100"/>
          <a:sy n="33" d="100"/>
        </p:scale>
        <p:origin x="648" y="1344"/>
      </p:cViewPr>
      <p:guideLst>
        <p:guide orient="horz" pos="22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umenstein, Michelle (DI PA ST&amp;T TI PD)" userId="9904fd32-60ec-40a4-b162-4f64e6b29345" providerId="ADAL" clId="{1341A292-8CA6-4847-973D-108E4553EE2D}"/>
    <pc:docChg chg="undo redo custSel addSld delSld modSld sldOrd addSection delSection modSection">
      <pc:chgData name="Blumenstein, Michelle (DI PA ST&amp;T TI PD)" userId="9904fd32-60ec-40a4-b162-4f64e6b29345" providerId="ADAL" clId="{1341A292-8CA6-4847-973D-108E4553EE2D}" dt="2026-08-24T09:39:23.935" v="20988" actId="14100"/>
      <pc:docMkLst>
        <pc:docMk/>
      </pc:docMkLst>
      <pc:sldChg chg="addSp modSp mod">
        <pc:chgData name="Blumenstein, Michelle (DI PA ST&amp;T TI PD)" userId="9904fd32-60ec-40a4-b162-4f64e6b29345" providerId="ADAL" clId="{1341A292-8CA6-4847-973D-108E4553EE2D}" dt="2026-08-21T13:11:59.079" v="18761" actId="167"/>
        <pc:sldMkLst>
          <pc:docMk/>
          <pc:sldMk cId="1396766399" sldId="259"/>
        </pc:sldMkLst>
        <pc:spChg chg="mod">
          <ac:chgData name="Blumenstein, Michelle (DI PA ST&amp;T TI PD)" userId="9904fd32-60ec-40a4-b162-4f64e6b29345" providerId="ADAL" clId="{1341A292-8CA6-4847-973D-108E4553EE2D}" dt="2026-08-21T13:10:09.569" v="18675" actId="20577"/>
          <ac:spMkLst>
            <pc:docMk/>
            <pc:sldMk cId="1396766399" sldId="259"/>
            <ac:spMk id="4" creationId="{9D229D2B-90FC-9F63-F663-0C255E73A555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0:03.558" v="18661" actId="20577"/>
          <ac:spMkLst>
            <pc:docMk/>
            <pc:sldMk cId="1396766399" sldId="259"/>
            <ac:spMk id="5" creationId="{C304AB06-9076-D718-AD00-5558E20A9EB9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09:57.436" v="18651" actId="20577"/>
          <ac:spMkLst>
            <pc:docMk/>
            <pc:sldMk cId="1396766399" sldId="259"/>
            <ac:spMk id="6" creationId="{5EBE2E14-CFE9-BC44-3783-237FEC92F396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08:51.069" v="18539" actId="20577"/>
          <ac:spMkLst>
            <pc:docMk/>
            <pc:sldMk cId="1396766399" sldId="259"/>
            <ac:spMk id="7" creationId="{98DDBA75-2CC1-8A4A-19F3-D2BE3AA4ED32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09:08.594" v="18565" actId="20577"/>
          <ac:spMkLst>
            <pc:docMk/>
            <pc:sldMk cId="1396766399" sldId="259"/>
            <ac:spMk id="8" creationId="{CCCC157C-DD33-0BC7-5377-913D5610949E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09:17.582" v="18588" actId="20577"/>
          <ac:spMkLst>
            <pc:docMk/>
            <pc:sldMk cId="1396766399" sldId="259"/>
            <ac:spMk id="9" creationId="{773BD87A-FC48-7385-B6E8-414E6C4997AF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09:23.753" v="18597" actId="20577"/>
          <ac:spMkLst>
            <pc:docMk/>
            <pc:sldMk cId="1396766399" sldId="259"/>
            <ac:spMk id="10" creationId="{EBE2412A-68C0-68DC-59FB-546C0008445E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0:29.245" v="18701" actId="20577"/>
          <ac:spMkLst>
            <pc:docMk/>
            <pc:sldMk cId="1396766399" sldId="259"/>
            <ac:spMk id="11" creationId="{5C7F81E3-1F99-FA49-7B30-4A2B2B746137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1:00.931" v="18737" actId="20577"/>
          <ac:spMkLst>
            <pc:docMk/>
            <pc:sldMk cId="1396766399" sldId="259"/>
            <ac:spMk id="12" creationId="{B96F61AE-7446-1D10-B53D-DF5490BA32B5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1:06.230" v="18746" actId="20577"/>
          <ac:spMkLst>
            <pc:docMk/>
            <pc:sldMk cId="1396766399" sldId="259"/>
            <ac:spMk id="13" creationId="{E8DE9CF7-2B52-43DA-07D2-BE32953DF991}"/>
          </ac:spMkLst>
        </pc:spChg>
        <pc:spChg chg="add mod ord">
          <ac:chgData name="Blumenstein, Michelle (DI PA ST&amp;T TI PD)" userId="9904fd32-60ec-40a4-b162-4f64e6b29345" providerId="ADAL" clId="{1341A292-8CA6-4847-973D-108E4553EE2D}" dt="2026-08-21T13:11:59.079" v="18761" actId="167"/>
          <ac:spMkLst>
            <pc:docMk/>
            <pc:sldMk cId="1396766399" sldId="259"/>
            <ac:spMk id="19" creationId="{5C783585-828F-081B-3CEF-F750A6BAB5BF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0:43.913" v="18722" actId="20577"/>
          <ac:spMkLst>
            <pc:docMk/>
            <pc:sldMk cId="1396766399" sldId="259"/>
            <ac:spMk id="22" creationId="{27FB9B96-113E-0A6B-81CB-953020D212FC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08:59.868" v="18550" actId="20577"/>
          <ac:spMkLst>
            <pc:docMk/>
            <pc:sldMk cId="1396766399" sldId="259"/>
            <ac:spMk id="29" creationId="{3852E5FE-152C-E0F8-8A39-85902095A183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08:31.874" v="18512" actId="20577"/>
          <ac:spMkLst>
            <pc:docMk/>
            <pc:sldMk cId="1396766399" sldId="259"/>
            <ac:spMk id="30" creationId="{694CE940-A6A7-E346-D58D-83A3E44F0957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09:29.428" v="18606" actId="20577"/>
          <ac:spMkLst>
            <pc:docMk/>
            <pc:sldMk cId="1396766399" sldId="259"/>
            <ac:spMk id="52" creationId="{BA52C577-BD9E-9211-D9E8-161CB84B020B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09:47.363" v="18638" actId="20577"/>
          <ac:spMkLst>
            <pc:docMk/>
            <pc:sldMk cId="1396766399" sldId="259"/>
            <ac:spMk id="54" creationId="{F12BB52A-698E-577D-9AFB-F712F5C3F5D2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0:17.423" v="18684" actId="20577"/>
          <ac:spMkLst>
            <pc:docMk/>
            <pc:sldMk cId="1396766399" sldId="259"/>
            <ac:spMk id="56" creationId="{D01FDF08-E0A3-E210-A3CD-33EC98A138B2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1:12.173" v="18754" actId="20577"/>
          <ac:spMkLst>
            <pc:docMk/>
            <pc:sldMk cId="1396766399" sldId="259"/>
            <ac:spMk id="76" creationId="{A58AB7F0-44A4-C324-B03C-470CC542EF47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0:51.205" v="18724" actId="20577"/>
          <ac:spMkLst>
            <pc:docMk/>
            <pc:sldMk cId="1396766399" sldId="259"/>
            <ac:spMk id="79" creationId="{32670D6F-6701-6A08-333A-B438F3F3EC64}"/>
          </ac:spMkLst>
        </pc:spChg>
      </pc:sldChg>
      <pc:sldChg chg="addSp modSp mod">
        <pc:chgData name="Blumenstein, Michelle (DI PA ST&amp;T TI PD)" userId="9904fd32-60ec-40a4-b162-4f64e6b29345" providerId="ADAL" clId="{1341A292-8CA6-4847-973D-108E4553EE2D}" dt="2026-08-21T13:16:35.313" v="18899" actId="20577"/>
        <pc:sldMkLst>
          <pc:docMk/>
          <pc:sldMk cId="2316647135" sldId="266"/>
        </pc:sldMkLst>
        <pc:spChg chg="mod">
          <ac:chgData name="Blumenstein, Michelle (DI PA ST&amp;T TI PD)" userId="9904fd32-60ec-40a4-b162-4f64e6b29345" providerId="ADAL" clId="{1341A292-8CA6-4847-973D-108E4553EE2D}" dt="2026-08-21T13:14:46.751" v="18825" actId="20577"/>
          <ac:spMkLst>
            <pc:docMk/>
            <pc:sldMk cId="2316647135" sldId="266"/>
            <ac:spMk id="3" creationId="{B389A7AC-74B3-BFDD-CC47-A8D3F4DD8EC6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4:36.206" v="18792" actId="20577"/>
          <ac:spMkLst>
            <pc:docMk/>
            <pc:sldMk cId="2316647135" sldId="266"/>
            <ac:spMk id="4" creationId="{02CAF978-2CB2-101B-7472-678630F32C7A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4:26.345" v="18770" actId="20577"/>
          <ac:spMkLst>
            <pc:docMk/>
            <pc:sldMk cId="2316647135" sldId="266"/>
            <ac:spMk id="6" creationId="{C81552E1-EBC0-9866-7ACC-120D0B52F126}"/>
          </ac:spMkLst>
        </pc:spChg>
        <pc:spChg chg="add mod ord">
          <ac:chgData name="Blumenstein, Michelle (DI PA ST&amp;T TI PD)" userId="9904fd32-60ec-40a4-b162-4f64e6b29345" providerId="ADAL" clId="{1341A292-8CA6-4847-973D-108E4553EE2D}" dt="2026-08-21T13:16:04.257" v="18865" actId="167"/>
          <ac:spMkLst>
            <pc:docMk/>
            <pc:sldMk cId="2316647135" sldId="266"/>
            <ac:spMk id="11" creationId="{C8CBEBB7-6CB4-0616-3815-C63F64B3081C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6:12.251" v="18882" actId="1037"/>
          <ac:spMkLst>
            <pc:docMk/>
            <pc:sldMk cId="2316647135" sldId="266"/>
            <ac:spMk id="16" creationId="{FE36000C-93CF-6799-7575-17A5C785B32D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6:35.313" v="18899" actId="20577"/>
          <ac:spMkLst>
            <pc:docMk/>
            <pc:sldMk cId="2316647135" sldId="266"/>
            <ac:spMk id="17" creationId="{77D84D45-FEFE-AB83-282D-8BD614282BA0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6:12.251" v="18882" actId="1037"/>
          <ac:spMkLst>
            <pc:docMk/>
            <pc:sldMk cId="2316647135" sldId="266"/>
            <ac:spMk id="24" creationId="{806D1E3B-7FE2-FC34-1FBE-92817972B255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6:12.251" v="18882" actId="1037"/>
          <ac:spMkLst>
            <pc:docMk/>
            <pc:sldMk cId="2316647135" sldId="266"/>
            <ac:spMk id="30" creationId="{BBFC6305-8F7B-9CB9-1FE0-C85971B966D8}"/>
          </ac:spMkLst>
        </pc:spChg>
        <pc:cxnChg chg="mod">
          <ac:chgData name="Blumenstein, Michelle (DI PA ST&amp;T TI PD)" userId="9904fd32-60ec-40a4-b162-4f64e6b29345" providerId="ADAL" clId="{1341A292-8CA6-4847-973D-108E4553EE2D}" dt="2026-08-21T13:16:12.251" v="18882" actId="1037"/>
          <ac:cxnSpMkLst>
            <pc:docMk/>
            <pc:sldMk cId="2316647135" sldId="266"/>
            <ac:cxnSpMk id="27" creationId="{94254712-4641-D6DA-AC65-CFD298A1D4F6}"/>
          </ac:cxnSpMkLst>
        </pc:cxnChg>
      </pc:sldChg>
      <pc:sldChg chg="addSp delSp modSp mod">
        <pc:chgData name="Blumenstein, Michelle (DI PA ST&amp;T TI PD)" userId="9904fd32-60ec-40a4-b162-4f64e6b29345" providerId="ADAL" clId="{1341A292-8CA6-4847-973D-108E4553EE2D}" dt="2026-08-21T13:22:51.849" v="19274" actId="20577"/>
        <pc:sldMkLst>
          <pc:docMk/>
          <pc:sldMk cId="4176002304" sldId="268"/>
        </pc:sldMkLst>
        <pc:spChg chg="mod">
          <ac:chgData name="Blumenstein, Michelle (DI PA ST&amp;T TI PD)" userId="9904fd32-60ec-40a4-b162-4f64e6b29345" providerId="ADAL" clId="{1341A292-8CA6-4847-973D-108E4553EE2D}" dt="2026-08-21T13:20:25.229" v="19088" actId="20577"/>
          <ac:spMkLst>
            <pc:docMk/>
            <pc:sldMk cId="4176002304" sldId="268"/>
            <ac:spMk id="3" creationId="{B389A7AC-74B3-BFDD-CC47-A8D3F4DD8EC6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20:00.728" v="19047" actId="20577"/>
          <ac:spMkLst>
            <pc:docMk/>
            <pc:sldMk cId="4176002304" sldId="268"/>
            <ac:spMk id="4" creationId="{02CAF978-2CB2-101B-7472-678630F32C7A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20:07.544" v="19064" actId="20577"/>
          <ac:spMkLst>
            <pc:docMk/>
            <pc:sldMk cId="4176002304" sldId="268"/>
            <ac:spMk id="6" creationId="{C81552E1-EBC0-9866-7ACC-120D0B52F126}"/>
          </ac:spMkLst>
        </pc:spChg>
        <pc:spChg chg="add ord">
          <ac:chgData name="Blumenstein, Michelle (DI PA ST&amp;T TI PD)" userId="9904fd32-60ec-40a4-b162-4f64e6b29345" providerId="ADAL" clId="{1341A292-8CA6-4847-973D-108E4553EE2D}" dt="2026-08-21T13:22:13.195" v="19247" actId="167"/>
          <ac:spMkLst>
            <pc:docMk/>
            <pc:sldMk cId="4176002304" sldId="268"/>
            <ac:spMk id="11" creationId="{E880BA28-D4D2-53E1-1BC9-13C93E58C7EB}"/>
          </ac:spMkLst>
        </pc:spChg>
        <pc:spChg chg="add mod">
          <ac:chgData name="Blumenstein, Michelle (DI PA ST&amp;T TI PD)" userId="9904fd32-60ec-40a4-b162-4f64e6b29345" providerId="ADAL" clId="{1341A292-8CA6-4847-973D-108E4553EE2D}" dt="2026-08-21T13:22:32.635" v="19250"/>
          <ac:spMkLst>
            <pc:docMk/>
            <pc:sldMk cId="4176002304" sldId="268"/>
            <ac:spMk id="12" creationId="{2036CE53-992E-10B3-CEB8-BEB9E415354C}"/>
          </ac:spMkLst>
        </pc:spChg>
        <pc:spChg chg="add mod">
          <ac:chgData name="Blumenstein, Michelle (DI PA ST&amp;T TI PD)" userId="9904fd32-60ec-40a4-b162-4f64e6b29345" providerId="ADAL" clId="{1341A292-8CA6-4847-973D-108E4553EE2D}" dt="2026-08-21T13:22:32.635" v="19250"/>
          <ac:spMkLst>
            <pc:docMk/>
            <pc:sldMk cId="4176002304" sldId="268"/>
            <ac:spMk id="13" creationId="{4FC64661-969F-E1BB-3321-130A0BA02CAF}"/>
          </ac:spMkLst>
        </pc:spChg>
        <pc:spChg chg="add mod">
          <ac:chgData name="Blumenstein, Michelle (DI PA ST&amp;T TI PD)" userId="9904fd32-60ec-40a4-b162-4f64e6b29345" providerId="ADAL" clId="{1341A292-8CA6-4847-973D-108E4553EE2D}" dt="2026-08-21T13:22:32.635" v="19250"/>
          <ac:spMkLst>
            <pc:docMk/>
            <pc:sldMk cId="4176002304" sldId="268"/>
            <ac:spMk id="15" creationId="{47F16597-2CCF-8EFD-D94C-6B81AF36CE0E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22:51.849" v="19274" actId="20577"/>
          <ac:spMkLst>
            <pc:docMk/>
            <pc:sldMk cId="4176002304" sldId="268"/>
            <ac:spMk id="35" creationId="{3C8622B8-3605-85D8-73B0-89E9AEB90CDE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21:55.152" v="19244" actId="6549"/>
          <ac:spMkLst>
            <pc:docMk/>
            <pc:sldMk cId="4176002304" sldId="268"/>
            <ac:spMk id="44" creationId="{6E924AA3-27AB-B760-A97F-C2A5C2854A11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21:57.059" v="19245" actId="6549"/>
          <ac:spMkLst>
            <pc:docMk/>
            <pc:sldMk cId="4176002304" sldId="268"/>
            <ac:spMk id="46" creationId="{BAFA44E0-5A25-F4C7-2152-A8A45BE6E80D}"/>
          </ac:spMkLst>
        </pc:spChg>
        <pc:cxnChg chg="add mod">
          <ac:chgData name="Blumenstein, Michelle (DI PA ST&amp;T TI PD)" userId="9904fd32-60ec-40a4-b162-4f64e6b29345" providerId="ADAL" clId="{1341A292-8CA6-4847-973D-108E4553EE2D}" dt="2026-08-21T13:22:32.635" v="19250"/>
          <ac:cxnSpMkLst>
            <pc:docMk/>
            <pc:sldMk cId="4176002304" sldId="268"/>
            <ac:cxnSpMk id="14" creationId="{B15539F1-075D-3960-C32A-6DCC3CB0C627}"/>
          </ac:cxnSpMkLst>
        </pc:cxnChg>
        <pc:cxnChg chg="mod">
          <ac:chgData name="Blumenstein, Michelle (DI PA ST&amp;T TI PD)" userId="9904fd32-60ec-40a4-b162-4f64e6b29345" providerId="ADAL" clId="{1341A292-8CA6-4847-973D-108E4553EE2D}" dt="2026-08-21T13:22:41.082" v="19271" actId="1038"/>
          <ac:cxnSpMkLst>
            <pc:docMk/>
            <pc:sldMk cId="4176002304" sldId="268"/>
            <ac:cxnSpMk id="33" creationId="{658C3AE2-BA5D-04CF-F097-3B1102D81B75}"/>
          </ac:cxnSpMkLst>
        </pc:cxnChg>
      </pc:sldChg>
      <pc:sldChg chg="modSp mod ord">
        <pc:chgData name="Blumenstein, Michelle (DI PA ST&amp;T TI PD)" userId="9904fd32-60ec-40a4-b162-4f64e6b29345" providerId="ADAL" clId="{1341A292-8CA6-4847-973D-108E4553EE2D}" dt="2026-08-21T13:19:22.620" v="19039" actId="20577"/>
        <pc:sldMkLst>
          <pc:docMk/>
          <pc:sldMk cId="1315837746" sldId="270"/>
        </pc:sldMkLst>
        <pc:spChg chg="mod">
          <ac:chgData name="Blumenstein, Michelle (DI PA ST&amp;T TI PD)" userId="9904fd32-60ec-40a4-b162-4f64e6b29345" providerId="ADAL" clId="{1341A292-8CA6-4847-973D-108E4553EE2D}" dt="2026-08-21T13:18:10.846" v="18950" actId="20577"/>
          <ac:spMkLst>
            <pc:docMk/>
            <pc:sldMk cId="1315837746" sldId="270"/>
            <ac:spMk id="3" creationId="{4F9F9836-C5CA-DA6A-2E0E-4027D990D55A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7:49.603" v="18919" actId="20577"/>
          <ac:spMkLst>
            <pc:docMk/>
            <pc:sldMk cId="1315837746" sldId="270"/>
            <ac:spMk id="4" creationId="{A47D1820-7658-2852-872C-6320A991DB96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7:57.118" v="18932" actId="20577"/>
          <ac:spMkLst>
            <pc:docMk/>
            <pc:sldMk cId="1315837746" sldId="270"/>
            <ac:spMk id="5" creationId="{EC667019-A82C-674E-6B7E-B2578D391987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8:03.348" v="18943" actId="20577"/>
          <ac:spMkLst>
            <pc:docMk/>
            <pc:sldMk cId="1315837746" sldId="270"/>
            <ac:spMk id="9" creationId="{BAFF3920-27EF-CC4B-9D7B-FAF9C5F600CD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8:34.521" v="18975" actId="20577"/>
          <ac:spMkLst>
            <pc:docMk/>
            <pc:sldMk cId="1315837746" sldId="270"/>
            <ac:spMk id="14" creationId="{C3635578-650F-A7D5-C310-A2DAF6F11A64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8:38.183" v="18979" actId="20577"/>
          <ac:spMkLst>
            <pc:docMk/>
            <pc:sldMk cId="1315837746" sldId="270"/>
            <ac:spMk id="15" creationId="{4C3567BD-DB91-F1D7-455C-EB3AB7171FCC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9:08.308" v="19029" actId="20577"/>
          <ac:spMkLst>
            <pc:docMk/>
            <pc:sldMk cId="1315837746" sldId="270"/>
            <ac:spMk id="69" creationId="{94ADCE82-7CAC-E395-202F-10B488DE774B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9:22.620" v="19039" actId="20577"/>
          <ac:spMkLst>
            <pc:docMk/>
            <pc:sldMk cId="1315837746" sldId="270"/>
            <ac:spMk id="70" creationId="{FADFF189-8960-2385-28F4-ACBC43FA0406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8:44.635" v="18991" actId="20577"/>
          <ac:spMkLst>
            <pc:docMk/>
            <pc:sldMk cId="1315837746" sldId="270"/>
            <ac:spMk id="92" creationId="{0A680F06-57E6-508C-19F1-956B37006543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8:53.015" v="19003" actId="20577"/>
          <ac:spMkLst>
            <pc:docMk/>
            <pc:sldMk cId="1315837746" sldId="270"/>
            <ac:spMk id="93" creationId="{864F771D-7D7A-F72E-B1C8-3D19A05C614A}"/>
          </ac:spMkLst>
        </pc:spChg>
        <pc:spChg chg="mod">
          <ac:chgData name="Blumenstein, Michelle (DI PA ST&amp;T TI PD)" userId="9904fd32-60ec-40a4-b162-4f64e6b29345" providerId="ADAL" clId="{1341A292-8CA6-4847-973D-108E4553EE2D}" dt="2026-08-21T13:18:59.747" v="19015" actId="20577"/>
          <ac:spMkLst>
            <pc:docMk/>
            <pc:sldMk cId="1315837746" sldId="270"/>
            <ac:spMk id="94" creationId="{8F7B65B4-76EC-AEC8-D8D0-F891A19523C5}"/>
          </ac:spMkLst>
        </pc:spChg>
      </pc:sldChg>
      <pc:sldChg chg="modSp mod">
        <pc:chgData name="Blumenstein, Michelle (DI PA ST&amp;T TI PD)" userId="9904fd32-60ec-40a4-b162-4f64e6b29345" providerId="ADAL" clId="{1341A292-8CA6-4847-973D-108E4553EE2D}" dt="2026-08-21T20:12:58.265" v="19512" actId="20577"/>
        <pc:sldMkLst>
          <pc:docMk/>
          <pc:sldMk cId="938976843" sldId="271"/>
        </pc:sldMkLst>
        <pc:spChg chg="mod">
          <ac:chgData name="Blumenstein, Michelle (DI PA ST&amp;T TI PD)" userId="9904fd32-60ec-40a4-b162-4f64e6b29345" providerId="ADAL" clId="{1341A292-8CA6-4847-973D-108E4553EE2D}" dt="2026-08-21T20:11:17.603" v="19374" actId="20577"/>
          <ac:spMkLst>
            <pc:docMk/>
            <pc:sldMk cId="938976843" sldId="271"/>
            <ac:spMk id="10" creationId="{B673B998-A7CA-A9C4-25AA-86493684FF33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11:38.142" v="19407" actId="20577"/>
          <ac:spMkLst>
            <pc:docMk/>
            <pc:sldMk cId="938976843" sldId="271"/>
            <ac:spMk id="11" creationId="{9F8D6589-C5A0-6066-B71B-08FF87185280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11:55.918" v="19436" actId="20577"/>
          <ac:spMkLst>
            <pc:docMk/>
            <pc:sldMk cId="938976843" sldId="271"/>
            <ac:spMk id="12" creationId="{84D3872F-BFE1-2EEC-056B-905D9E8D7221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12:58.265" v="19512" actId="20577"/>
          <ac:spMkLst>
            <pc:docMk/>
            <pc:sldMk cId="938976843" sldId="271"/>
            <ac:spMk id="14" creationId="{CAFEE461-304F-8EDC-1EDD-8C79B69956A8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12:37.846" v="19509" actId="20577"/>
          <ac:spMkLst>
            <pc:docMk/>
            <pc:sldMk cId="938976843" sldId="271"/>
            <ac:spMk id="17" creationId="{3EF980E4-E4E8-C4CC-5E11-821990A27BB8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12:26.666" v="19502" actId="20577"/>
          <ac:spMkLst>
            <pc:docMk/>
            <pc:sldMk cId="938976843" sldId="271"/>
            <ac:spMk id="18" creationId="{9EA37893-CD10-D56F-7F09-85D97E77352D}"/>
          </ac:spMkLst>
        </pc:spChg>
      </pc:sldChg>
      <pc:sldChg chg="modSp mod">
        <pc:chgData name="Blumenstein, Michelle (DI PA ST&amp;T TI PD)" userId="9904fd32-60ec-40a4-b162-4f64e6b29345" providerId="ADAL" clId="{1341A292-8CA6-4847-973D-108E4553EE2D}" dt="2026-08-21T20:23:08.183" v="19726" actId="20577"/>
        <pc:sldMkLst>
          <pc:docMk/>
          <pc:sldMk cId="2450081327" sldId="272"/>
        </pc:sldMkLst>
        <pc:spChg chg="mod">
          <ac:chgData name="Blumenstein, Michelle (DI PA ST&amp;T TI PD)" userId="9904fd32-60ec-40a4-b162-4f64e6b29345" providerId="ADAL" clId="{1341A292-8CA6-4847-973D-108E4553EE2D}" dt="2026-08-21T20:22:22.337" v="19643" actId="20577"/>
          <ac:spMkLst>
            <pc:docMk/>
            <pc:sldMk cId="2450081327" sldId="272"/>
            <ac:spMk id="10" creationId="{DF0D70B6-EA89-7FA7-CB75-F8D964A3DFF0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22:30.933" v="19662" actId="20577"/>
          <ac:spMkLst>
            <pc:docMk/>
            <pc:sldMk cId="2450081327" sldId="272"/>
            <ac:spMk id="11" creationId="{03B63E9D-F95C-03E9-7A2B-981F05B072DD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22:16.868" v="19630" actId="20577"/>
          <ac:spMkLst>
            <pc:docMk/>
            <pc:sldMk cId="2450081327" sldId="272"/>
            <ac:spMk id="12" creationId="{E2A1746E-E6AE-8BCF-BA67-55D1C7C3BE31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21:31.111" v="19548" actId="20577"/>
          <ac:spMkLst>
            <pc:docMk/>
            <pc:sldMk cId="2450081327" sldId="272"/>
            <ac:spMk id="13" creationId="{0899A4A1-7DEC-A71B-5F2B-D8856E6D88C6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22:40.042" v="19683" actId="6549"/>
          <ac:spMkLst>
            <pc:docMk/>
            <pc:sldMk cId="2450081327" sldId="272"/>
            <ac:spMk id="14" creationId="{08815B3B-1483-E834-0936-D7709E56D42A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21:41.662" v="19569" actId="20577"/>
          <ac:spMkLst>
            <pc:docMk/>
            <pc:sldMk cId="2450081327" sldId="272"/>
            <ac:spMk id="15" creationId="{F825D247-BCAA-BDC4-0020-DD2C953AC29C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22:03.854" v="19606" actId="20577"/>
          <ac:spMkLst>
            <pc:docMk/>
            <pc:sldMk cId="2450081327" sldId="272"/>
            <ac:spMk id="16" creationId="{10174C5A-A1F9-EA30-682E-0EAE93674F7E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23:08.183" v="19726" actId="20577"/>
          <ac:spMkLst>
            <pc:docMk/>
            <pc:sldMk cId="2450081327" sldId="272"/>
            <ac:spMk id="17" creationId="{47DD6BF0-D06F-B87E-F304-10308CF92B3C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23:00.499" v="19717" actId="20577"/>
          <ac:spMkLst>
            <pc:docMk/>
            <pc:sldMk cId="2450081327" sldId="272"/>
            <ac:spMk id="18" creationId="{900C1BEF-22DA-69E0-8AA2-707997330214}"/>
          </ac:spMkLst>
        </pc:spChg>
      </pc:sldChg>
      <pc:sldChg chg="addSp modSp mod">
        <pc:chgData name="Blumenstein, Michelle (DI PA ST&amp;T TI PD)" userId="9904fd32-60ec-40a4-b162-4f64e6b29345" providerId="ADAL" clId="{1341A292-8CA6-4847-973D-108E4553EE2D}" dt="2026-08-21T20:53:53.809" v="19916" actId="20577"/>
        <pc:sldMkLst>
          <pc:docMk/>
          <pc:sldMk cId="2082794237" sldId="273"/>
        </pc:sldMkLst>
        <pc:spChg chg="add mod ord">
          <ac:chgData name="Blumenstein, Michelle (DI PA ST&amp;T TI PD)" userId="9904fd32-60ec-40a4-b162-4f64e6b29345" providerId="ADAL" clId="{1341A292-8CA6-4847-973D-108E4553EE2D}" dt="2026-08-21T20:53:38.903" v="19891" actId="14100"/>
          <ac:spMkLst>
            <pc:docMk/>
            <pc:sldMk cId="2082794237" sldId="273"/>
            <ac:spMk id="3" creationId="{1462BEBF-82AA-C010-E6F3-8FF661D39019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3:53.809" v="19916" actId="20577"/>
          <ac:spMkLst>
            <pc:docMk/>
            <pc:sldMk cId="2082794237" sldId="273"/>
            <ac:spMk id="66" creationId="{723A7E2D-3F8F-DF19-BCA3-B081FF443020}"/>
          </ac:spMkLst>
        </pc:spChg>
      </pc:sldChg>
      <pc:sldChg chg="modSp mod ord">
        <pc:chgData name="Blumenstein, Michelle (DI PA ST&amp;T TI PD)" userId="9904fd32-60ec-40a4-b162-4f64e6b29345" providerId="ADAL" clId="{1341A292-8CA6-4847-973D-108E4553EE2D}" dt="2026-08-21T21:01:52.265" v="20175" actId="20577"/>
        <pc:sldMkLst>
          <pc:docMk/>
          <pc:sldMk cId="1456149179" sldId="276"/>
        </pc:sldMkLst>
        <pc:spChg chg="mod">
          <ac:chgData name="Blumenstein, Michelle (DI PA ST&amp;T TI PD)" userId="9904fd32-60ec-40a4-b162-4f64e6b29345" providerId="ADAL" clId="{1341A292-8CA6-4847-973D-108E4553EE2D}" dt="2026-08-21T21:01:24.414" v="20115" actId="1076"/>
          <ac:spMkLst>
            <pc:docMk/>
            <pc:sldMk cId="1456149179" sldId="276"/>
            <ac:spMk id="3" creationId="{2D5E8CDB-E930-D003-71E5-F33F01987D0D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1:28.768" v="20126" actId="20577"/>
          <ac:spMkLst>
            <pc:docMk/>
            <pc:sldMk cId="1456149179" sldId="276"/>
            <ac:spMk id="4" creationId="{4E21FEFA-B706-65D6-BC2C-B7171FF57784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1:24.414" v="20115" actId="1076"/>
          <ac:spMkLst>
            <pc:docMk/>
            <pc:sldMk cId="1456149179" sldId="276"/>
            <ac:spMk id="6" creationId="{06E5125E-97C3-BB39-EEAA-B921E0232228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1:24.414" v="20115" actId="1076"/>
          <ac:spMkLst>
            <pc:docMk/>
            <pc:sldMk cId="1456149179" sldId="276"/>
            <ac:spMk id="7" creationId="{FE926C7E-14AB-1C5C-689A-B90655ADB6E3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1:42.920" v="20148" actId="3064"/>
          <ac:spMkLst>
            <pc:docMk/>
            <pc:sldMk cId="1456149179" sldId="276"/>
            <ac:spMk id="8" creationId="{A230DB4E-68AD-2B05-D28F-7CB38B511483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1:24.414" v="20115" actId="1076"/>
          <ac:spMkLst>
            <pc:docMk/>
            <pc:sldMk cId="1456149179" sldId="276"/>
            <ac:spMk id="9" creationId="{F3DAFB04-FEFF-110C-CB22-EF2D57F5F25A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1:48.013" v="20161" actId="20577"/>
          <ac:spMkLst>
            <pc:docMk/>
            <pc:sldMk cId="1456149179" sldId="276"/>
            <ac:spMk id="10" creationId="{8368BADA-2FB2-0B4A-5C85-5FA148EDB296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1:24.414" v="20115" actId="1076"/>
          <ac:spMkLst>
            <pc:docMk/>
            <pc:sldMk cId="1456149179" sldId="276"/>
            <ac:spMk id="11" creationId="{3EDE628A-4FBD-3636-0DD4-16DFE11DBAAC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1:52.265" v="20175" actId="20577"/>
          <ac:spMkLst>
            <pc:docMk/>
            <pc:sldMk cId="1456149179" sldId="276"/>
            <ac:spMk id="12" creationId="{0CE76B23-21AB-CEAD-D859-B8CDF2D26AA8}"/>
          </ac:spMkLst>
        </pc:spChg>
      </pc:sldChg>
      <pc:sldChg chg="addSp modSp mod ord">
        <pc:chgData name="Blumenstein, Michelle (DI PA ST&amp;T TI PD)" userId="9904fd32-60ec-40a4-b162-4f64e6b29345" providerId="ADAL" clId="{1341A292-8CA6-4847-973D-108E4553EE2D}" dt="2026-08-21T21:05:35.848" v="20412" actId="1038"/>
        <pc:sldMkLst>
          <pc:docMk/>
          <pc:sldMk cId="3800825113" sldId="277"/>
        </pc:sldMkLst>
        <pc:spChg chg="mod">
          <ac:chgData name="Blumenstein, Michelle (DI PA ST&amp;T TI PD)" userId="9904fd32-60ec-40a4-b162-4f64e6b29345" providerId="ADAL" clId="{1341A292-8CA6-4847-973D-108E4553EE2D}" dt="2026-08-21T21:02:54.107" v="20215" actId="20577"/>
          <ac:spMkLst>
            <pc:docMk/>
            <pc:sldMk cId="3800825113" sldId="277"/>
            <ac:spMk id="3" creationId="{2D5E8CDB-E930-D003-71E5-F33F01987D0D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3:11.844" v="20246" actId="20577"/>
          <ac:spMkLst>
            <pc:docMk/>
            <pc:sldMk cId="3800825113" sldId="277"/>
            <ac:spMk id="4" creationId="{4E21FEFA-B706-65D6-BC2C-B7171FF57784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3:00.896" v="20225" actId="20577"/>
          <ac:spMkLst>
            <pc:docMk/>
            <pc:sldMk cId="3800825113" sldId="277"/>
            <ac:spMk id="5" creationId="{FF70045E-1689-6857-952B-1532D995200A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5:35.848" v="20412" actId="1038"/>
          <ac:spMkLst>
            <pc:docMk/>
            <pc:sldMk cId="3800825113" sldId="277"/>
            <ac:spMk id="11" creationId="{E1360CD4-574A-8130-8458-DEFE4A150933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5:35.848" v="20412" actId="1038"/>
          <ac:spMkLst>
            <pc:docMk/>
            <pc:sldMk cId="3800825113" sldId="277"/>
            <ac:spMk id="12" creationId="{135EE1B3-3895-DA84-E789-577FAC54C417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3:16.493" v="20257" actId="20577"/>
          <ac:spMkLst>
            <pc:docMk/>
            <pc:sldMk cId="3800825113" sldId="277"/>
            <ac:spMk id="13" creationId="{ACA0087B-DB4F-DA33-E031-577B72DA977E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5:35.848" v="20412" actId="1038"/>
          <ac:spMkLst>
            <pc:docMk/>
            <pc:sldMk cId="3800825113" sldId="277"/>
            <ac:spMk id="17" creationId="{E0A554D8-8876-86C0-DB56-C03A2546586D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3:05.923" v="20235" actId="20577"/>
          <ac:spMkLst>
            <pc:docMk/>
            <pc:sldMk cId="3800825113" sldId="277"/>
            <ac:spMk id="19" creationId="{3D7A89E1-5973-B5D0-612B-4D41250354C7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3:21.077" v="20268" actId="20577"/>
          <ac:spMkLst>
            <pc:docMk/>
            <pc:sldMk cId="3800825113" sldId="277"/>
            <ac:spMk id="20" creationId="{D0D83C04-358A-F79F-0821-54FDBA94CE5A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5:35.848" v="20412" actId="1038"/>
          <ac:spMkLst>
            <pc:docMk/>
            <pc:sldMk cId="3800825113" sldId="277"/>
            <ac:spMk id="26" creationId="{4E681E5F-55FB-09C5-463A-3AC21A616C7A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5:35.848" v="20412" actId="1038"/>
          <ac:spMkLst>
            <pc:docMk/>
            <pc:sldMk cId="3800825113" sldId="277"/>
            <ac:spMk id="27" creationId="{2B232F6F-4E9A-B2FB-6835-C722C828D9C7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5:35.848" v="20412" actId="1038"/>
          <ac:spMkLst>
            <pc:docMk/>
            <pc:sldMk cId="3800825113" sldId="277"/>
            <ac:spMk id="28" creationId="{2884334D-7635-AD9A-7C1F-04CB0E18091C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5:35.848" v="20412" actId="1038"/>
          <ac:spMkLst>
            <pc:docMk/>
            <pc:sldMk cId="3800825113" sldId="277"/>
            <ac:spMk id="29" creationId="{BADF74AD-8B10-811E-BA2D-45321DD7E7C8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5:35.848" v="20412" actId="1038"/>
          <ac:spMkLst>
            <pc:docMk/>
            <pc:sldMk cId="3800825113" sldId="277"/>
            <ac:spMk id="30" creationId="{D05BA6E7-7634-D7F8-D0E8-27D0FAFBE26D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5:35.848" v="20412" actId="1038"/>
          <ac:spMkLst>
            <pc:docMk/>
            <pc:sldMk cId="3800825113" sldId="277"/>
            <ac:spMk id="31" creationId="{48013E5C-4E43-9AA2-CAA1-3CB68F455C5E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5:35.848" v="20412" actId="1038"/>
          <ac:spMkLst>
            <pc:docMk/>
            <pc:sldMk cId="3800825113" sldId="277"/>
            <ac:spMk id="33" creationId="{DA7B2142-0E26-7E11-95ED-DA6CFE8C648E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2:36.004" v="20190" actId="20577"/>
          <ac:spMkLst>
            <pc:docMk/>
            <pc:sldMk cId="3800825113" sldId="277"/>
            <ac:spMk id="34" creationId="{F5CB604D-0E94-70DD-D5AB-6D83D0FB3670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02:47.487" v="20205" actId="20577"/>
          <ac:spMkLst>
            <pc:docMk/>
            <pc:sldMk cId="3800825113" sldId="277"/>
            <ac:spMk id="35" creationId="{E92705E6-16DF-4A3C-C1F1-C6C56D8DCE1B}"/>
          </ac:spMkLst>
        </pc:spChg>
        <pc:spChg chg="add mod ord">
          <ac:chgData name="Blumenstein, Michelle (DI PA ST&amp;T TI PD)" userId="9904fd32-60ec-40a4-b162-4f64e6b29345" providerId="ADAL" clId="{1341A292-8CA6-4847-973D-108E4553EE2D}" dt="2026-08-21T21:05:03.503" v="20398" actId="167"/>
          <ac:spMkLst>
            <pc:docMk/>
            <pc:sldMk cId="3800825113" sldId="277"/>
            <ac:spMk id="40" creationId="{AE926C0D-B6AC-EB6B-54C0-C8C9A2589E66}"/>
          </ac:spMkLst>
        </pc:spChg>
      </pc:sldChg>
      <pc:sldChg chg="modSp mod">
        <pc:chgData name="Blumenstein, Michelle (DI PA ST&amp;T TI PD)" userId="9904fd32-60ec-40a4-b162-4f64e6b29345" providerId="ADAL" clId="{1341A292-8CA6-4847-973D-108E4553EE2D}" dt="2026-08-21T20:41:33.514" v="19791" actId="5736"/>
        <pc:sldMkLst>
          <pc:docMk/>
          <pc:sldMk cId="865578798" sldId="297"/>
        </pc:sldMkLst>
        <pc:spChg chg="mod">
          <ac:chgData name="Blumenstein, Michelle (DI PA ST&amp;T TI PD)" userId="9904fd32-60ec-40a4-b162-4f64e6b29345" providerId="ADAL" clId="{1341A292-8CA6-4847-973D-108E4553EE2D}" dt="2026-08-21T20:41:33.514" v="19791" actId="5736"/>
          <ac:spMkLst>
            <pc:docMk/>
            <pc:sldMk cId="865578798" sldId="297"/>
            <ac:spMk id="3" creationId="{BBA15612-0002-C42E-A195-048CBCBD9D71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41:33.514" v="19791" actId="5736"/>
          <ac:spMkLst>
            <pc:docMk/>
            <pc:sldMk cId="865578798" sldId="297"/>
            <ac:spMk id="5" creationId="{D3C50A29-A63E-857B-58D9-C0D9D47D9219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41:33.514" v="19791" actId="5736"/>
          <ac:spMkLst>
            <pc:docMk/>
            <pc:sldMk cId="865578798" sldId="297"/>
            <ac:spMk id="6" creationId="{5FE2F59E-5B24-1B27-2B18-A9B3CC575953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41:33.514" v="19791" actId="5736"/>
          <ac:spMkLst>
            <pc:docMk/>
            <pc:sldMk cId="865578798" sldId="297"/>
            <ac:spMk id="12" creationId="{81A84098-9EA7-99DE-4AD5-541A542EF77E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41:33.514" v="19791" actId="5736"/>
          <ac:spMkLst>
            <pc:docMk/>
            <pc:sldMk cId="865578798" sldId="297"/>
            <ac:spMk id="17" creationId="{BA9997FD-8FC9-CABC-D68C-07725D654820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41:33.514" v="19791" actId="5736"/>
          <ac:spMkLst>
            <pc:docMk/>
            <pc:sldMk cId="865578798" sldId="297"/>
            <ac:spMk id="18" creationId="{96D06581-A12B-AE24-2506-DEBD3E41DED1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41:33.514" v="19791" actId="5736"/>
          <ac:spMkLst>
            <pc:docMk/>
            <pc:sldMk cId="865578798" sldId="297"/>
            <ac:spMk id="19" creationId="{62EDAC15-F023-F37C-1150-6A0E2EEBAA36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41:33.514" v="19791" actId="5736"/>
          <ac:spMkLst>
            <pc:docMk/>
            <pc:sldMk cId="865578798" sldId="297"/>
            <ac:spMk id="29" creationId="{4112F9EE-1614-EBA9-619A-71520D2769E3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41:33.514" v="19791" actId="5736"/>
          <ac:spMkLst>
            <pc:docMk/>
            <pc:sldMk cId="865578798" sldId="297"/>
            <ac:spMk id="32" creationId="{74C118CF-5312-6844-137F-E08194C3E805}"/>
          </ac:spMkLst>
        </pc:spChg>
        <pc:graphicFrameChg chg="mod">
          <ac:chgData name="Blumenstein, Michelle (DI PA ST&amp;T TI PD)" userId="9904fd32-60ec-40a4-b162-4f64e6b29345" providerId="ADAL" clId="{1341A292-8CA6-4847-973D-108E4553EE2D}" dt="2026-08-21T20:41:33.514" v="19791" actId="5736"/>
          <ac:graphicFrameMkLst>
            <pc:docMk/>
            <pc:sldMk cId="865578798" sldId="297"/>
            <ac:graphicFrameMk id="7" creationId="{21214623-D0BE-32A5-9DD3-E74D83ED762B}"/>
          </ac:graphicFrameMkLst>
        </pc:graphicFrameChg>
      </pc:sldChg>
      <pc:sldChg chg="addSp modSp mod">
        <pc:chgData name="Blumenstein, Michelle (DI PA ST&amp;T TI PD)" userId="9904fd32-60ec-40a4-b162-4f64e6b29345" providerId="ADAL" clId="{1341A292-8CA6-4847-973D-108E4553EE2D}" dt="2026-08-21T21:47:44.653" v="20918" actId="14100"/>
        <pc:sldMkLst>
          <pc:docMk/>
          <pc:sldMk cId="3820363921" sldId="301"/>
        </pc:sldMkLst>
        <pc:spChg chg="mod">
          <ac:chgData name="Blumenstein, Michelle (DI PA ST&amp;T TI PD)" userId="9904fd32-60ec-40a4-b162-4f64e6b29345" providerId="ADAL" clId="{1341A292-8CA6-4847-973D-108E4553EE2D}" dt="2026-08-21T21:43:29.772" v="20751" actId="20577"/>
          <ac:spMkLst>
            <pc:docMk/>
            <pc:sldMk cId="3820363921" sldId="301"/>
            <ac:spMk id="3" creationId="{D31154B2-320D-B5EA-D384-029631326A93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3:37.742" v="20755" actId="20577"/>
          <ac:spMkLst>
            <pc:docMk/>
            <pc:sldMk cId="3820363921" sldId="301"/>
            <ac:spMk id="5" creationId="{08549BAD-F688-AF53-2C41-DA149140C166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3:45.060" v="20759" actId="20577"/>
          <ac:spMkLst>
            <pc:docMk/>
            <pc:sldMk cId="3820363921" sldId="301"/>
            <ac:spMk id="8" creationId="{ECBA2395-B405-FA30-45ED-5050D64A327A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5:21.095" v="20810" actId="3064"/>
          <ac:spMkLst>
            <pc:docMk/>
            <pc:sldMk cId="3820363921" sldId="301"/>
            <ac:spMk id="9" creationId="{0596CF7F-BB58-1F95-EA82-BF103B34E0D9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5:51.244" v="20840" actId="20577"/>
          <ac:spMkLst>
            <pc:docMk/>
            <pc:sldMk cId="3820363921" sldId="301"/>
            <ac:spMk id="10" creationId="{79110309-5AB0-3E70-3886-E1880661F80B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6:27.961" v="20897" actId="20577"/>
          <ac:spMkLst>
            <pc:docMk/>
            <pc:sldMk cId="3820363921" sldId="301"/>
            <ac:spMk id="12" creationId="{0A41B2EF-8F08-290F-490D-B9085AD83529}"/>
          </ac:spMkLst>
        </pc:spChg>
        <pc:spChg chg="add mod ord">
          <ac:chgData name="Blumenstein, Michelle (DI PA ST&amp;T TI PD)" userId="9904fd32-60ec-40a4-b162-4f64e6b29345" providerId="ADAL" clId="{1341A292-8CA6-4847-973D-108E4553EE2D}" dt="2026-08-21T21:47:44.653" v="20918" actId="14100"/>
          <ac:spMkLst>
            <pc:docMk/>
            <pc:sldMk cId="3820363921" sldId="301"/>
            <ac:spMk id="13" creationId="{D6860F17-9CEB-76B0-A012-74007EEA8725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3:33.172" v="20753" actId="20577"/>
          <ac:spMkLst>
            <pc:docMk/>
            <pc:sldMk cId="3820363921" sldId="301"/>
            <ac:spMk id="14" creationId="{5347D14A-D9FD-6F06-34CF-9A2DEBCBE411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3:41.121" v="20757" actId="20577"/>
          <ac:spMkLst>
            <pc:docMk/>
            <pc:sldMk cId="3820363921" sldId="301"/>
            <ac:spMk id="16" creationId="{8C7998AB-4DE6-A3BA-8B2F-9F0D61832BAA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3:51.500" v="20761" actId="20577"/>
          <ac:spMkLst>
            <pc:docMk/>
            <pc:sldMk cId="3820363921" sldId="301"/>
            <ac:spMk id="20" creationId="{5679BDC9-38D0-1BA0-83F7-29A80EF2769B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6:04.578" v="20864" actId="20577"/>
          <ac:spMkLst>
            <pc:docMk/>
            <pc:sldMk cId="3820363921" sldId="301"/>
            <ac:spMk id="21" creationId="{142B8C4A-613B-959B-E1E6-D49EB7AA502D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6:08.903" v="20865"/>
          <ac:spMkLst>
            <pc:docMk/>
            <pc:sldMk cId="3820363921" sldId="301"/>
            <ac:spMk id="22" creationId="{45E266FB-6403-8464-19CF-7BAB3F69CDEC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6:38.683" v="20913" actId="20577"/>
          <ac:spMkLst>
            <pc:docMk/>
            <pc:sldMk cId="3820363921" sldId="301"/>
            <ac:spMk id="27" creationId="{BD648A60-0485-CB9C-B98C-87DDF7D74E2F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6:20.225" v="20881" actId="20577"/>
          <ac:spMkLst>
            <pc:docMk/>
            <pc:sldMk cId="3820363921" sldId="301"/>
            <ac:spMk id="68" creationId="{F0A9921E-2F56-F3A6-EC8E-A213CB4BE14A}"/>
          </ac:spMkLst>
        </pc:spChg>
      </pc:sldChg>
      <pc:sldChg chg="delSp modSp mod">
        <pc:chgData name="Blumenstein, Michelle (DI PA ST&amp;T TI PD)" userId="9904fd32-60ec-40a4-b162-4f64e6b29345" providerId="ADAL" clId="{1341A292-8CA6-4847-973D-108E4553EE2D}" dt="2026-08-21T21:49:10.490" v="20973" actId="20577"/>
        <pc:sldMkLst>
          <pc:docMk/>
          <pc:sldMk cId="1090096786" sldId="303"/>
        </pc:sldMkLst>
        <pc:spChg chg="mod">
          <ac:chgData name="Blumenstein, Michelle (DI PA ST&amp;T TI PD)" userId="9904fd32-60ec-40a4-b162-4f64e6b29345" providerId="ADAL" clId="{1341A292-8CA6-4847-973D-108E4553EE2D}" dt="2026-08-21T21:48:31.163" v="20921" actId="20577"/>
          <ac:spMkLst>
            <pc:docMk/>
            <pc:sldMk cId="1090096786" sldId="303"/>
            <ac:spMk id="3" creationId="{E25BA039-B1E3-84FD-885C-4C10CC9FBE41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8:46.142" v="20927" actId="20577"/>
          <ac:spMkLst>
            <pc:docMk/>
            <pc:sldMk cId="1090096786" sldId="303"/>
            <ac:spMk id="16" creationId="{864FB27D-9BA7-58D4-5F3F-3D4F09C4BF89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8:58.416" v="20940" actId="20577"/>
          <ac:spMkLst>
            <pc:docMk/>
            <pc:sldMk cId="1090096786" sldId="303"/>
            <ac:spMk id="20" creationId="{F41D47CF-1454-D8CA-C8D0-8D574C49FE12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8:54.691" v="20938" actId="20577"/>
          <ac:spMkLst>
            <pc:docMk/>
            <pc:sldMk cId="1090096786" sldId="303"/>
            <ac:spMk id="57" creationId="{8CFE6F47-6BDE-F9CD-6C5B-834F06DBF359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9:10.490" v="20973" actId="20577"/>
          <ac:spMkLst>
            <pc:docMk/>
            <pc:sldMk cId="1090096786" sldId="303"/>
            <ac:spMk id="58" creationId="{5F473A9D-F910-861B-9A11-DCA7655FCFCA}"/>
          </ac:spMkLst>
        </pc:spChg>
      </pc:sldChg>
      <pc:sldChg chg="modSp mod">
        <pc:chgData name="Blumenstein, Michelle (DI PA ST&amp;T TI PD)" userId="9904fd32-60ec-40a4-b162-4f64e6b29345" providerId="ADAL" clId="{1341A292-8CA6-4847-973D-108E4553EE2D}" dt="2026-08-21T21:43:03.360" v="20749" actId="20577"/>
        <pc:sldMkLst>
          <pc:docMk/>
          <pc:sldMk cId="2023881876" sldId="304"/>
        </pc:sldMkLst>
        <pc:spChg chg="mod">
          <ac:chgData name="Blumenstein, Michelle (DI PA ST&amp;T TI PD)" userId="9904fd32-60ec-40a4-b162-4f64e6b29345" providerId="ADAL" clId="{1341A292-8CA6-4847-973D-108E4553EE2D}" dt="2026-08-21T21:42:25.036" v="20711" actId="20577"/>
          <ac:spMkLst>
            <pc:docMk/>
            <pc:sldMk cId="2023881876" sldId="304"/>
            <ac:spMk id="21" creationId="{DBB8F652-FBD1-A12E-172F-F3EF1FDDFE91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2:47.271" v="20743" actId="20577"/>
          <ac:spMkLst>
            <pc:docMk/>
            <pc:sldMk cId="2023881876" sldId="304"/>
            <ac:spMk id="27" creationId="{1AD56C2F-7FAE-2A41-01E8-AAFC553A6FD8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3:03.360" v="20749" actId="20577"/>
          <ac:spMkLst>
            <pc:docMk/>
            <pc:sldMk cId="2023881876" sldId="304"/>
            <ac:spMk id="40" creationId="{22789430-DEFE-3C92-732B-A0CCB0B8B6CC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2:57.701" v="20747" actId="20577"/>
          <ac:spMkLst>
            <pc:docMk/>
            <pc:sldMk cId="2023881876" sldId="304"/>
            <ac:spMk id="52" creationId="{E6D45692-8C6A-A86B-79BB-89E181FA0B56}"/>
          </ac:spMkLst>
        </pc:spChg>
      </pc:sldChg>
      <pc:sldChg chg="modSp mod">
        <pc:chgData name="Blumenstein, Michelle (DI PA ST&amp;T TI PD)" userId="9904fd32-60ec-40a4-b162-4f64e6b29345" providerId="ADAL" clId="{1341A292-8CA6-4847-973D-108E4553EE2D}" dt="2026-08-21T20:09:47.820" v="19361" actId="20577"/>
        <pc:sldMkLst>
          <pc:docMk/>
          <pc:sldMk cId="3555502711" sldId="313"/>
        </pc:sldMkLst>
        <pc:spChg chg="mod">
          <ac:chgData name="Blumenstein, Michelle (DI PA ST&amp;T TI PD)" userId="9904fd32-60ec-40a4-b162-4f64e6b29345" providerId="ADAL" clId="{1341A292-8CA6-4847-973D-108E4553EE2D}" dt="2026-08-21T20:09:21.740" v="19325" actId="20577"/>
          <ac:spMkLst>
            <pc:docMk/>
            <pc:sldMk cId="3555502711" sldId="313"/>
            <ac:spMk id="4" creationId="{3AF6A80E-B6FF-37E4-EF2D-D02AFC92A1B1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09:25.828" v="19332" actId="20577"/>
          <ac:spMkLst>
            <pc:docMk/>
            <pc:sldMk cId="3555502711" sldId="313"/>
            <ac:spMk id="5" creationId="{E8AA84C8-7B7B-A785-9611-54509081912A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09:31.912" v="19333" actId="20577"/>
          <ac:spMkLst>
            <pc:docMk/>
            <pc:sldMk cId="3555502711" sldId="313"/>
            <ac:spMk id="7" creationId="{65EC7BCE-2B99-C159-4A51-2CE57072E7DB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09:41.862" v="19347" actId="20577"/>
          <ac:spMkLst>
            <pc:docMk/>
            <pc:sldMk cId="3555502711" sldId="313"/>
            <ac:spMk id="9" creationId="{A7242569-6B19-BD47-F827-44E3810D6CEB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09:47.820" v="19361" actId="20577"/>
          <ac:spMkLst>
            <pc:docMk/>
            <pc:sldMk cId="3555502711" sldId="313"/>
            <ac:spMk id="11" creationId="{EBE28CBF-60B7-0915-FBF3-0A7CCD4F1900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09:11.958" v="19310" actId="20577"/>
          <ac:spMkLst>
            <pc:docMk/>
            <pc:sldMk cId="3555502711" sldId="313"/>
            <ac:spMk id="12" creationId="{9ADFEFC4-9401-D35B-99AA-3196A49193EE}"/>
          </ac:spMkLst>
        </pc:spChg>
      </pc:sldChg>
      <pc:sldChg chg="modSp mod">
        <pc:chgData name="Blumenstein, Michelle (DI PA ST&amp;T TI PD)" userId="9904fd32-60ec-40a4-b162-4f64e6b29345" providerId="ADAL" clId="{1341A292-8CA6-4847-973D-108E4553EE2D}" dt="2026-08-21T20:58:44.215" v="20065" actId="20577"/>
        <pc:sldMkLst>
          <pc:docMk/>
          <pc:sldMk cId="361363223" sldId="322"/>
        </pc:sldMkLst>
        <pc:spChg chg="mod">
          <ac:chgData name="Blumenstein, Michelle (DI PA ST&amp;T TI PD)" userId="9904fd32-60ec-40a4-b162-4f64e6b29345" providerId="ADAL" clId="{1341A292-8CA6-4847-973D-108E4553EE2D}" dt="2026-08-21T20:57:28.185" v="19977" actId="790"/>
          <ac:spMkLst>
            <pc:docMk/>
            <pc:sldMk cId="361363223" sldId="322"/>
            <ac:spMk id="5" creationId="{3519B696-570F-60CB-7A9E-F597E90C5148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7:36.267" v="19978"/>
          <ac:spMkLst>
            <pc:docMk/>
            <pc:sldMk cId="361363223" sldId="322"/>
            <ac:spMk id="6" creationId="{DE9B372A-6E01-7B35-766D-8D082ED0D032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7:39.156" v="19979"/>
          <ac:spMkLst>
            <pc:docMk/>
            <pc:sldMk cId="361363223" sldId="322"/>
            <ac:spMk id="7" creationId="{C9A8ACAC-BF89-624B-5635-44878A4240BB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8:05.334" v="19991" actId="20577"/>
          <ac:spMkLst>
            <pc:docMk/>
            <pc:sldMk cId="361363223" sldId="322"/>
            <ac:spMk id="11" creationId="{3EAF3C99-AF9A-0DFC-4267-D6417205404C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8:09.512" v="19993" actId="20577"/>
          <ac:spMkLst>
            <pc:docMk/>
            <pc:sldMk cId="361363223" sldId="322"/>
            <ac:spMk id="12" creationId="{40AACA6F-B7A5-6E6E-A85E-FD7A6788476D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7:48.781" v="19987" actId="20577"/>
          <ac:spMkLst>
            <pc:docMk/>
            <pc:sldMk cId="361363223" sldId="322"/>
            <ac:spMk id="16" creationId="{C93408E0-16CF-70A7-3B89-05094C0EC655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7:55.905" v="19988"/>
          <ac:spMkLst>
            <pc:docMk/>
            <pc:sldMk cId="361363223" sldId="322"/>
            <ac:spMk id="17" creationId="{F07D362D-247E-833A-96E6-2E1D78947FF1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7:58.978" v="19989"/>
          <ac:spMkLst>
            <pc:docMk/>
            <pc:sldMk cId="361363223" sldId="322"/>
            <ac:spMk id="18" creationId="{7DBF1B8A-8F38-E95E-C17F-9B3CD9D4CCA8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8:15.509" v="19996" actId="20577"/>
          <ac:spMkLst>
            <pc:docMk/>
            <pc:sldMk cId="361363223" sldId="322"/>
            <ac:spMk id="19" creationId="{3E379C21-AF4C-D26F-026A-4A037A92C961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8:20.860" v="20008" actId="20577"/>
          <ac:spMkLst>
            <pc:docMk/>
            <pc:sldMk cId="361363223" sldId="322"/>
            <ac:spMk id="20" creationId="{BD534A53-BBCA-8B4C-F223-C3D9E76B47D9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6:55.091" v="19930" actId="20577"/>
          <ac:spMkLst>
            <pc:docMk/>
            <pc:sldMk cId="361363223" sldId="322"/>
            <ac:spMk id="73" creationId="{A1194987-1D7D-C5EC-D47F-DE9A215E4734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8:25.152" v="20021" actId="20577"/>
          <ac:spMkLst>
            <pc:docMk/>
            <pc:sldMk cId="361363223" sldId="322"/>
            <ac:spMk id="85" creationId="{8A41EEB3-0A52-F78F-236F-D3AA59F99BDB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8:34.756" v="20038" actId="20577"/>
          <ac:spMkLst>
            <pc:docMk/>
            <pc:sldMk cId="361363223" sldId="322"/>
            <ac:spMk id="86" creationId="{F740294B-3FF1-CCA6-BF76-B882C5ED8451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8:39.245" v="20052" actId="20577"/>
          <ac:spMkLst>
            <pc:docMk/>
            <pc:sldMk cId="361363223" sldId="322"/>
            <ac:spMk id="87" creationId="{3697689D-D0F6-AF8B-9379-19D99873B322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8:44.215" v="20065" actId="20577"/>
          <ac:spMkLst>
            <pc:docMk/>
            <pc:sldMk cId="361363223" sldId="322"/>
            <ac:spMk id="88" creationId="{6676B8BB-1BC8-BB83-964B-1726636D7D43}"/>
          </ac:spMkLst>
        </pc:spChg>
      </pc:sldChg>
      <pc:sldChg chg="addSp modSp mod">
        <pc:chgData name="Blumenstein, Michelle (DI PA ST&amp;T TI PD)" userId="9904fd32-60ec-40a4-b162-4f64e6b29345" providerId="ADAL" clId="{1341A292-8CA6-4847-973D-108E4553EE2D}" dt="2026-08-21T21:00:30.471" v="20112" actId="167"/>
        <pc:sldMkLst>
          <pc:docMk/>
          <pc:sldMk cId="3468561977" sldId="323"/>
        </pc:sldMkLst>
        <pc:spChg chg="mod">
          <ac:chgData name="Blumenstein, Michelle (DI PA ST&amp;T TI PD)" userId="9904fd32-60ec-40a4-b162-4f64e6b29345" providerId="ADAL" clId="{1341A292-8CA6-4847-973D-108E4553EE2D}" dt="2026-08-21T20:59:32.992" v="20079" actId="20577"/>
          <ac:spMkLst>
            <pc:docMk/>
            <pc:sldMk cId="3468561977" sldId="323"/>
            <ac:spMk id="5" creationId="{F651F69D-6B02-FE3D-B133-8C4AD524442E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9:38.811" v="20081" actId="6549"/>
          <ac:spMkLst>
            <pc:docMk/>
            <pc:sldMk cId="3468561977" sldId="323"/>
            <ac:spMk id="6" creationId="{9D5EC5CA-C568-C8EE-52EC-218C3D41F2C4}"/>
          </ac:spMkLst>
        </pc:spChg>
        <pc:spChg chg="add mod ord">
          <ac:chgData name="Blumenstein, Michelle (DI PA ST&amp;T TI PD)" userId="9904fd32-60ec-40a4-b162-4f64e6b29345" providerId="ADAL" clId="{1341A292-8CA6-4847-973D-108E4553EE2D}" dt="2026-08-21T21:00:30.471" v="20112" actId="167"/>
          <ac:spMkLst>
            <pc:docMk/>
            <pc:sldMk cId="3468561977" sldId="323"/>
            <ac:spMk id="7" creationId="{6F8E8AFD-E5ED-2CFB-5E15-9A6097975381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9:45.168" v="20084" actId="20577"/>
          <ac:spMkLst>
            <pc:docMk/>
            <pc:sldMk cId="3468561977" sldId="323"/>
            <ac:spMk id="28" creationId="{EF31C790-D56D-35D3-0FEC-91FF1F61E5B7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9:49.410" v="20086" actId="20577"/>
          <ac:spMkLst>
            <pc:docMk/>
            <pc:sldMk cId="3468561977" sldId="323"/>
            <ac:spMk id="37" creationId="{C882932C-E3B1-E9A0-F037-2619F227A50B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9:53.731" v="20098" actId="20577"/>
          <ac:spMkLst>
            <pc:docMk/>
            <pc:sldMk cId="3468561977" sldId="323"/>
            <ac:spMk id="38" creationId="{9E973606-8316-C2A1-DA09-CCDAB6B384E8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9:58.119" v="20106" actId="20577"/>
          <ac:spMkLst>
            <pc:docMk/>
            <pc:sldMk cId="3468561977" sldId="323"/>
            <ac:spMk id="43" creationId="{5951841B-FCC9-7E3E-BEF5-8C0061E12F3D}"/>
          </ac:spMkLst>
        </pc:spChg>
      </pc:sldChg>
      <pc:sldChg chg="addSp modSp mod">
        <pc:chgData name="Blumenstein, Michelle (DI PA ST&amp;T TI PD)" userId="9904fd32-60ec-40a4-b162-4f64e6b29345" providerId="ADAL" clId="{1341A292-8CA6-4847-973D-108E4553EE2D}" dt="2026-08-21T20:51:55.332" v="19885" actId="20577"/>
        <pc:sldMkLst>
          <pc:docMk/>
          <pc:sldMk cId="1506526069" sldId="332"/>
        </pc:sldMkLst>
        <pc:spChg chg="mod">
          <ac:chgData name="Blumenstein, Michelle (DI PA ST&amp;T TI PD)" userId="9904fd32-60ec-40a4-b162-4f64e6b29345" providerId="ADAL" clId="{1341A292-8CA6-4847-973D-108E4553EE2D}" dt="2026-08-21T20:51:39.239" v="19862" actId="1038"/>
          <ac:spMkLst>
            <pc:docMk/>
            <pc:sldMk cId="1506526069" sldId="332"/>
            <ac:spMk id="10" creationId="{5D991025-4914-C8F7-DCEC-DD78FFC200BF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1:29.621" v="19856" actId="20577"/>
          <ac:spMkLst>
            <pc:docMk/>
            <pc:sldMk cId="1506526069" sldId="332"/>
            <ac:spMk id="17" creationId="{79860AED-D9B4-303A-3170-8C9794BA4B15}"/>
          </ac:spMkLst>
        </pc:spChg>
        <pc:spChg chg="add mod ord">
          <ac:chgData name="Blumenstein, Michelle (DI PA ST&amp;T TI PD)" userId="9904fd32-60ec-40a4-b162-4f64e6b29345" providerId="ADAL" clId="{1341A292-8CA6-4847-973D-108E4553EE2D}" dt="2026-08-21T20:50:53.751" v="19803" actId="167"/>
          <ac:spMkLst>
            <pc:docMk/>
            <pc:sldMk cId="1506526069" sldId="332"/>
            <ac:spMk id="18" creationId="{40190602-3E65-1DF8-AE6C-89B20BAA91F3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1:55.332" v="19885" actId="20577"/>
          <ac:spMkLst>
            <pc:docMk/>
            <pc:sldMk cId="1506526069" sldId="332"/>
            <ac:spMk id="26" creationId="{5C798041-29C0-014E-154F-E176B57A3841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1:10.532" v="19830" actId="20577"/>
          <ac:spMkLst>
            <pc:docMk/>
            <pc:sldMk cId="1506526069" sldId="332"/>
            <ac:spMk id="478" creationId="{8C58E5C7-5EE7-077E-E87D-F0CE4B0567EA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1:23.271" v="19846" actId="20577"/>
          <ac:spMkLst>
            <pc:docMk/>
            <pc:sldMk cId="1506526069" sldId="332"/>
            <ac:spMk id="479" creationId="{8535F9BB-D776-327B-E940-4C03FB7808F5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1:45.949" v="19873" actId="20577"/>
          <ac:spMkLst>
            <pc:docMk/>
            <pc:sldMk cId="1506526069" sldId="332"/>
            <ac:spMk id="480" creationId="{CFF47E7F-467C-C8EF-CFBD-3180A69D7BAF}"/>
          </ac:spMkLst>
        </pc:spChg>
        <pc:spChg chg="mod">
          <ac:chgData name="Blumenstein, Michelle (DI PA ST&amp;T TI PD)" userId="9904fd32-60ec-40a4-b162-4f64e6b29345" providerId="ADAL" clId="{1341A292-8CA6-4847-973D-108E4553EE2D}" dt="2026-08-21T20:51:02.819" v="19819" actId="20577"/>
          <ac:spMkLst>
            <pc:docMk/>
            <pc:sldMk cId="1506526069" sldId="332"/>
            <ac:spMk id="486" creationId="{5B615A76-0C3C-1095-21BF-E48537566C5B}"/>
          </ac:spMkLst>
        </pc:spChg>
      </pc:sldChg>
      <pc:sldChg chg="addSp delSp modSp mod">
        <pc:chgData name="Blumenstein, Michelle (DI PA ST&amp;T TI PD)" userId="9904fd32-60ec-40a4-b162-4f64e6b29345" providerId="ADAL" clId="{1341A292-8CA6-4847-973D-108E4553EE2D}" dt="2026-08-24T09:38:23.131" v="20984" actId="478"/>
        <pc:sldMkLst>
          <pc:docMk/>
          <pc:sldMk cId="1520359938" sldId="337"/>
        </pc:sldMkLst>
        <pc:spChg chg="add del mod ord">
          <ac:chgData name="Blumenstein, Michelle (DI PA ST&amp;T TI PD)" userId="9904fd32-60ec-40a4-b162-4f64e6b29345" providerId="ADAL" clId="{1341A292-8CA6-4847-973D-108E4553EE2D}" dt="2026-08-24T09:38:23.131" v="20984" actId="478"/>
          <ac:spMkLst>
            <pc:docMk/>
            <pc:sldMk cId="1520359938" sldId="337"/>
            <ac:spMk id="3" creationId="{87EC5B2D-3533-30D2-0BFD-1C3AB8F8A30F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18:35.853" v="20425" actId="20577"/>
          <ac:spMkLst>
            <pc:docMk/>
            <pc:sldMk cId="1520359938" sldId="337"/>
            <ac:spMk id="21" creationId="{C667C630-7E65-64FB-D55D-B7100CF3C87A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18:44.341" v="20445" actId="20577"/>
          <ac:spMkLst>
            <pc:docMk/>
            <pc:sldMk cId="1520359938" sldId="337"/>
            <ac:spMk id="70" creationId="{C517AF0C-AF24-F584-8604-056259C3FEB5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18:56.583" v="20464" actId="6549"/>
          <ac:spMkLst>
            <pc:docMk/>
            <pc:sldMk cId="1520359938" sldId="337"/>
            <ac:spMk id="73" creationId="{7E5FCD7C-F354-6169-9411-F4392DF5D383}"/>
          </ac:spMkLst>
        </pc:spChg>
      </pc:sldChg>
      <pc:sldChg chg="addSp modSp mod">
        <pc:chgData name="Blumenstein, Michelle (DI PA ST&amp;T TI PD)" userId="9904fd32-60ec-40a4-b162-4f64e6b29345" providerId="ADAL" clId="{1341A292-8CA6-4847-973D-108E4553EE2D}" dt="2026-08-24T09:39:23.935" v="20988" actId="14100"/>
        <pc:sldMkLst>
          <pc:docMk/>
          <pc:sldMk cId="4112162732" sldId="339"/>
        </pc:sldMkLst>
        <pc:spChg chg="mod">
          <ac:chgData name="Blumenstein, Michelle (DI PA ST&amp;T TI PD)" userId="9904fd32-60ec-40a4-b162-4f64e6b29345" providerId="ADAL" clId="{1341A292-8CA6-4847-973D-108E4553EE2D}" dt="2026-08-21T21:22:32.812" v="20664" actId="14100"/>
          <ac:spMkLst>
            <pc:docMk/>
            <pc:sldMk cId="4112162732" sldId="339"/>
            <ac:spMk id="4" creationId="{78893919-366A-BBD2-81E4-708BDB80FEE3}"/>
          </ac:spMkLst>
        </pc:spChg>
        <pc:spChg chg="add mod ord">
          <ac:chgData name="Blumenstein, Michelle (DI PA ST&amp;T TI PD)" userId="9904fd32-60ec-40a4-b162-4f64e6b29345" providerId="ADAL" clId="{1341A292-8CA6-4847-973D-108E4553EE2D}" dt="2026-08-24T09:39:23.935" v="20988" actId="14100"/>
          <ac:spMkLst>
            <pc:docMk/>
            <pc:sldMk cId="4112162732" sldId="339"/>
            <ac:spMk id="7" creationId="{D1DB7A3C-7AF3-6524-99F5-73520D10A7E4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20:00.589" v="20540" actId="3064"/>
          <ac:spMkLst>
            <pc:docMk/>
            <pc:sldMk cId="4112162732" sldId="339"/>
            <ac:spMk id="26" creationId="{107AE424-BF94-B00B-ACBB-DDEE9CFFF931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19:29.942" v="20468" actId="20577"/>
          <ac:spMkLst>
            <pc:docMk/>
            <pc:sldMk cId="4112162732" sldId="339"/>
            <ac:spMk id="37" creationId="{5222B415-68B8-6C92-5B97-6858D7FCD9D8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22:32.812" v="20664" actId="14100"/>
          <ac:spMkLst>
            <pc:docMk/>
            <pc:sldMk cId="4112162732" sldId="339"/>
            <ac:spMk id="40" creationId="{E12EE8C3-BA97-B4A2-93CB-DD7D0174DD06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22:32.812" v="20664" actId="14100"/>
          <ac:spMkLst>
            <pc:docMk/>
            <pc:sldMk cId="4112162732" sldId="339"/>
            <ac:spMk id="51" creationId="{D103E46A-92F0-791E-D7A7-95DCC0D189DE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22:32.812" v="20664" actId="14100"/>
          <ac:spMkLst>
            <pc:docMk/>
            <pc:sldMk cId="4112162732" sldId="339"/>
            <ac:spMk id="61" creationId="{58605ECC-E87C-5595-A444-B9FA7B178BDF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22:32.812" v="20664" actId="14100"/>
          <ac:spMkLst>
            <pc:docMk/>
            <pc:sldMk cId="4112162732" sldId="339"/>
            <ac:spMk id="62" creationId="{61FC3AAD-4323-B280-6C6D-E872AA11E060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22:32.812" v="20664" actId="14100"/>
          <ac:spMkLst>
            <pc:docMk/>
            <pc:sldMk cId="4112162732" sldId="339"/>
            <ac:spMk id="65" creationId="{0BB9187A-C3D0-C861-2FA9-FF79F01F6014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22:32.812" v="20664" actId="14100"/>
          <ac:spMkLst>
            <pc:docMk/>
            <pc:sldMk cId="4112162732" sldId="339"/>
            <ac:spMk id="67" creationId="{947E3B54-37C7-48A9-3C92-F4C27DFA29BB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22:32.812" v="20664" actId="14100"/>
          <ac:spMkLst>
            <pc:docMk/>
            <pc:sldMk cId="4112162732" sldId="339"/>
            <ac:spMk id="68" creationId="{77D69DD5-02CC-E0AF-BF7F-03C35CD4A5BA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22:36.700" v="20665" actId="14100"/>
          <ac:spMkLst>
            <pc:docMk/>
            <pc:sldMk cId="4112162732" sldId="339"/>
            <ac:spMk id="76" creationId="{FD226293-6542-DA7D-6D12-F1DE03F48DCE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22:32.812" v="20664" actId="14100"/>
          <ac:spMkLst>
            <pc:docMk/>
            <pc:sldMk cId="4112162732" sldId="339"/>
            <ac:spMk id="77" creationId="{A54D8E86-FAE8-6D4C-88D5-2BA34FC6DBDD}"/>
          </ac:spMkLst>
        </pc:spChg>
      </pc:sldChg>
      <pc:sldChg chg="modSp mod">
        <pc:chgData name="Blumenstein, Michelle (DI PA ST&amp;T TI PD)" userId="9904fd32-60ec-40a4-b162-4f64e6b29345" providerId="ADAL" clId="{1341A292-8CA6-4847-973D-108E4553EE2D}" dt="2026-08-21T21:38:51.093" v="20673" actId="20577"/>
        <pc:sldMkLst>
          <pc:docMk/>
          <pc:sldMk cId="8721626" sldId="340"/>
        </pc:sldMkLst>
        <pc:spChg chg="mod">
          <ac:chgData name="Blumenstein, Michelle (DI PA ST&amp;T TI PD)" userId="9904fd32-60ec-40a4-b162-4f64e6b29345" providerId="ADAL" clId="{1341A292-8CA6-4847-973D-108E4553EE2D}" dt="2026-08-21T21:38:42.662" v="20667" actId="122"/>
          <ac:spMkLst>
            <pc:docMk/>
            <pc:sldMk cId="8721626" sldId="340"/>
            <ac:spMk id="3" creationId="{2A4B69D1-579C-E323-1537-24C8F220D241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38:45.691" v="20669" actId="20577"/>
          <ac:spMkLst>
            <pc:docMk/>
            <pc:sldMk cId="8721626" sldId="340"/>
            <ac:spMk id="20" creationId="{E13C15CC-E70E-2761-E276-FA2D1ED84A69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38:48.607" v="20671" actId="20577"/>
          <ac:spMkLst>
            <pc:docMk/>
            <pc:sldMk cId="8721626" sldId="340"/>
            <ac:spMk id="21" creationId="{F4109622-BFD0-2EA2-C88B-189891192EBB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38:51.093" v="20673" actId="20577"/>
          <ac:spMkLst>
            <pc:docMk/>
            <pc:sldMk cId="8721626" sldId="340"/>
            <ac:spMk id="22" creationId="{01860687-BCBC-1D2D-278C-72280DA5C7AE}"/>
          </ac:spMkLst>
        </pc:spChg>
      </pc:sldChg>
      <pc:sldChg chg="addSp modSp mod">
        <pc:chgData name="Blumenstein, Michelle (DI PA ST&amp;T TI PD)" userId="9904fd32-60ec-40a4-b162-4f64e6b29345" providerId="ADAL" clId="{1341A292-8CA6-4847-973D-108E4553EE2D}" dt="2026-08-21T21:41:48.506" v="20709" actId="14100"/>
        <pc:sldMkLst>
          <pc:docMk/>
          <pc:sldMk cId="108068065" sldId="341"/>
        </pc:sldMkLst>
        <pc:spChg chg="mod">
          <ac:chgData name="Blumenstein, Michelle (DI PA ST&amp;T TI PD)" userId="9904fd32-60ec-40a4-b162-4f64e6b29345" providerId="ADAL" clId="{1341A292-8CA6-4847-973D-108E4553EE2D}" dt="2026-08-21T21:39:29.808" v="20677" actId="20577"/>
          <ac:spMkLst>
            <pc:docMk/>
            <pc:sldMk cId="108068065" sldId="341"/>
            <ac:spMk id="3" creationId="{B308558F-38F2-71EF-9071-D6BD35396F3F}"/>
          </ac:spMkLst>
        </pc:spChg>
        <pc:spChg chg="add mod ord">
          <ac:chgData name="Blumenstein, Michelle (DI PA ST&amp;T TI PD)" userId="9904fd32-60ec-40a4-b162-4f64e6b29345" providerId="ADAL" clId="{1341A292-8CA6-4847-973D-108E4553EE2D}" dt="2026-08-21T21:41:48.506" v="20709" actId="14100"/>
          <ac:spMkLst>
            <pc:docMk/>
            <pc:sldMk cId="108068065" sldId="341"/>
            <ac:spMk id="4" creationId="{7C636FA5-7BF9-8980-B60E-89A501604A4C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39:36.744" v="20680" actId="20577"/>
          <ac:spMkLst>
            <pc:docMk/>
            <pc:sldMk cId="108068065" sldId="341"/>
            <ac:spMk id="48" creationId="{6021FA53-78AF-2CAF-08F2-0CA90BAA6712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39:39.268" v="20682" actId="20577"/>
          <ac:spMkLst>
            <pc:docMk/>
            <pc:sldMk cId="108068065" sldId="341"/>
            <ac:spMk id="53" creationId="{FDF96425-2888-D027-939F-7FD609A18195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39:41.733" v="20684" actId="20577"/>
          <ac:spMkLst>
            <pc:docMk/>
            <pc:sldMk cId="108068065" sldId="341"/>
            <ac:spMk id="57" creationId="{2F3F18BF-755A-E86F-E026-8D66BF6E13FF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39:33.881" v="20678"/>
          <ac:spMkLst>
            <pc:docMk/>
            <pc:sldMk cId="108068065" sldId="341"/>
            <ac:spMk id="61" creationId="{EF4A824A-C9CE-D114-82C1-5264A561CBD2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39:46.175" v="20688" actId="20577"/>
          <ac:spMkLst>
            <pc:docMk/>
            <pc:sldMk cId="108068065" sldId="341"/>
            <ac:spMk id="62" creationId="{0137DECC-AE7F-CEBB-7EC8-03C0EA9C4E5B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39:50.580" v="20692" actId="20577"/>
          <ac:spMkLst>
            <pc:docMk/>
            <pc:sldMk cId="108068065" sldId="341"/>
            <ac:spMk id="63" creationId="{7202F0D9-B14E-C543-E2DB-59FFA0BC4267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39:53.914" v="20696" actId="20577"/>
          <ac:spMkLst>
            <pc:docMk/>
            <pc:sldMk cId="108068065" sldId="341"/>
            <ac:spMk id="64" creationId="{50C0F96D-9E71-0A9E-9801-3954CC7EA00A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39:58.716" v="20697" actId="6549"/>
          <ac:spMkLst>
            <pc:docMk/>
            <pc:sldMk cId="108068065" sldId="341"/>
            <ac:spMk id="115" creationId="{C74639D2-92DD-1463-FF79-796A9C065EF3}"/>
          </ac:spMkLst>
        </pc:spChg>
        <pc:spChg chg="mod">
          <ac:chgData name="Blumenstein, Michelle (DI PA ST&amp;T TI PD)" userId="9904fd32-60ec-40a4-b162-4f64e6b29345" providerId="ADAL" clId="{1341A292-8CA6-4847-973D-108E4553EE2D}" dt="2026-08-21T21:40:01.226" v="20698" actId="20577"/>
          <ac:spMkLst>
            <pc:docMk/>
            <pc:sldMk cId="108068065" sldId="341"/>
            <ac:spMk id="116" creationId="{49F01811-01A9-22CD-F4B8-543F7C013718}"/>
          </ac:spMkLst>
        </pc:spChg>
      </pc:sldChg>
      <pc:sldChg chg="addSp modSp mod ord">
        <pc:chgData name="Blumenstein, Michelle (DI PA ST&amp;T TI PD)" userId="9904fd32-60ec-40a4-b162-4f64e6b29345" providerId="ADAL" clId="{1341A292-8CA6-4847-973D-108E4553EE2D}" dt="2026-08-24T09:36:36.936" v="20983" actId="5736"/>
        <pc:sldMkLst>
          <pc:docMk/>
          <pc:sldMk cId="1414176262" sldId="362"/>
        </pc:sldMkLst>
        <pc:spChg chg="mod">
          <ac:chgData name="Blumenstein, Michelle (DI PA ST&amp;T TI PD)" userId="9904fd32-60ec-40a4-b162-4f64e6b29345" providerId="ADAL" clId="{1341A292-8CA6-4847-973D-108E4553EE2D}" dt="2026-08-24T09:36:36.936" v="20983" actId="5736"/>
          <ac:spMkLst>
            <pc:docMk/>
            <pc:sldMk cId="1414176262" sldId="362"/>
            <ac:spMk id="5" creationId="{99012076-4EFF-7579-3A7E-A18750CC2336}"/>
          </ac:spMkLst>
        </pc:spChg>
        <pc:spChg chg="mod">
          <ac:chgData name="Blumenstein, Michelle (DI PA ST&amp;T TI PD)" userId="9904fd32-60ec-40a4-b162-4f64e6b29345" providerId="ADAL" clId="{1341A292-8CA6-4847-973D-108E4553EE2D}" dt="2026-08-24T09:36:36.936" v="20983" actId="5736"/>
          <ac:spMkLst>
            <pc:docMk/>
            <pc:sldMk cId="1414176262" sldId="362"/>
            <ac:spMk id="6" creationId="{DF41E3C7-AE5B-F104-327C-D32871C7E503}"/>
          </ac:spMkLst>
        </pc:spChg>
        <pc:spChg chg="mod">
          <ac:chgData name="Blumenstein, Michelle (DI PA ST&amp;T TI PD)" userId="9904fd32-60ec-40a4-b162-4f64e6b29345" providerId="ADAL" clId="{1341A292-8CA6-4847-973D-108E4553EE2D}" dt="2026-08-24T09:36:36.936" v="20983" actId="5736"/>
          <ac:spMkLst>
            <pc:docMk/>
            <pc:sldMk cId="1414176262" sldId="362"/>
            <ac:spMk id="7" creationId="{DC5542AE-7A74-2FBC-2FCD-6F4B711E5F36}"/>
          </ac:spMkLst>
        </pc:spChg>
        <pc:spChg chg="mod">
          <ac:chgData name="Blumenstein, Michelle (DI PA ST&amp;T TI PD)" userId="9904fd32-60ec-40a4-b162-4f64e6b29345" providerId="ADAL" clId="{1341A292-8CA6-4847-973D-108E4553EE2D}" dt="2026-08-24T09:36:36.936" v="20983" actId="5736"/>
          <ac:spMkLst>
            <pc:docMk/>
            <pc:sldMk cId="1414176262" sldId="362"/>
            <ac:spMk id="8" creationId="{E247EF01-9D1A-7E33-E391-F75988E2ECCA}"/>
          </ac:spMkLst>
        </pc:spChg>
        <pc:spChg chg="mod">
          <ac:chgData name="Blumenstein, Michelle (DI PA ST&amp;T TI PD)" userId="9904fd32-60ec-40a4-b162-4f64e6b29345" providerId="ADAL" clId="{1341A292-8CA6-4847-973D-108E4553EE2D}" dt="2026-08-24T09:36:36.936" v="20983" actId="5736"/>
          <ac:spMkLst>
            <pc:docMk/>
            <pc:sldMk cId="1414176262" sldId="362"/>
            <ac:spMk id="9" creationId="{52C1B97F-C6BF-B75A-E418-4BAF6599A89E}"/>
          </ac:spMkLst>
        </pc:spChg>
        <pc:spChg chg="add mod ord">
          <ac:chgData name="Blumenstein, Michelle (DI PA ST&amp;T TI PD)" userId="9904fd32-60ec-40a4-b162-4f64e6b29345" providerId="ADAL" clId="{1341A292-8CA6-4847-973D-108E4553EE2D}" dt="2026-08-24T09:36:36.936" v="20983" actId="5736"/>
          <ac:spMkLst>
            <pc:docMk/>
            <pc:sldMk cId="1414176262" sldId="362"/>
            <ac:spMk id="10" creationId="{303D8D48-C888-508C-3DF3-34418A4FD127}"/>
          </ac:spMkLst>
        </pc:spChg>
        <pc:graphicFrameChg chg="mod modGraphic">
          <ac:chgData name="Blumenstein, Michelle (DI PA ST&amp;T TI PD)" userId="9904fd32-60ec-40a4-b162-4f64e6b29345" providerId="ADAL" clId="{1341A292-8CA6-4847-973D-108E4553EE2D}" dt="2026-08-24T09:36:36.936" v="20983" actId="5736"/>
          <ac:graphicFrameMkLst>
            <pc:docMk/>
            <pc:sldMk cId="1414176262" sldId="362"/>
            <ac:graphicFrameMk id="3" creationId="{96B6A1A5-70D8-D72B-62CE-7AB5F64F0E14}"/>
          </ac:graphicFrameMkLst>
        </pc:graphicFrameChg>
        <pc:graphicFrameChg chg="mod modGraphic">
          <ac:chgData name="Blumenstein, Michelle (DI PA ST&amp;T TI PD)" userId="9904fd32-60ec-40a4-b162-4f64e6b29345" providerId="ADAL" clId="{1341A292-8CA6-4847-973D-108E4553EE2D}" dt="2026-08-24T09:36:36.936" v="20983" actId="5736"/>
          <ac:graphicFrameMkLst>
            <pc:docMk/>
            <pc:sldMk cId="1414176262" sldId="362"/>
            <ac:graphicFrameMk id="4" creationId="{2BA8E68C-D137-9400-C688-810002FF769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F61D14-3E32-3647-89CB-8FAE8269FEA9}" type="datetimeFigureOut">
              <a:rPr lang="de-DE" smtClean="0"/>
              <a:t>24.08.2026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D5D1E-0332-5B47-A3CC-A4A31387838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0444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0" y="6511636"/>
            <a:ext cx="12192000" cy="346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Dokument 13">
            <a:extLst>
              <a:ext uri="{FF2B5EF4-FFF2-40B4-BE49-F238E27FC236}">
                <a16:creationId xmlns:a16="http://schemas.microsoft.com/office/drawing/2014/main" id="{F9005855-30A0-1345-9115-64481C23E18B}"/>
              </a:ext>
            </a:extLst>
          </p:cNvPr>
          <p:cNvSpPr/>
          <p:nvPr userDrawn="1"/>
        </p:nvSpPr>
        <p:spPr>
          <a:xfrm>
            <a:off x="0" y="1174432"/>
            <a:ext cx="12192000" cy="5157787"/>
          </a:xfrm>
          <a:prstGeom prst="flowChartDocument">
            <a:avLst/>
          </a:prstGeom>
          <a:gradFill>
            <a:gsLst>
              <a:gs pos="5000">
                <a:schemeClr val="bg1"/>
              </a:gs>
              <a:gs pos="40000">
                <a:srgbClr val="C70E56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Dokument 7">
            <a:extLst>
              <a:ext uri="{FF2B5EF4-FFF2-40B4-BE49-F238E27FC236}">
                <a16:creationId xmlns:a16="http://schemas.microsoft.com/office/drawing/2014/main" id="{B46D8E2B-64B0-ED48-A38C-74AA90A8F3E4}"/>
              </a:ext>
            </a:extLst>
          </p:cNvPr>
          <p:cNvSpPr/>
          <p:nvPr userDrawn="1"/>
        </p:nvSpPr>
        <p:spPr>
          <a:xfrm>
            <a:off x="0" y="0"/>
            <a:ext cx="12192000" cy="6275070"/>
          </a:xfrm>
          <a:prstGeom prst="flowChartDocumen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>
              <a:solidFill>
                <a:srgbClr val="695C5D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7999" y="3479602"/>
            <a:ext cx="11030857" cy="831424"/>
          </a:xfrm>
          <a:prstGeom prst="rect">
            <a:avLst/>
          </a:prstGeom>
        </p:spPr>
        <p:txBody>
          <a:bodyPr lIns="288000" tIns="0" rIns="0" bIns="0" anchor="ctr">
            <a:normAutofit/>
          </a:bodyPr>
          <a:lstStyle>
            <a:lvl1pPr algn="l">
              <a:defRPr sz="6000" b="0" i="0">
                <a:solidFill>
                  <a:srgbClr val="695C5D"/>
                </a:solidFill>
                <a:latin typeface="Calibri" panose="020F0502020204030204" pitchFamily="34" charset="0"/>
                <a:ea typeface="Helvetica Neue Light" panose="020004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07999" y="4425507"/>
            <a:ext cx="6510021" cy="1059951"/>
          </a:xfrm>
          <a:prstGeom prst="rect">
            <a:avLst/>
          </a:prstGeom>
        </p:spPr>
        <p:txBody>
          <a:bodyPr lIns="288000" tIns="0" rIns="0" bIns="0" anchor="t">
            <a:normAutofit/>
          </a:bodyPr>
          <a:lstStyle>
            <a:lvl1pPr marL="0" indent="0" algn="l">
              <a:buNone/>
              <a:defRPr sz="3200" b="0" i="0">
                <a:solidFill>
                  <a:srgbClr val="695C5D"/>
                </a:solidFill>
                <a:latin typeface="+mj-lt"/>
                <a:ea typeface="Helvetica Neue Thin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/>
              <a:t>Master-Untertitelformat bearbeiten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D24622F-5F41-FA40-B70D-04BA327C6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4998" y="5635216"/>
            <a:ext cx="1467835" cy="105439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D96D106-2CAB-3B4E-8851-E4B82B9EAF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822" y="378103"/>
            <a:ext cx="1252221" cy="753598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6A031E2B-55FF-7845-9604-7E37ABF48572}"/>
              </a:ext>
            </a:extLst>
          </p:cNvPr>
          <p:cNvSpPr/>
          <p:nvPr userDrawn="1"/>
        </p:nvSpPr>
        <p:spPr>
          <a:xfrm>
            <a:off x="558143" y="1044904"/>
            <a:ext cx="2893806" cy="307777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de-DE" sz="1400" b="1" i="0" noProof="0" dirty="0">
                <a:solidFill>
                  <a:srgbClr val="9C9289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Institut für Automatisierungstechnik</a:t>
            </a:r>
            <a:endParaRPr lang="de-DE" sz="1400" b="1" i="0" dirty="0">
              <a:solidFill>
                <a:srgbClr val="9C9289"/>
              </a:solidFill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291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77373" y="1005840"/>
            <a:ext cx="11405656" cy="5316903"/>
          </a:xfrm>
          <a:prstGeom prst="rect">
            <a:avLst/>
          </a:prstGeom>
        </p:spPr>
        <p:txBody>
          <a:bodyPr>
            <a:normAutofit/>
          </a:bodyPr>
          <a:lstStyle>
            <a:lvl1pPr marL="300600" indent="-300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400" b="0" i="0">
                <a:solidFill>
                  <a:srgbClr val="695C5D"/>
                </a:solidFill>
                <a:latin typeface="+mn-lt"/>
                <a:ea typeface="Helvetica Neue Light" charset="0"/>
                <a:cs typeface="Helvetica Neue Light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Helvetica Neue Light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Helvetica Neue Light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Helvetica Neue Light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Helvetica Neue Light" charset="0"/>
              </a:defRPr>
            </a:lvl5pPr>
          </a:lstStyle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Titel 7">
            <a:extLst>
              <a:ext uri="{FF2B5EF4-FFF2-40B4-BE49-F238E27FC236}">
                <a16:creationId xmlns:a16="http://schemas.microsoft.com/office/drawing/2014/main" id="{9B514113-0BB9-BF45-ACD9-16F1F228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3" y="137885"/>
            <a:ext cx="10385362" cy="69668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 b="0" i="0">
                <a:solidFill>
                  <a:srgbClr val="695C5D"/>
                </a:solidFill>
                <a:latin typeface="+mn-lt"/>
                <a:ea typeface="Helvetica Neue Light" charset="0"/>
                <a:cs typeface="Helvetica Neue Light" charset="0"/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5224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/>
          <p:cNvSpPr>
            <a:spLocks noGrp="1"/>
          </p:cNvSpPr>
          <p:nvPr>
            <p:ph idx="10" hasCustomPrompt="1"/>
          </p:nvPr>
        </p:nvSpPr>
        <p:spPr>
          <a:xfrm>
            <a:off x="6235700" y="1013589"/>
            <a:ext cx="5547328" cy="5316903"/>
          </a:xfrm>
          <a:prstGeom prst="rect">
            <a:avLst/>
          </a:prstGeom>
        </p:spPr>
        <p:txBody>
          <a:bodyPr>
            <a:normAutofit/>
          </a:bodyPr>
          <a:lstStyle>
            <a:lvl1pPr marL="300600" indent="-300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D81AB9AA-9DBC-8242-BBB7-46BF2FB92E0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77373" y="1005840"/>
            <a:ext cx="5547328" cy="5316903"/>
          </a:xfrm>
          <a:prstGeom prst="rect">
            <a:avLst/>
          </a:prstGeom>
        </p:spPr>
        <p:txBody>
          <a:bodyPr>
            <a:normAutofit/>
          </a:bodyPr>
          <a:lstStyle>
            <a:lvl1pPr marL="300600" indent="-300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Titel 7">
            <a:extLst>
              <a:ext uri="{FF2B5EF4-FFF2-40B4-BE49-F238E27FC236}">
                <a16:creationId xmlns:a16="http://schemas.microsoft.com/office/drawing/2014/main" id="{DD2EDDA4-5BA6-984F-BB17-290893374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3" y="137885"/>
            <a:ext cx="10385362" cy="69668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 b="0" i="0">
                <a:solidFill>
                  <a:srgbClr val="695C5D"/>
                </a:solidFill>
                <a:latin typeface="+mn-lt"/>
                <a:ea typeface="Helvetica Neue Light" charset="0"/>
                <a:cs typeface="Helvetica Neue Light" charset="0"/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zweispaltig_mit_Ü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/>
          <p:cNvSpPr>
            <a:spLocks noGrp="1"/>
          </p:cNvSpPr>
          <p:nvPr>
            <p:ph idx="10" hasCustomPrompt="1"/>
          </p:nvPr>
        </p:nvSpPr>
        <p:spPr>
          <a:xfrm>
            <a:off x="6235700" y="1561253"/>
            <a:ext cx="5038852" cy="4807210"/>
          </a:xfrm>
          <a:prstGeom prst="rect">
            <a:avLst/>
          </a:prstGeom>
        </p:spPr>
        <p:txBody>
          <a:bodyPr>
            <a:normAutofit/>
          </a:bodyPr>
          <a:lstStyle>
            <a:lvl1pPr marL="300600" indent="-300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D81AB9AA-9DBC-8242-BBB7-46BF2FB92E0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77373" y="1561253"/>
            <a:ext cx="5038852" cy="4807210"/>
          </a:xfrm>
          <a:prstGeom prst="rect">
            <a:avLst/>
          </a:prstGeom>
        </p:spPr>
        <p:txBody>
          <a:bodyPr>
            <a:normAutofit/>
          </a:bodyPr>
          <a:lstStyle>
            <a:lvl1pPr marL="300600" indent="-300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Titel 7">
            <a:extLst>
              <a:ext uri="{FF2B5EF4-FFF2-40B4-BE49-F238E27FC236}">
                <a16:creationId xmlns:a16="http://schemas.microsoft.com/office/drawing/2014/main" id="{DD2EDDA4-5BA6-984F-BB17-290893374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3" y="137885"/>
            <a:ext cx="10385362" cy="69668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 b="0" i="0">
                <a:solidFill>
                  <a:srgbClr val="695C5D"/>
                </a:solidFill>
                <a:latin typeface="+mn-lt"/>
                <a:ea typeface="Helvetica Neue Light" charset="0"/>
                <a:cs typeface="Helvetica Neue Light" charset="0"/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19515346-5516-B34A-89E3-D285D59E773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35700" y="1010921"/>
            <a:ext cx="5038852" cy="48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None/>
              <a:defRPr sz="2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CBF5E6A-A95B-7E47-B364-04451A64C73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7373" y="1010921"/>
            <a:ext cx="5038852" cy="48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None/>
              <a:defRPr sz="2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C76DC493-288B-0142-ACBF-50E4AA4C03BD}"/>
              </a:ext>
            </a:extLst>
          </p:cNvPr>
          <p:cNvCxnSpPr>
            <a:cxnSpLocks/>
          </p:cNvCxnSpPr>
          <p:nvPr userDrawn="1"/>
        </p:nvCxnSpPr>
        <p:spPr>
          <a:xfrm>
            <a:off x="377373" y="1536531"/>
            <a:ext cx="5038852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39573D1E-D112-9E45-8833-750642899590}"/>
              </a:ext>
            </a:extLst>
          </p:cNvPr>
          <p:cNvCxnSpPr>
            <a:cxnSpLocks/>
          </p:cNvCxnSpPr>
          <p:nvPr userDrawn="1"/>
        </p:nvCxnSpPr>
        <p:spPr>
          <a:xfrm>
            <a:off x="6235700" y="1536531"/>
            <a:ext cx="5038852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662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_zweispaltig_mit_Ü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/>
          <p:cNvSpPr>
            <a:spLocks noGrp="1"/>
          </p:cNvSpPr>
          <p:nvPr>
            <p:ph idx="10" hasCustomPrompt="1"/>
          </p:nvPr>
        </p:nvSpPr>
        <p:spPr>
          <a:xfrm>
            <a:off x="4796849" y="1561253"/>
            <a:ext cx="6477704" cy="4807210"/>
          </a:xfrm>
          <a:prstGeom prst="rect">
            <a:avLst/>
          </a:prstGeom>
        </p:spPr>
        <p:txBody>
          <a:bodyPr>
            <a:normAutofit/>
          </a:bodyPr>
          <a:lstStyle>
            <a:lvl1pPr marL="300600" indent="-300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D81AB9AA-9DBC-8242-BBB7-46BF2FB92E0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77373" y="1561253"/>
            <a:ext cx="3600000" cy="4807210"/>
          </a:xfrm>
          <a:prstGeom prst="rect">
            <a:avLst/>
          </a:prstGeom>
        </p:spPr>
        <p:txBody>
          <a:bodyPr>
            <a:normAutofit/>
          </a:bodyPr>
          <a:lstStyle>
            <a:lvl1pPr marL="300600" indent="-300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Titel 7">
            <a:extLst>
              <a:ext uri="{FF2B5EF4-FFF2-40B4-BE49-F238E27FC236}">
                <a16:creationId xmlns:a16="http://schemas.microsoft.com/office/drawing/2014/main" id="{DD2EDDA4-5BA6-984F-BB17-290893374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3" y="137885"/>
            <a:ext cx="10385362" cy="69668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 b="0" i="0">
                <a:solidFill>
                  <a:srgbClr val="695C5D"/>
                </a:solidFill>
                <a:latin typeface="+mn-lt"/>
                <a:ea typeface="Helvetica Neue Light" charset="0"/>
                <a:cs typeface="Helvetica Neue Light" charset="0"/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19515346-5516-B34A-89E3-D285D59E773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796849" y="1010921"/>
            <a:ext cx="6477704" cy="48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None/>
              <a:defRPr sz="2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CBF5E6A-A95B-7E47-B364-04451A64C73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7373" y="1010921"/>
            <a:ext cx="3600000" cy="48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None/>
              <a:defRPr sz="2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C76DC493-288B-0142-ACBF-50E4AA4C03BD}"/>
              </a:ext>
            </a:extLst>
          </p:cNvPr>
          <p:cNvCxnSpPr>
            <a:cxnSpLocks/>
          </p:cNvCxnSpPr>
          <p:nvPr userDrawn="1"/>
        </p:nvCxnSpPr>
        <p:spPr>
          <a:xfrm>
            <a:off x="377373" y="1536531"/>
            <a:ext cx="360000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39573D1E-D112-9E45-8833-750642899590}"/>
              </a:ext>
            </a:extLst>
          </p:cNvPr>
          <p:cNvCxnSpPr>
            <a:cxnSpLocks/>
          </p:cNvCxnSpPr>
          <p:nvPr userDrawn="1"/>
        </p:nvCxnSpPr>
        <p:spPr>
          <a:xfrm>
            <a:off x="4796848" y="1536531"/>
            <a:ext cx="6477704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47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_zweispaltig_mit_Ü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/>
          <p:cNvSpPr>
            <a:spLocks noGrp="1"/>
          </p:cNvSpPr>
          <p:nvPr>
            <p:ph idx="10" hasCustomPrompt="1"/>
          </p:nvPr>
        </p:nvSpPr>
        <p:spPr>
          <a:xfrm>
            <a:off x="377373" y="1561253"/>
            <a:ext cx="6477704" cy="4807210"/>
          </a:xfrm>
          <a:prstGeom prst="rect">
            <a:avLst/>
          </a:prstGeom>
        </p:spPr>
        <p:txBody>
          <a:bodyPr>
            <a:normAutofit/>
          </a:bodyPr>
          <a:lstStyle>
            <a:lvl1pPr marL="300600" indent="-300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Titel 7">
            <a:extLst>
              <a:ext uri="{FF2B5EF4-FFF2-40B4-BE49-F238E27FC236}">
                <a16:creationId xmlns:a16="http://schemas.microsoft.com/office/drawing/2014/main" id="{DD2EDDA4-5BA6-984F-BB17-290893374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3" y="137885"/>
            <a:ext cx="10385362" cy="69668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 b="0" i="0">
                <a:solidFill>
                  <a:srgbClr val="695C5D"/>
                </a:solidFill>
                <a:latin typeface="+mn-lt"/>
                <a:ea typeface="Helvetica Neue Light" charset="0"/>
                <a:cs typeface="Helvetica Neue Light" charset="0"/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19515346-5516-B34A-89E3-D285D59E773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77373" y="1010921"/>
            <a:ext cx="6477704" cy="48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None/>
              <a:defRPr sz="2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39573D1E-D112-9E45-8833-750642899590}"/>
              </a:ext>
            </a:extLst>
          </p:cNvPr>
          <p:cNvCxnSpPr>
            <a:cxnSpLocks/>
          </p:cNvCxnSpPr>
          <p:nvPr userDrawn="1"/>
        </p:nvCxnSpPr>
        <p:spPr>
          <a:xfrm>
            <a:off x="377372" y="1536531"/>
            <a:ext cx="6477704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116B7CF-FBBF-4C5B-97F2-E9F151FE82C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674553" y="1561253"/>
            <a:ext cx="3600000" cy="4807210"/>
          </a:xfrm>
          <a:prstGeom prst="rect">
            <a:avLst/>
          </a:prstGeom>
        </p:spPr>
        <p:txBody>
          <a:bodyPr>
            <a:normAutofit/>
          </a:bodyPr>
          <a:lstStyle>
            <a:lvl1pPr marL="300600" indent="-300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B4DAA70-FF31-4DE9-930F-191F75463F2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674553" y="1010921"/>
            <a:ext cx="3600000" cy="48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None/>
              <a:defRPr sz="24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20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8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>
                <a:srgbClr val="BA1F4E"/>
              </a:buClr>
              <a:buFont typeface="Wingdings" pitchFamily="2" charset="2"/>
              <a:buChar char="§"/>
              <a:defRPr sz="1600" b="0" i="0">
                <a:solidFill>
                  <a:srgbClr val="695C5D"/>
                </a:solidFill>
                <a:latin typeface="+mn-lt"/>
                <a:ea typeface="Helvetica Neue Light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cxnSp>
        <p:nvCxnSpPr>
          <p:cNvPr id="13" name="Gerade Verbindung 9">
            <a:extLst>
              <a:ext uri="{FF2B5EF4-FFF2-40B4-BE49-F238E27FC236}">
                <a16:creationId xmlns:a16="http://schemas.microsoft.com/office/drawing/2014/main" id="{60550657-D74F-4565-9836-E7B766C6EE44}"/>
              </a:ext>
            </a:extLst>
          </p:cNvPr>
          <p:cNvCxnSpPr>
            <a:cxnSpLocks/>
          </p:cNvCxnSpPr>
          <p:nvPr userDrawn="1"/>
        </p:nvCxnSpPr>
        <p:spPr>
          <a:xfrm>
            <a:off x="7674553" y="1536531"/>
            <a:ext cx="360000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06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7">
            <a:extLst>
              <a:ext uri="{FF2B5EF4-FFF2-40B4-BE49-F238E27FC236}">
                <a16:creationId xmlns:a16="http://schemas.microsoft.com/office/drawing/2014/main" id="{3DD9D21C-70C1-4244-8BF7-55CFC48D7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3" y="137885"/>
            <a:ext cx="10385362" cy="69668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 b="0" i="0">
                <a:solidFill>
                  <a:srgbClr val="695C5D"/>
                </a:solidFill>
                <a:latin typeface="+mn-lt"/>
                <a:ea typeface="Helvetica Neue Light" charset="0"/>
                <a:cs typeface="Helvetica Neue Light" charset="0"/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 userDrawn="1"/>
        </p:nvSpPr>
        <p:spPr>
          <a:xfrm>
            <a:off x="11577922" y="6578771"/>
            <a:ext cx="44114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ED8A764B-654C-4B53-BBC3-05D7072E8DFF}" type="slidenum">
              <a:rPr lang="de-DE" sz="1050" b="0" i="0" kern="1200" smtClean="0">
                <a:solidFill>
                  <a:schemeClr val="tx1"/>
                </a:solidFill>
                <a:latin typeface="+mj-lt"/>
                <a:ea typeface="Helvetica Neue Light" charset="0"/>
                <a:cs typeface="Helvetica Neue Light" charset="0"/>
              </a:rPr>
              <a:t>‹Nr.›</a:t>
            </a:fld>
            <a:endParaRPr lang="de-DE" sz="1050" b="0" i="0" kern="1200" dirty="0">
              <a:solidFill>
                <a:schemeClr val="tx1"/>
              </a:solidFill>
              <a:latin typeface="+mj-lt"/>
              <a:ea typeface="Helvetica Neue Light" charset="0"/>
              <a:cs typeface="Helvetica Neue Light" charset="0"/>
            </a:endParaRPr>
          </a:p>
        </p:txBody>
      </p:sp>
      <p:sp>
        <p:nvSpPr>
          <p:cNvPr id="17" name="Rechteck 16"/>
          <p:cNvSpPr/>
          <p:nvPr userDrawn="1"/>
        </p:nvSpPr>
        <p:spPr>
          <a:xfrm>
            <a:off x="0" y="6545766"/>
            <a:ext cx="12191999" cy="316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de-DE" sz="1050" b="0" i="0" noProof="0" dirty="0">
                <a:solidFill>
                  <a:schemeClr val="tx1"/>
                </a:solidFill>
                <a:latin typeface="+mj-lt"/>
                <a:ea typeface="Helvetica Neue Light" charset="0"/>
                <a:cs typeface="Helvetica Neue Light" charset="0"/>
              </a:rPr>
              <a:t>         Präsentationstitel  | </a:t>
            </a:r>
            <a:r>
              <a:rPr lang="de-DE" sz="1050" b="0" i="0" baseline="0" noProof="0" dirty="0">
                <a:solidFill>
                  <a:schemeClr val="tx1"/>
                </a:solidFill>
                <a:latin typeface="+mj-lt"/>
                <a:ea typeface="Helvetica Neue Light" charset="0"/>
                <a:cs typeface="Helvetica Neue Light" charset="0"/>
              </a:rPr>
              <a:t> Datum  |  Name  |  Institut für Automatisierungstechnik | Helmut-Schmidt-Universität Hamburg</a:t>
            </a:r>
            <a:endParaRPr lang="de-DE" sz="1050" b="0" i="0" noProof="0" dirty="0">
              <a:solidFill>
                <a:schemeClr val="tx1"/>
              </a:solidFill>
              <a:latin typeface="+mj-lt"/>
              <a:ea typeface="Helvetica Neue Light" charset="0"/>
              <a:cs typeface="Helvetica Neue Light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F631CB7-241C-9342-B46F-6CD18D55B1B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025270" y="197983"/>
            <a:ext cx="977395" cy="588205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1336229D-819A-C34F-9A43-9F1D374226BB}"/>
              </a:ext>
            </a:extLst>
          </p:cNvPr>
          <p:cNvSpPr/>
          <p:nvPr userDrawn="1"/>
        </p:nvSpPr>
        <p:spPr>
          <a:xfrm>
            <a:off x="0" y="170253"/>
            <a:ext cx="220134" cy="5823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7278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4"/>
    <p:sldLayoutId id="2147483661" r:id="rId5"/>
    <p:sldLayoutId id="2147483662" r:id="rId6"/>
    <p:sldLayoutId id="2147483652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5C783585-828F-081B-3CEF-F750A6BAB5BF}"/>
              </a:ext>
            </a:extLst>
          </p:cNvPr>
          <p:cNvSpPr/>
          <p:nvPr/>
        </p:nvSpPr>
        <p:spPr>
          <a:xfrm>
            <a:off x="513347" y="721895"/>
            <a:ext cx="10096604" cy="4908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BD00106-560F-2C47-AD90-A5735D052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Generische Prozesskette (deutsch)</a:t>
            </a:r>
            <a:endParaRPr lang="en-US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D229D2B-90FC-9F63-F663-0C255E73A555}"/>
              </a:ext>
            </a:extLst>
          </p:cNvPr>
          <p:cNvSpPr/>
          <p:nvPr/>
        </p:nvSpPr>
        <p:spPr>
          <a:xfrm>
            <a:off x="4050120" y="3436753"/>
            <a:ext cx="4839323" cy="2023801"/>
          </a:xfrm>
          <a:prstGeom prst="rect">
            <a:avLst/>
          </a:prstGeom>
          <a:solidFill>
            <a:srgbClr val="DEEBF7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b" anchorCtr="0"/>
          <a:lstStyle/>
          <a:p>
            <a:pPr algn="r"/>
            <a:r>
              <a:rPr lang="de-DE" b="1" kern="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  <a:r>
              <a:rPr lang="de-DE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Unit</a:t>
            </a:r>
            <a:endParaRPr lang="de-DE" kern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304AB06-9076-D718-AD00-5558E20A9EB9}"/>
              </a:ext>
            </a:extLst>
          </p:cNvPr>
          <p:cNvSpPr/>
          <p:nvPr/>
        </p:nvSpPr>
        <p:spPr>
          <a:xfrm>
            <a:off x="790575" y="3436754"/>
            <a:ext cx="3209736" cy="2023802"/>
          </a:xfrm>
          <a:prstGeom prst="rect">
            <a:avLst/>
          </a:prstGeom>
          <a:solidFill>
            <a:srgbClr val="E2F0D9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b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Trade Unit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EBE2E14-CFE9-BC44-3783-237FEC92F396}"/>
              </a:ext>
            </a:extLst>
          </p:cNvPr>
          <p:cNvSpPr/>
          <p:nvPr/>
        </p:nvSpPr>
        <p:spPr>
          <a:xfrm>
            <a:off x="2295526" y="899085"/>
            <a:ext cx="6593918" cy="231270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Consumer Unit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8DDBA75-2CC1-8A4A-19F3-D2BE3AA4ED32}"/>
              </a:ext>
            </a:extLst>
          </p:cNvPr>
          <p:cNvSpPr/>
          <p:nvPr/>
        </p:nvSpPr>
        <p:spPr>
          <a:xfrm>
            <a:off x="2413143" y="1838118"/>
            <a:ext cx="1350125" cy="812131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Provisioning</a:t>
            </a: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Primary Package</a:t>
            </a:r>
            <a:endParaRPr kumimoji="0" lang="en-GB" sz="14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CCC157C-DD33-0BC7-5377-913D5610949E}"/>
              </a:ext>
            </a:extLst>
          </p:cNvPr>
          <p:cNvSpPr/>
          <p:nvPr/>
        </p:nvSpPr>
        <p:spPr>
          <a:xfrm>
            <a:off x="4186388" y="2308702"/>
            <a:ext cx="1355483" cy="798685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Product</a:t>
            </a: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Filling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73BD87A-FC48-7385-B6E8-414E6C4997AF}"/>
              </a:ext>
            </a:extLst>
          </p:cNvPr>
          <p:cNvSpPr/>
          <p:nvPr/>
        </p:nvSpPr>
        <p:spPr>
          <a:xfrm>
            <a:off x="5720808" y="2320413"/>
            <a:ext cx="1359947" cy="784895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Closing Primary Package</a:t>
            </a:r>
            <a:endParaRPr kumimoji="0" lang="en-GB" sz="14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BE2412A-68C0-68DC-59FB-546C0008445E}"/>
              </a:ext>
            </a:extLst>
          </p:cNvPr>
          <p:cNvSpPr/>
          <p:nvPr/>
        </p:nvSpPr>
        <p:spPr>
          <a:xfrm>
            <a:off x="7259692" y="2320414"/>
            <a:ext cx="1540759" cy="786974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Labelling</a:t>
            </a:r>
            <a:endParaRPr kumimoji="0" lang="en-US" sz="14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C7F81E3-1F99-FA49-7B30-4A2B2B746137}"/>
              </a:ext>
            </a:extLst>
          </p:cNvPr>
          <p:cNvSpPr/>
          <p:nvPr/>
        </p:nvSpPr>
        <p:spPr>
          <a:xfrm>
            <a:off x="4181925" y="3564042"/>
            <a:ext cx="1370258" cy="792959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Palletizing</a:t>
            </a:r>
            <a:endParaRPr kumimoji="0" lang="en-GB" sz="14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96F61AE-7446-1D10-B53D-DF5490BA32B5}"/>
              </a:ext>
            </a:extLst>
          </p:cNvPr>
          <p:cNvSpPr/>
          <p:nvPr/>
        </p:nvSpPr>
        <p:spPr>
          <a:xfrm>
            <a:off x="5716659" y="3566367"/>
            <a:ext cx="1367444" cy="79063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Load </a:t>
            </a: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Securing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8DE9CF7-2B52-43DA-07D2-BE32953DF991}"/>
              </a:ext>
            </a:extLst>
          </p:cNvPr>
          <p:cNvSpPr/>
          <p:nvPr/>
        </p:nvSpPr>
        <p:spPr>
          <a:xfrm>
            <a:off x="7265347" y="3568446"/>
            <a:ext cx="1535104" cy="78855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>
              <a:spcAft>
                <a:spcPts val="600"/>
              </a:spcAft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Labelling</a:t>
            </a:r>
            <a:endParaRPr kumimoji="0" lang="en-GB" sz="1050" b="0" i="1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0106CBB5-0C02-CFBD-BFFE-A1A812413D17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5541871" y="2708045"/>
            <a:ext cx="178937" cy="4816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468CCD51-A3C8-8516-3D67-351D17C1E74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7080755" y="2712861"/>
            <a:ext cx="178937" cy="104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Gewinkelter Verbinder 42">
            <a:extLst>
              <a:ext uri="{FF2B5EF4-FFF2-40B4-BE49-F238E27FC236}">
                <a16:creationId xmlns:a16="http://schemas.microsoft.com/office/drawing/2014/main" id="{ED4D1E54-E30D-33C5-E281-7A41C479C16E}"/>
              </a:ext>
            </a:extLst>
          </p:cNvPr>
          <p:cNvCxnSpPr>
            <a:cxnSpLocks/>
            <a:stCxn id="10" idx="3"/>
            <a:endCxn id="52" idx="1"/>
          </p:cNvCxnSpPr>
          <p:nvPr/>
        </p:nvCxnSpPr>
        <p:spPr>
          <a:xfrm flipH="1">
            <a:off x="925266" y="2713901"/>
            <a:ext cx="7875185" cy="1249614"/>
          </a:xfrm>
          <a:prstGeom prst="bentConnector5">
            <a:avLst>
              <a:gd name="adj1" fmla="val -2903"/>
              <a:gd name="adj2" fmla="val 49760"/>
              <a:gd name="adj3" fmla="val 102903"/>
            </a:avLst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3270306-621C-249F-9DB1-888EBD8E3502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552183" y="3960522"/>
            <a:ext cx="164476" cy="1162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FC8E8791-C17F-6476-6D11-B22CA93DFD1F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7084103" y="3961684"/>
            <a:ext cx="181244" cy="1039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056CCFF0-EF0E-F2D2-BA31-1EE3A678C1DE}"/>
              </a:ext>
            </a:extLst>
          </p:cNvPr>
          <p:cNvCxnSpPr>
            <a:cxnSpLocks/>
            <a:stCxn id="79" idx="6"/>
          </p:cNvCxnSpPr>
          <p:nvPr/>
        </p:nvCxnSpPr>
        <p:spPr>
          <a:xfrm flipV="1">
            <a:off x="2209463" y="2858513"/>
            <a:ext cx="1976925" cy="10854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27FB9B96-113E-0A6B-81CB-953020D212FC}"/>
              </a:ext>
            </a:extLst>
          </p:cNvPr>
          <p:cNvSpPr/>
          <p:nvPr/>
        </p:nvSpPr>
        <p:spPr>
          <a:xfrm>
            <a:off x="4179995" y="4550892"/>
            <a:ext cx="1361331" cy="79894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Provisioning</a:t>
            </a: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Carriers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B2660568-383F-3A69-F491-F09C345375C9}"/>
              </a:ext>
            </a:extLst>
          </p:cNvPr>
          <p:cNvCxnSpPr>
            <a:cxnSpLocks/>
            <a:stCxn id="22" idx="0"/>
            <a:endCxn id="11" idx="2"/>
          </p:cNvCxnSpPr>
          <p:nvPr/>
        </p:nvCxnSpPr>
        <p:spPr>
          <a:xfrm flipV="1">
            <a:off x="4860661" y="4357001"/>
            <a:ext cx="6393" cy="193891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84F67E80-16FE-CF48-AD31-908D101C9D01}"/>
              </a:ext>
            </a:extLst>
          </p:cNvPr>
          <p:cNvCxnSpPr>
            <a:cxnSpLocks/>
            <a:stCxn id="13" idx="3"/>
            <a:endCxn id="76" idx="2"/>
          </p:cNvCxnSpPr>
          <p:nvPr/>
        </p:nvCxnSpPr>
        <p:spPr>
          <a:xfrm>
            <a:off x="8800451" y="3962723"/>
            <a:ext cx="219410" cy="792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3852E5FE-152C-E0F8-8A39-85902095A183}"/>
              </a:ext>
            </a:extLst>
          </p:cNvPr>
          <p:cNvSpPr/>
          <p:nvPr/>
        </p:nvSpPr>
        <p:spPr>
          <a:xfrm>
            <a:off x="4181924" y="1429078"/>
            <a:ext cx="1365795" cy="706582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Palletizing</a:t>
            </a:r>
            <a:endParaRPr kumimoji="0" lang="en-GB" sz="1050" b="0" i="1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94CE940-A6A7-E346-D58D-83A3E44F0957}"/>
              </a:ext>
            </a:extLst>
          </p:cNvPr>
          <p:cNvSpPr/>
          <p:nvPr/>
        </p:nvSpPr>
        <p:spPr>
          <a:xfrm>
            <a:off x="2413142" y="1000737"/>
            <a:ext cx="1350125" cy="706582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Provisioning</a:t>
            </a: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Carriers</a:t>
            </a:r>
            <a:endParaRPr kumimoji="0" lang="en-GB" sz="14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Gewinkelter Verbinder 42">
            <a:extLst>
              <a:ext uri="{FF2B5EF4-FFF2-40B4-BE49-F238E27FC236}">
                <a16:creationId xmlns:a16="http://schemas.microsoft.com/office/drawing/2014/main" id="{6D3ACBE8-9F0B-982F-0645-2F3C0ED1DE90}"/>
              </a:ext>
            </a:extLst>
          </p:cNvPr>
          <p:cNvCxnSpPr>
            <a:cxnSpLocks/>
            <a:stCxn id="30" idx="3"/>
            <a:endCxn id="29" idx="1"/>
          </p:cNvCxnSpPr>
          <p:nvPr/>
        </p:nvCxnSpPr>
        <p:spPr>
          <a:xfrm>
            <a:off x="3763267" y="1354028"/>
            <a:ext cx="418657" cy="428341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5" name="Gewinkelter Verbinder 42">
            <a:extLst>
              <a:ext uri="{FF2B5EF4-FFF2-40B4-BE49-F238E27FC236}">
                <a16:creationId xmlns:a16="http://schemas.microsoft.com/office/drawing/2014/main" id="{240C7511-1C63-C9D4-CE0F-207C7C47EEA3}"/>
              </a:ext>
            </a:extLst>
          </p:cNvPr>
          <p:cNvCxnSpPr>
            <a:cxnSpLocks/>
            <a:stCxn id="7" idx="3"/>
            <a:endCxn id="29" idx="1"/>
          </p:cNvCxnSpPr>
          <p:nvPr/>
        </p:nvCxnSpPr>
        <p:spPr>
          <a:xfrm flipV="1">
            <a:off x="3763268" y="1782369"/>
            <a:ext cx="418656" cy="46181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4ACC4335-06B9-CEF4-13B3-2F6E7D5891C8}"/>
              </a:ext>
            </a:extLst>
          </p:cNvPr>
          <p:cNvCxnSpPr>
            <a:cxnSpLocks/>
            <a:stCxn id="29" idx="2"/>
            <a:endCxn id="8" idx="0"/>
          </p:cNvCxnSpPr>
          <p:nvPr/>
        </p:nvCxnSpPr>
        <p:spPr>
          <a:xfrm flipH="1">
            <a:off x="4864130" y="2135660"/>
            <a:ext cx="692" cy="173042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2" name="Rechteck 51">
            <a:extLst>
              <a:ext uri="{FF2B5EF4-FFF2-40B4-BE49-F238E27FC236}">
                <a16:creationId xmlns:a16="http://schemas.microsoft.com/office/drawing/2014/main" id="{BA52C577-BD9E-9211-D9E8-161CB84B020B}"/>
              </a:ext>
            </a:extLst>
          </p:cNvPr>
          <p:cNvSpPr/>
          <p:nvPr/>
        </p:nvSpPr>
        <p:spPr>
          <a:xfrm>
            <a:off x="925266" y="3564043"/>
            <a:ext cx="1451317" cy="798944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Repacking</a:t>
            </a:r>
            <a:endParaRPr kumimoji="0" lang="en-GB" sz="14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0D2AD586-102D-FE18-A123-CFAF4CE948B4}"/>
              </a:ext>
            </a:extLst>
          </p:cNvPr>
          <p:cNvCxnSpPr>
            <a:cxnSpLocks/>
            <a:stCxn id="52" idx="3"/>
            <a:endCxn id="56" idx="1"/>
          </p:cNvCxnSpPr>
          <p:nvPr/>
        </p:nvCxnSpPr>
        <p:spPr>
          <a:xfrm flipV="1">
            <a:off x="2376583" y="3961686"/>
            <a:ext cx="127360" cy="1829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4" name="Rechteck 53">
            <a:extLst>
              <a:ext uri="{FF2B5EF4-FFF2-40B4-BE49-F238E27FC236}">
                <a16:creationId xmlns:a16="http://schemas.microsoft.com/office/drawing/2014/main" id="{F12BB52A-698E-577D-9AFB-F712F5C3F5D2}"/>
              </a:ext>
            </a:extLst>
          </p:cNvPr>
          <p:cNvSpPr/>
          <p:nvPr/>
        </p:nvSpPr>
        <p:spPr>
          <a:xfrm>
            <a:off x="925267" y="4550892"/>
            <a:ext cx="1451316" cy="798943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Provisioning</a:t>
            </a: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Secondary</a:t>
            </a: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Package</a:t>
            </a:r>
            <a:endParaRPr kumimoji="0" lang="en-GB" sz="14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A4888B45-40CB-2211-59E2-303A44A7366F}"/>
              </a:ext>
            </a:extLst>
          </p:cNvPr>
          <p:cNvCxnSpPr>
            <a:cxnSpLocks/>
            <a:stCxn id="54" idx="0"/>
            <a:endCxn id="52" idx="2"/>
          </p:cNvCxnSpPr>
          <p:nvPr/>
        </p:nvCxnSpPr>
        <p:spPr>
          <a:xfrm flipV="1">
            <a:off x="1650925" y="4362987"/>
            <a:ext cx="0" cy="187905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6" name="Rechteck 55">
            <a:extLst>
              <a:ext uri="{FF2B5EF4-FFF2-40B4-BE49-F238E27FC236}">
                <a16:creationId xmlns:a16="http://schemas.microsoft.com/office/drawing/2014/main" id="{D01FDF08-E0A3-E210-A3CD-33EC98A138B2}"/>
              </a:ext>
            </a:extLst>
          </p:cNvPr>
          <p:cNvSpPr/>
          <p:nvPr/>
        </p:nvSpPr>
        <p:spPr>
          <a:xfrm>
            <a:off x="2503943" y="3566369"/>
            <a:ext cx="1434324" cy="790634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Labelling</a:t>
            </a:r>
            <a:endParaRPr kumimoji="0" lang="en-US" sz="1400" b="1" i="0" u="none" strike="noStrike" kern="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A58AB7F0-44A4-C324-B03C-470CC542EF47}"/>
              </a:ext>
            </a:extLst>
          </p:cNvPr>
          <p:cNvSpPr/>
          <p:nvPr/>
        </p:nvSpPr>
        <p:spPr>
          <a:xfrm>
            <a:off x="9019861" y="3667432"/>
            <a:ext cx="1431831" cy="592166"/>
          </a:xfrm>
          <a:prstGeom prst="ellipse">
            <a:avLst/>
          </a:prstGeom>
          <a:solidFill>
            <a:srgbClr val="7F7F7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Transfer</a:t>
            </a:r>
            <a:endParaRPr kumimoji="0" lang="en-GB" sz="14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32670D6F-6701-6A08-333A-B438F3F3EC64}"/>
              </a:ext>
            </a:extLst>
          </p:cNvPr>
          <p:cNvSpPr/>
          <p:nvPr/>
        </p:nvSpPr>
        <p:spPr>
          <a:xfrm>
            <a:off x="775046" y="2595716"/>
            <a:ext cx="1434417" cy="547302"/>
          </a:xfrm>
          <a:prstGeom prst="ellipse">
            <a:avLst/>
          </a:prstGeom>
          <a:solidFill>
            <a:srgbClr val="7F7F7F"/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Production</a:t>
            </a:r>
            <a:endParaRPr kumimoji="0" lang="en-GB" sz="14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5CC597DF-123E-1D4D-7EA0-9B2918CA6AB0}"/>
              </a:ext>
            </a:extLst>
          </p:cNvPr>
          <p:cNvCxnSpPr>
            <a:cxnSpLocks/>
            <a:stCxn id="56" idx="3"/>
            <a:endCxn id="11" idx="1"/>
          </p:cNvCxnSpPr>
          <p:nvPr/>
        </p:nvCxnSpPr>
        <p:spPr>
          <a:xfrm flipV="1">
            <a:off x="3938267" y="3960522"/>
            <a:ext cx="243658" cy="1164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396766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8CBEBB7-6CB4-0616-3815-C63F64B3081C}"/>
              </a:ext>
            </a:extLst>
          </p:cNvPr>
          <p:cNvSpPr/>
          <p:nvPr/>
        </p:nvSpPr>
        <p:spPr>
          <a:xfrm>
            <a:off x="772026" y="5917907"/>
            <a:ext cx="10478417" cy="346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389A7AC-74B3-BFDD-CC47-A8D3F4DD8EC6}"/>
              </a:ext>
            </a:extLst>
          </p:cNvPr>
          <p:cNvSpPr/>
          <p:nvPr/>
        </p:nvSpPr>
        <p:spPr>
          <a:xfrm>
            <a:off x="772027" y="304618"/>
            <a:ext cx="10478417" cy="56132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>
                <a:solidFill>
                  <a:srgbClr val="4F4546"/>
                </a:solidFill>
              </a:rPr>
              <a:t>Modular </a:t>
            </a:r>
            <a:r>
              <a:rPr lang="de-DE" dirty="0" err="1">
                <a:solidFill>
                  <a:srgbClr val="4F4546"/>
                </a:solidFill>
              </a:rPr>
              <a:t>Logistics</a:t>
            </a:r>
            <a:r>
              <a:rPr lang="de-DE" dirty="0">
                <a:solidFill>
                  <a:srgbClr val="4F4546"/>
                </a:solidFill>
              </a:rPr>
              <a:t> System (</a:t>
            </a:r>
            <a:r>
              <a:rPr lang="de-DE" b="1" dirty="0">
                <a:solidFill>
                  <a:srgbClr val="4F4546"/>
                </a:solidFill>
              </a:rPr>
              <a:t>MLS</a:t>
            </a:r>
            <a:r>
              <a:rPr lang="de-DE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2CAF978-2CB2-101B-7472-678630F32C7A}"/>
              </a:ext>
            </a:extLst>
          </p:cNvPr>
          <p:cNvSpPr/>
          <p:nvPr/>
        </p:nvSpPr>
        <p:spPr>
          <a:xfrm>
            <a:off x="854531" y="896699"/>
            <a:ext cx="10300664" cy="46747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de-DE" dirty="0" err="1">
                <a:solidFill>
                  <a:srgbClr val="4F4546"/>
                </a:solidFill>
              </a:rPr>
              <a:t>Logistics</a:t>
            </a:r>
            <a:r>
              <a:rPr lang="de-DE" dirty="0">
                <a:solidFill>
                  <a:srgbClr val="4F4546"/>
                </a:solidFill>
              </a:rPr>
              <a:t> Area (</a:t>
            </a:r>
            <a:r>
              <a:rPr lang="de-DE" b="1" dirty="0">
                <a:solidFill>
                  <a:srgbClr val="4F4546"/>
                </a:solidFill>
              </a:rPr>
              <a:t>LA</a:t>
            </a:r>
            <a:r>
              <a:rPr lang="de-DE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433B3AE-171C-B22A-4BD2-7471AF11C54F}"/>
              </a:ext>
            </a:extLst>
          </p:cNvPr>
          <p:cNvSpPr/>
          <p:nvPr/>
        </p:nvSpPr>
        <p:spPr>
          <a:xfrm>
            <a:off x="854531" y="387604"/>
            <a:ext cx="10300664" cy="41820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Logistics</a:t>
            </a:r>
            <a:r>
              <a:rPr lang="de-DE" dirty="0">
                <a:solidFill>
                  <a:schemeClr val="bg1"/>
                </a:solidFill>
              </a:rPr>
              <a:t> Orchestration Layer </a:t>
            </a:r>
            <a:r>
              <a:rPr lang="de-DE" b="1" dirty="0">
                <a:solidFill>
                  <a:schemeClr val="bg1"/>
                </a:solidFill>
              </a:rPr>
              <a:t>(LOL)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81552E1-EBC0-9866-7ACC-120D0B52F126}"/>
              </a:ext>
            </a:extLst>
          </p:cNvPr>
          <p:cNvSpPr/>
          <p:nvPr/>
        </p:nvSpPr>
        <p:spPr>
          <a:xfrm>
            <a:off x="960807" y="1010386"/>
            <a:ext cx="6133475" cy="159214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dirty="0" err="1">
                <a:solidFill>
                  <a:srgbClr val="4F4546"/>
                </a:solidFill>
              </a:rPr>
              <a:t>Logistics</a:t>
            </a:r>
            <a:r>
              <a:rPr lang="de-DE" dirty="0">
                <a:solidFill>
                  <a:srgbClr val="4F4546"/>
                </a:solidFill>
              </a:rPr>
              <a:t> Line (</a:t>
            </a:r>
            <a:r>
              <a:rPr lang="de-DE" b="1" dirty="0">
                <a:solidFill>
                  <a:srgbClr val="4F4546"/>
                </a:solidFill>
              </a:rPr>
              <a:t>LL</a:t>
            </a:r>
            <a:r>
              <a:rPr lang="de-DE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BADE5D75-C290-E36B-7076-8B2D6AD3A8E1}"/>
              </a:ext>
            </a:extLst>
          </p:cNvPr>
          <p:cNvSpPr/>
          <p:nvPr/>
        </p:nvSpPr>
        <p:spPr>
          <a:xfrm>
            <a:off x="2821401" y="1794374"/>
            <a:ext cx="2365101" cy="22860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9B2C03A-4AE8-1182-2BB0-3F53558E3B8E}"/>
              </a:ext>
            </a:extLst>
          </p:cNvPr>
          <p:cNvSpPr/>
          <p:nvPr/>
        </p:nvSpPr>
        <p:spPr>
          <a:xfrm>
            <a:off x="1131748" y="1357054"/>
            <a:ext cx="1689653" cy="1103243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Logistics Equipment Assembly </a:t>
            </a:r>
            <a:r>
              <a:rPr lang="de-DE" b="1" dirty="0">
                <a:solidFill>
                  <a:schemeClr val="bg1"/>
                </a:solidFill>
              </a:rPr>
              <a:t>(LEA)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1CF6458-A656-19FB-1590-014150C97866}"/>
              </a:ext>
            </a:extLst>
          </p:cNvPr>
          <p:cNvSpPr/>
          <p:nvPr/>
        </p:nvSpPr>
        <p:spPr>
          <a:xfrm>
            <a:off x="3174095" y="1357054"/>
            <a:ext cx="1689653" cy="1103243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schemeClr val="bg1"/>
                </a:solidFill>
              </a:rPr>
              <a:t>Logistics Equipment Assembly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54C0D3B-38D3-4CAD-3139-1C260EBBF7EC}"/>
              </a:ext>
            </a:extLst>
          </p:cNvPr>
          <p:cNvSpPr/>
          <p:nvPr/>
        </p:nvSpPr>
        <p:spPr>
          <a:xfrm>
            <a:off x="5186502" y="1357053"/>
            <a:ext cx="1736448" cy="1103243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Logistics Equipment Assembly </a:t>
            </a:r>
            <a:r>
              <a:rPr lang="de-DE" b="1" dirty="0">
                <a:solidFill>
                  <a:schemeClr val="bg1"/>
                </a:solidFill>
              </a:rPr>
              <a:t>(LEA)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7D84D45-FEFE-AB83-282D-8BD614282BA0}"/>
              </a:ext>
            </a:extLst>
          </p:cNvPr>
          <p:cNvSpPr/>
          <p:nvPr/>
        </p:nvSpPr>
        <p:spPr>
          <a:xfrm>
            <a:off x="4912173" y="3727094"/>
            <a:ext cx="6133475" cy="159214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de-DE" dirty="0" err="1">
                <a:solidFill>
                  <a:srgbClr val="4F4546"/>
                </a:solidFill>
              </a:rPr>
              <a:t>Logistics</a:t>
            </a:r>
            <a:r>
              <a:rPr lang="de-DE" dirty="0">
                <a:solidFill>
                  <a:srgbClr val="4F4546"/>
                </a:solidFill>
              </a:rPr>
              <a:t> Line (</a:t>
            </a:r>
            <a:r>
              <a:rPr lang="de-DE" b="1" dirty="0">
                <a:solidFill>
                  <a:srgbClr val="4F4546"/>
                </a:solidFill>
              </a:rPr>
              <a:t>LL</a:t>
            </a:r>
            <a:r>
              <a:rPr lang="de-DE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E0F754C3-9A99-9806-2F0D-493C3EC520C8}"/>
              </a:ext>
            </a:extLst>
          </p:cNvPr>
          <p:cNvSpPr/>
          <p:nvPr/>
        </p:nvSpPr>
        <p:spPr>
          <a:xfrm>
            <a:off x="6772767" y="4311057"/>
            <a:ext cx="2365101" cy="22860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9C6A14A-9990-AE49-3F88-BF9F296F4106}"/>
              </a:ext>
            </a:extLst>
          </p:cNvPr>
          <p:cNvSpPr/>
          <p:nvPr/>
        </p:nvSpPr>
        <p:spPr>
          <a:xfrm>
            <a:off x="5083114" y="3873737"/>
            <a:ext cx="1689653" cy="1103243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Logistics Equipment Assembly </a:t>
            </a:r>
            <a:r>
              <a:rPr lang="de-DE" b="1" dirty="0">
                <a:solidFill>
                  <a:schemeClr val="bg1"/>
                </a:solidFill>
              </a:rPr>
              <a:t>(LEA)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DB03022-5F99-BE0E-BF7A-BB47B5F67B11}"/>
              </a:ext>
            </a:extLst>
          </p:cNvPr>
          <p:cNvSpPr/>
          <p:nvPr/>
        </p:nvSpPr>
        <p:spPr>
          <a:xfrm>
            <a:off x="7125461" y="3873737"/>
            <a:ext cx="1689653" cy="1103243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schemeClr val="bg1"/>
                </a:solidFill>
              </a:rPr>
              <a:t>Logistics Equipment Assembly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(LEA)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7C6A8DB-1A71-8536-28A5-0088318CA313}"/>
              </a:ext>
            </a:extLst>
          </p:cNvPr>
          <p:cNvSpPr/>
          <p:nvPr/>
        </p:nvSpPr>
        <p:spPr>
          <a:xfrm>
            <a:off x="9137868" y="3873736"/>
            <a:ext cx="1736448" cy="1103243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Logistics Equipment Assembly </a:t>
            </a:r>
            <a:r>
              <a:rPr lang="de-DE" b="1" dirty="0">
                <a:solidFill>
                  <a:schemeClr val="bg1"/>
                </a:solidFill>
              </a:rPr>
              <a:t>(LEA)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7E6DD16-665C-0086-F985-7B2222E3ACFA}"/>
              </a:ext>
            </a:extLst>
          </p:cNvPr>
          <p:cNvSpPr/>
          <p:nvPr/>
        </p:nvSpPr>
        <p:spPr>
          <a:xfrm>
            <a:off x="2950740" y="3873737"/>
            <a:ext cx="1689653" cy="1103243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schemeClr val="bg1"/>
                </a:solidFill>
              </a:rPr>
              <a:t>Logistics Equipment Assembly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(LEA)</a:t>
            </a:r>
          </a:p>
        </p:txBody>
      </p: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A36F98BA-17F1-D81E-B972-77F437FB9250}"/>
              </a:ext>
            </a:extLst>
          </p:cNvPr>
          <p:cNvCxnSpPr>
            <a:cxnSpLocks/>
            <a:stCxn id="25" idx="2"/>
            <a:endCxn id="22" idx="1"/>
          </p:cNvCxnSpPr>
          <p:nvPr/>
        </p:nvCxnSpPr>
        <p:spPr>
          <a:xfrm rot="16200000" flipH="1">
            <a:off x="2277077" y="3751695"/>
            <a:ext cx="373161" cy="974166"/>
          </a:xfrm>
          <a:prstGeom prst="bentConnector2">
            <a:avLst/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B3BE60FA-5F3E-37A6-1251-817B89186908}"/>
              </a:ext>
            </a:extLst>
          </p:cNvPr>
          <p:cNvSpPr/>
          <p:nvPr/>
        </p:nvSpPr>
        <p:spPr>
          <a:xfrm>
            <a:off x="1131747" y="2948955"/>
            <a:ext cx="1689653" cy="1103243"/>
          </a:xfrm>
          <a:prstGeom prst="rect">
            <a:avLst/>
          </a:prstGeom>
          <a:solidFill>
            <a:schemeClr val="tx1"/>
          </a:solidFill>
          <a:ln w="28575"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schemeClr val="bg1"/>
                </a:solidFill>
              </a:rPr>
              <a:t>Logistics Equipment Assembly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(LEA)</a:t>
            </a:r>
          </a:p>
        </p:txBody>
      </p:sp>
      <p:cxnSp>
        <p:nvCxnSpPr>
          <p:cNvPr id="26" name="Verbinder: gewinkelt 25">
            <a:extLst>
              <a:ext uri="{FF2B5EF4-FFF2-40B4-BE49-F238E27FC236}">
                <a16:creationId xmlns:a16="http://schemas.microsoft.com/office/drawing/2014/main" id="{AB9B348B-211D-14FC-5A0B-23BF6216B6D4}"/>
              </a:ext>
            </a:extLst>
          </p:cNvPr>
          <p:cNvCxnSpPr>
            <a:cxnSpLocks/>
            <a:stCxn id="25" idx="0"/>
            <a:endCxn id="10" idx="2"/>
          </p:cNvCxnSpPr>
          <p:nvPr/>
        </p:nvCxnSpPr>
        <p:spPr>
          <a:xfrm rot="5400000" flipH="1" flipV="1">
            <a:off x="3771321" y="665550"/>
            <a:ext cx="488659" cy="4078152"/>
          </a:xfrm>
          <a:prstGeom prst="bentConnector3">
            <a:avLst>
              <a:gd name="adj1" fmla="val 32673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4134F024-3A3C-1478-C08C-354476160584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4640393" y="2995851"/>
            <a:ext cx="3477675" cy="1429508"/>
          </a:xfrm>
          <a:prstGeom prst="bentConnector3">
            <a:avLst>
              <a:gd name="adj1" fmla="val 4332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9A057052-3FA4-B5AB-2642-8E565F7B43E3}"/>
              </a:ext>
            </a:extLst>
          </p:cNvPr>
          <p:cNvCxnSpPr>
            <a:cxnSpLocks/>
            <a:stCxn id="10" idx="3"/>
            <a:endCxn id="34" idx="1"/>
          </p:cNvCxnSpPr>
          <p:nvPr/>
        </p:nvCxnSpPr>
        <p:spPr>
          <a:xfrm>
            <a:off x="6922950" y="1908675"/>
            <a:ext cx="1195118" cy="918730"/>
          </a:xfrm>
          <a:prstGeom prst="bentConnector3">
            <a:avLst>
              <a:gd name="adj1" fmla="val 28481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Verbinder: gewinkelt 30">
            <a:extLst>
              <a:ext uri="{FF2B5EF4-FFF2-40B4-BE49-F238E27FC236}">
                <a16:creationId xmlns:a16="http://schemas.microsoft.com/office/drawing/2014/main" id="{91136A09-30E7-CE2B-774B-D761C849BFED}"/>
              </a:ext>
            </a:extLst>
          </p:cNvPr>
          <p:cNvCxnSpPr>
            <a:cxnSpLocks/>
          </p:cNvCxnSpPr>
          <p:nvPr/>
        </p:nvCxnSpPr>
        <p:spPr>
          <a:xfrm rot="5400000">
            <a:off x="6933591" y="2108904"/>
            <a:ext cx="494711" cy="3034954"/>
          </a:xfrm>
          <a:prstGeom prst="bentConnector3">
            <a:avLst>
              <a:gd name="adj1" fmla="val 40272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Verbinder: gewinkelt 31">
            <a:extLst>
              <a:ext uri="{FF2B5EF4-FFF2-40B4-BE49-F238E27FC236}">
                <a16:creationId xmlns:a16="http://schemas.microsoft.com/office/drawing/2014/main" id="{9FFCC786-5DB0-38F3-52AF-4BA822BACDD5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81380" y="3104782"/>
            <a:ext cx="494710" cy="1043197"/>
          </a:xfrm>
          <a:prstGeom prst="bentConnector3">
            <a:avLst>
              <a:gd name="adj1" fmla="val 50000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8859BDCB-5638-72BB-F4ED-791ECF32E1DF}"/>
              </a:ext>
            </a:extLst>
          </p:cNvPr>
          <p:cNvSpPr/>
          <p:nvPr/>
        </p:nvSpPr>
        <p:spPr>
          <a:xfrm>
            <a:off x="8118068" y="2275783"/>
            <a:ext cx="1689653" cy="1103243"/>
          </a:xfrm>
          <a:prstGeom prst="rect">
            <a:avLst/>
          </a:prstGeom>
          <a:solidFill>
            <a:schemeClr val="tx1"/>
          </a:solidFill>
          <a:ln w="28575"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schemeClr val="bg1"/>
                </a:solidFill>
              </a:rPr>
              <a:t>Logistics Equipment Assembly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(LEA)</a:t>
            </a:r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FE36000C-93CF-6799-7575-17A5C785B32D}"/>
              </a:ext>
            </a:extLst>
          </p:cNvPr>
          <p:cNvSpPr/>
          <p:nvPr/>
        </p:nvSpPr>
        <p:spPr>
          <a:xfrm>
            <a:off x="996615" y="5978844"/>
            <a:ext cx="361121" cy="22860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06D1E3B-7FE2-FC34-1FBE-92817972B255}"/>
              </a:ext>
            </a:extLst>
          </p:cNvPr>
          <p:cNvSpPr txBox="1"/>
          <p:nvPr/>
        </p:nvSpPr>
        <p:spPr>
          <a:xfrm>
            <a:off x="1357736" y="5917908"/>
            <a:ext cx="175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1">
                    <a:lumMod val="75000"/>
                  </a:schemeClr>
                </a:solidFill>
              </a:rPr>
              <a:t>Fixed Coupling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94254712-4641-D6DA-AC65-CFD298A1D4F6}"/>
              </a:ext>
            </a:extLst>
          </p:cNvPr>
          <p:cNvCxnSpPr>
            <a:cxnSpLocks/>
          </p:cNvCxnSpPr>
          <p:nvPr/>
        </p:nvCxnSpPr>
        <p:spPr>
          <a:xfrm>
            <a:off x="3207800" y="6087185"/>
            <a:ext cx="380395" cy="0"/>
          </a:xfrm>
          <a:prstGeom prst="line">
            <a:avLst/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BBFC6305-8F7B-9CB9-1FE0-C85971B966D8}"/>
              </a:ext>
            </a:extLst>
          </p:cNvPr>
          <p:cNvSpPr txBox="1"/>
          <p:nvPr/>
        </p:nvSpPr>
        <p:spPr>
          <a:xfrm>
            <a:off x="3560607" y="5917908"/>
            <a:ext cx="168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E643F"/>
                </a:solidFill>
              </a:rPr>
              <a:t>Loose Coupling</a:t>
            </a:r>
          </a:p>
        </p:txBody>
      </p:sp>
    </p:spTree>
    <p:extLst>
      <p:ext uri="{BB962C8B-B14F-4D97-AF65-F5344CB8AC3E}">
        <p14:creationId xmlns:p14="http://schemas.microsoft.com/office/powerpoint/2010/main" val="2316647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D4F496-4CB4-A1C6-55F8-B6CFB207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F9F9836-C5CA-DA6A-2E0E-4027D990D55A}"/>
              </a:ext>
            </a:extLst>
          </p:cNvPr>
          <p:cNvSpPr/>
          <p:nvPr/>
        </p:nvSpPr>
        <p:spPr>
          <a:xfrm>
            <a:off x="909524" y="1239520"/>
            <a:ext cx="8319773" cy="35229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95C5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Logistics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695C5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Area</a:t>
            </a:r>
            <a:r>
              <a:rPr lang="de-DE" sz="1600" dirty="0">
                <a:solidFill>
                  <a:srgbClr val="695C5D">
                    <a:lumMod val="75000"/>
                  </a:srgbClr>
                </a:solidFill>
                <a:latin typeface="Calibri" panose="020F0502020204030204"/>
              </a:rPr>
              <a:t> (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695C5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695C5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47D1820-7658-2852-872C-6320A991DB96}"/>
              </a:ext>
            </a:extLst>
          </p:cNvPr>
          <p:cNvSpPr/>
          <p:nvPr/>
        </p:nvSpPr>
        <p:spPr>
          <a:xfrm>
            <a:off x="1113394" y="1776561"/>
            <a:ext cx="1599440" cy="87358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4F4546"/>
                </a:solidFill>
              </a:rPr>
              <a:t>Layer </a:t>
            </a:r>
          </a:p>
          <a:p>
            <a:pPr algn="ctr"/>
            <a:r>
              <a:rPr lang="de-DE" sz="1600" dirty="0" err="1">
                <a:solidFill>
                  <a:srgbClr val="4F4546"/>
                </a:solidFill>
              </a:rPr>
              <a:t>Palletizer</a:t>
            </a:r>
            <a:endParaRPr lang="de-DE" sz="1600" dirty="0">
              <a:solidFill>
                <a:srgbClr val="4F4546"/>
              </a:solidFill>
            </a:endParaRPr>
          </a:p>
          <a:p>
            <a:pPr algn="ctr"/>
            <a:r>
              <a:rPr lang="de-DE" b="1" dirty="0">
                <a:solidFill>
                  <a:srgbClr val="4F4546"/>
                </a:solidFill>
              </a:rPr>
              <a:t>(PAL)</a:t>
            </a:r>
            <a:endParaRPr lang="de-DE" sz="1400" b="1" dirty="0">
              <a:solidFill>
                <a:srgbClr val="4F4546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C667019-A82C-674E-6B7E-B2578D391987}"/>
              </a:ext>
            </a:extLst>
          </p:cNvPr>
          <p:cNvSpPr/>
          <p:nvPr/>
        </p:nvSpPr>
        <p:spPr>
          <a:xfrm>
            <a:off x="1113393" y="2803934"/>
            <a:ext cx="1599440" cy="8735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Pallet Supply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(PAS)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4F454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2CE1590-8043-B81E-F377-509846DBBA16}"/>
              </a:ext>
            </a:extLst>
          </p:cNvPr>
          <p:cNvGrpSpPr/>
          <p:nvPr/>
        </p:nvGrpSpPr>
        <p:grpSpPr>
          <a:xfrm>
            <a:off x="2223970" y="1589952"/>
            <a:ext cx="337519" cy="337519"/>
            <a:chOff x="10036932" y="5161936"/>
            <a:chExt cx="502583" cy="502583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B4CA4A6D-63D3-AA15-E093-2E8F1464479C}"/>
                </a:ext>
              </a:extLst>
            </p:cNvPr>
            <p:cNvSpPr/>
            <p:nvPr/>
          </p:nvSpPr>
          <p:spPr>
            <a:xfrm>
              <a:off x="10036932" y="5161936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pic>
          <p:nvPicPr>
            <p:cNvPr id="8" name="Grafik 7" descr="Glocke mit einfarbiger Füllung">
              <a:extLst>
                <a:ext uri="{FF2B5EF4-FFF2-40B4-BE49-F238E27FC236}">
                  <a16:creationId xmlns:a16="http://schemas.microsoft.com/office/drawing/2014/main" id="{0D4A38FC-F187-8445-DB1E-866BF9FF0F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77427" y="5199399"/>
              <a:ext cx="421593" cy="421593"/>
            </a:xfrm>
            <a:prstGeom prst="rect">
              <a:avLst/>
            </a:prstGeom>
          </p:spPr>
        </p:pic>
      </p:grpSp>
      <p:sp>
        <p:nvSpPr>
          <p:cNvPr id="9" name="Rechteck 8">
            <a:extLst>
              <a:ext uri="{FF2B5EF4-FFF2-40B4-BE49-F238E27FC236}">
                <a16:creationId xmlns:a16="http://schemas.microsoft.com/office/drawing/2014/main" id="{BAFF3920-27EF-CC4B-9D7B-FAF9C5F600CD}"/>
              </a:ext>
            </a:extLst>
          </p:cNvPr>
          <p:cNvSpPr/>
          <p:nvPr/>
        </p:nvSpPr>
        <p:spPr>
          <a:xfrm>
            <a:off x="3079003" y="3677523"/>
            <a:ext cx="1599440" cy="8735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Foil Supply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(FOS)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4F454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C9C2EA1-1BBE-AFF5-D7BB-224B6DD1C51F}"/>
              </a:ext>
            </a:extLst>
          </p:cNvPr>
          <p:cNvGrpSpPr/>
          <p:nvPr/>
        </p:nvGrpSpPr>
        <p:grpSpPr>
          <a:xfrm>
            <a:off x="3701864" y="3402298"/>
            <a:ext cx="337519" cy="337519"/>
            <a:chOff x="10024872" y="4520511"/>
            <a:chExt cx="502583" cy="502583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91A58324-ACB9-7A96-BD61-AB21827C1C21}"/>
                </a:ext>
              </a:extLst>
            </p:cNvPr>
            <p:cNvSpPr/>
            <p:nvPr/>
          </p:nvSpPr>
          <p:spPr>
            <a:xfrm>
              <a:off x="10024872" y="4520511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2" name="Gleichschenkliges Dreieck 11">
              <a:extLst>
                <a:ext uri="{FF2B5EF4-FFF2-40B4-BE49-F238E27FC236}">
                  <a16:creationId xmlns:a16="http://schemas.microsoft.com/office/drawing/2014/main" id="{DA7B30B2-3E41-82E9-9C08-C17480D80AEB}"/>
                </a:ext>
              </a:extLst>
            </p:cNvPr>
            <p:cNvSpPr/>
            <p:nvPr/>
          </p:nvSpPr>
          <p:spPr>
            <a:xfrm rot="5400000">
              <a:off x="10272181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3" name="Gleichschenkliges Dreieck 12">
              <a:extLst>
                <a:ext uri="{FF2B5EF4-FFF2-40B4-BE49-F238E27FC236}">
                  <a16:creationId xmlns:a16="http://schemas.microsoft.com/office/drawing/2014/main" id="{9B988381-B901-8F04-65E8-FD01C71C1695}"/>
                </a:ext>
              </a:extLst>
            </p:cNvPr>
            <p:cNvSpPr/>
            <p:nvPr/>
          </p:nvSpPr>
          <p:spPr>
            <a:xfrm rot="16200000">
              <a:off x="10045612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14" name="Rechteck 13">
            <a:extLst>
              <a:ext uri="{FF2B5EF4-FFF2-40B4-BE49-F238E27FC236}">
                <a16:creationId xmlns:a16="http://schemas.microsoft.com/office/drawing/2014/main" id="{C3635578-650F-A7D5-C310-A2DAF6F11A64}"/>
              </a:ext>
            </a:extLst>
          </p:cNvPr>
          <p:cNvSpPr/>
          <p:nvPr/>
        </p:nvSpPr>
        <p:spPr>
          <a:xfrm>
            <a:off x="5044613" y="1776560"/>
            <a:ext cx="1599440" cy="8735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Stretch Hood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(SH1)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4F454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C3567BD-DB91-F1D7-455C-EB3AB7171FCC}"/>
              </a:ext>
            </a:extLst>
          </p:cNvPr>
          <p:cNvSpPr/>
          <p:nvPr/>
        </p:nvSpPr>
        <p:spPr>
          <a:xfrm>
            <a:off x="5044613" y="2803934"/>
            <a:ext cx="1599440" cy="8735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de-DE" sz="1600" dirty="0">
                <a:solidFill>
                  <a:srgbClr val="4F4546"/>
                </a:solidFill>
              </a:rPr>
              <a:t>Stretch Hood </a:t>
            </a:r>
            <a:r>
              <a:rPr lang="de-DE" sz="1600" dirty="0" err="1">
                <a:solidFill>
                  <a:srgbClr val="4F4546"/>
                </a:solidFill>
              </a:rPr>
              <a:t>Machine</a:t>
            </a:r>
            <a:r>
              <a:rPr lang="de-DE" sz="1600" dirty="0">
                <a:solidFill>
                  <a:srgbClr val="4F4546"/>
                </a:solidFill>
              </a:rPr>
              <a:t>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(SH2)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4F454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40CBDA5-DF49-D79D-5867-0B53BE9B9897}"/>
              </a:ext>
            </a:extLst>
          </p:cNvPr>
          <p:cNvGrpSpPr/>
          <p:nvPr/>
        </p:nvGrpSpPr>
        <p:grpSpPr>
          <a:xfrm>
            <a:off x="4828954" y="2045695"/>
            <a:ext cx="337520" cy="337520"/>
            <a:chOff x="10025552" y="2526354"/>
            <a:chExt cx="502583" cy="502583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BCA66CD-336E-54F0-810D-0AE18FC82F72}"/>
                </a:ext>
              </a:extLst>
            </p:cNvPr>
            <p:cNvSpPr/>
            <p:nvPr/>
          </p:nvSpPr>
          <p:spPr>
            <a:xfrm>
              <a:off x="10025552" y="2526354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20C46653-2381-8EE1-2075-D0F4327459F5}"/>
                </a:ext>
              </a:extLst>
            </p:cNvPr>
            <p:cNvGrpSpPr/>
            <p:nvPr/>
          </p:nvGrpSpPr>
          <p:grpSpPr>
            <a:xfrm>
              <a:off x="10090807" y="2606755"/>
              <a:ext cx="390429" cy="355600"/>
              <a:chOff x="7139884" y="1647766"/>
              <a:chExt cx="390429" cy="355600"/>
            </a:xfrm>
          </p:grpSpPr>
          <p:sp>
            <p:nvSpPr>
              <p:cNvPr id="19" name="Gleichschenkliges Dreieck 18">
                <a:extLst>
                  <a:ext uri="{FF2B5EF4-FFF2-40B4-BE49-F238E27FC236}">
                    <a16:creationId xmlns:a16="http://schemas.microsoft.com/office/drawing/2014/main" id="{0537EC5D-5AFF-DA68-C982-E4A5E5EFE301}"/>
                  </a:ext>
                </a:extLst>
              </p:cNvPr>
              <p:cNvSpPr/>
              <p:nvPr/>
            </p:nvSpPr>
            <p:spPr>
              <a:xfrm rot="5400000">
                <a:off x="7116313" y="1678246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7A89745B-9FD3-6C31-90BE-6A65F2C549E7}"/>
                  </a:ext>
                </a:extLst>
              </p:cNvPr>
              <p:cNvSpPr/>
              <p:nvPr/>
            </p:nvSpPr>
            <p:spPr>
              <a:xfrm>
                <a:off x="7469353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1B563F47-BCDC-5E76-B404-E37980FCCDA7}"/>
              </a:ext>
            </a:extLst>
          </p:cNvPr>
          <p:cNvGrpSpPr/>
          <p:nvPr/>
        </p:nvGrpSpPr>
        <p:grpSpPr>
          <a:xfrm>
            <a:off x="4828954" y="3072752"/>
            <a:ext cx="337520" cy="337520"/>
            <a:chOff x="10025552" y="2526354"/>
            <a:chExt cx="502583" cy="50258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1B3B0D26-C23E-2679-1B5C-78D7EFAED8ED}"/>
                </a:ext>
              </a:extLst>
            </p:cNvPr>
            <p:cNvSpPr/>
            <p:nvPr/>
          </p:nvSpPr>
          <p:spPr>
            <a:xfrm>
              <a:off x="10025552" y="2526354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9474568-3F3A-2D49-980B-0A3AD75F6016}"/>
                </a:ext>
              </a:extLst>
            </p:cNvPr>
            <p:cNvGrpSpPr/>
            <p:nvPr/>
          </p:nvGrpSpPr>
          <p:grpSpPr>
            <a:xfrm>
              <a:off x="10090807" y="2606755"/>
              <a:ext cx="390429" cy="355600"/>
              <a:chOff x="7139884" y="1647766"/>
              <a:chExt cx="390429" cy="355600"/>
            </a:xfrm>
          </p:grpSpPr>
          <p:sp>
            <p:nvSpPr>
              <p:cNvPr id="24" name="Gleichschenkliges Dreieck 23">
                <a:extLst>
                  <a:ext uri="{FF2B5EF4-FFF2-40B4-BE49-F238E27FC236}">
                    <a16:creationId xmlns:a16="http://schemas.microsoft.com/office/drawing/2014/main" id="{86383397-0751-FFFA-B0D5-EDC91FA82953}"/>
                  </a:ext>
                </a:extLst>
              </p:cNvPr>
              <p:cNvSpPr/>
              <p:nvPr/>
            </p:nvSpPr>
            <p:spPr>
              <a:xfrm rot="5400000">
                <a:off x="7116313" y="1678246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BE7DC3D0-1549-D870-7822-52442DE4A128}"/>
                  </a:ext>
                </a:extLst>
              </p:cNvPr>
              <p:cNvSpPr/>
              <p:nvPr/>
            </p:nvSpPr>
            <p:spPr>
              <a:xfrm>
                <a:off x="7469353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97FFE218-437C-0171-C18A-3170735A7AF0}"/>
              </a:ext>
            </a:extLst>
          </p:cNvPr>
          <p:cNvCxnSpPr>
            <a:cxnSpLocks/>
            <a:stCxn id="30" idx="2"/>
          </p:cNvCxnSpPr>
          <p:nvPr/>
        </p:nvCxnSpPr>
        <p:spPr>
          <a:xfrm flipV="1">
            <a:off x="2898709" y="2117605"/>
            <a:ext cx="1917378" cy="1691"/>
          </a:xfrm>
          <a:prstGeom prst="straightConnector1">
            <a:avLst/>
          </a:prstGeom>
          <a:ln w="28575">
            <a:solidFill>
              <a:srgbClr val="1E643F"/>
            </a:solidFill>
            <a:prstDash val="sysDot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Verbinder: gewinkelt 26">
            <a:extLst>
              <a:ext uri="{FF2B5EF4-FFF2-40B4-BE49-F238E27FC236}">
                <a16:creationId xmlns:a16="http://schemas.microsoft.com/office/drawing/2014/main" id="{36D92FBC-C417-BA3A-4CE7-75E183D176C3}"/>
              </a:ext>
            </a:extLst>
          </p:cNvPr>
          <p:cNvCxnSpPr>
            <a:cxnSpLocks/>
            <a:stCxn id="30" idx="2"/>
            <a:endCxn id="22" idx="1"/>
          </p:cNvCxnSpPr>
          <p:nvPr/>
        </p:nvCxnSpPr>
        <p:spPr>
          <a:xfrm>
            <a:off x="2898709" y="2119296"/>
            <a:ext cx="1930245" cy="1122216"/>
          </a:xfrm>
          <a:prstGeom prst="bentConnector3">
            <a:avLst>
              <a:gd name="adj1" fmla="val 80612"/>
            </a:avLst>
          </a:prstGeom>
          <a:ln w="28575">
            <a:solidFill>
              <a:srgbClr val="1E643F"/>
            </a:solidFill>
            <a:prstDash val="sysDot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6CEB757A-80AD-620F-AFB5-3EF777CA516E}"/>
              </a:ext>
            </a:extLst>
          </p:cNvPr>
          <p:cNvCxnSpPr>
            <a:cxnSpLocks/>
            <a:stCxn id="35" idx="3"/>
            <a:endCxn id="11" idx="1"/>
          </p:cNvCxnSpPr>
          <p:nvPr/>
        </p:nvCxnSpPr>
        <p:spPr>
          <a:xfrm>
            <a:off x="2898709" y="3303516"/>
            <a:ext cx="803155" cy="267542"/>
          </a:xfrm>
          <a:prstGeom prst="bentConnector3">
            <a:avLst>
              <a:gd name="adj1" fmla="val 46838"/>
            </a:avLst>
          </a:prstGeom>
          <a:ln w="28575">
            <a:solidFill>
              <a:srgbClr val="1E643F"/>
            </a:solidFill>
            <a:prstDash val="sysDot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731FAF3-C55F-E55B-97C7-DA4040CD565F}"/>
              </a:ext>
            </a:extLst>
          </p:cNvPr>
          <p:cNvGrpSpPr/>
          <p:nvPr/>
        </p:nvGrpSpPr>
        <p:grpSpPr>
          <a:xfrm>
            <a:off x="2561489" y="2045695"/>
            <a:ext cx="337956" cy="337520"/>
            <a:chOff x="2427469" y="3130607"/>
            <a:chExt cx="337956" cy="337520"/>
          </a:xfrm>
        </p:grpSpPr>
        <p:sp>
          <p:nvSpPr>
            <p:cNvPr id="30" name="Rechteck 185">
              <a:extLst>
                <a:ext uri="{FF2B5EF4-FFF2-40B4-BE49-F238E27FC236}">
                  <a16:creationId xmlns:a16="http://schemas.microsoft.com/office/drawing/2014/main" id="{7172A8B5-DBA9-CE51-6F7B-7CD6D67D741D}"/>
                </a:ext>
              </a:extLst>
            </p:cNvPr>
            <p:cNvSpPr/>
            <p:nvPr/>
          </p:nvSpPr>
          <p:spPr>
            <a:xfrm>
              <a:off x="2427469" y="3130607"/>
              <a:ext cx="337956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175202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252356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2260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9425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956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73601"/>
                  </a:lnTo>
                  <a:lnTo>
                    <a:pt x="337220" y="194252"/>
                  </a:lnTo>
                  <a:cubicBezTo>
                    <a:pt x="337465" y="219970"/>
                    <a:pt x="337711" y="279026"/>
                    <a:pt x="337956" y="304744"/>
                  </a:cubicBezTo>
                  <a:cubicBezTo>
                    <a:pt x="337811" y="333132"/>
                    <a:pt x="337665" y="309132"/>
                    <a:pt x="337520" y="337520"/>
                  </a:cubicBez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12C80657-3AE9-A85B-2C21-98D69701EC25}"/>
                </a:ext>
              </a:extLst>
            </p:cNvPr>
            <p:cNvSpPr/>
            <p:nvPr/>
          </p:nvSpPr>
          <p:spPr>
            <a:xfrm>
              <a:off x="2471292" y="3184602"/>
              <a:ext cx="40939" cy="23881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2" name="Gleichschenkliges Dreieck 31">
              <a:extLst>
                <a:ext uri="{FF2B5EF4-FFF2-40B4-BE49-F238E27FC236}">
                  <a16:creationId xmlns:a16="http://schemas.microsoft.com/office/drawing/2014/main" id="{CAE1993F-70D4-4528-0E26-3ACEB8619F08}"/>
                </a:ext>
              </a:extLst>
            </p:cNvPr>
            <p:cNvSpPr/>
            <p:nvPr/>
          </p:nvSpPr>
          <p:spPr>
            <a:xfrm rot="5400000">
              <a:off x="2625283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3" name="Gleichschenkliges Dreieck 32">
              <a:extLst>
                <a:ext uri="{FF2B5EF4-FFF2-40B4-BE49-F238E27FC236}">
                  <a16:creationId xmlns:a16="http://schemas.microsoft.com/office/drawing/2014/main" id="{1004CD06-431B-2A23-FE10-282D0F8A520A}"/>
                </a:ext>
              </a:extLst>
            </p:cNvPr>
            <p:cNvSpPr/>
            <p:nvPr/>
          </p:nvSpPr>
          <p:spPr>
            <a:xfrm rot="16200000">
              <a:off x="2512116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BB463A99-2BAC-D152-AA8B-6D03E043A09F}"/>
              </a:ext>
            </a:extLst>
          </p:cNvPr>
          <p:cNvGrpSpPr/>
          <p:nvPr/>
        </p:nvGrpSpPr>
        <p:grpSpPr>
          <a:xfrm>
            <a:off x="2561489" y="3072752"/>
            <a:ext cx="337520" cy="337520"/>
            <a:chOff x="2427469" y="4157664"/>
            <a:chExt cx="337520" cy="337520"/>
          </a:xfrm>
        </p:grpSpPr>
        <p:sp>
          <p:nvSpPr>
            <p:cNvPr id="35" name="Rechteck 185">
              <a:extLst>
                <a:ext uri="{FF2B5EF4-FFF2-40B4-BE49-F238E27FC236}">
                  <a16:creationId xmlns:a16="http://schemas.microsoft.com/office/drawing/2014/main" id="{55F2CCCD-BC8A-B1ED-22F1-3FB5A7F5B1D3}"/>
                </a:ext>
              </a:extLst>
            </p:cNvPr>
            <p:cNvSpPr/>
            <p:nvPr/>
          </p:nvSpPr>
          <p:spPr>
            <a:xfrm>
              <a:off x="2427469" y="4157664"/>
              <a:ext cx="337520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6BCBFB83-8253-9967-50F8-EB28B11CA8FC}"/>
                </a:ext>
              </a:extLst>
            </p:cNvPr>
            <p:cNvGrpSpPr/>
            <p:nvPr/>
          </p:nvGrpSpPr>
          <p:grpSpPr>
            <a:xfrm>
              <a:off x="2471291" y="4210876"/>
              <a:ext cx="264899" cy="238810"/>
              <a:chOff x="7139884" y="1647766"/>
              <a:chExt cx="394449" cy="355600"/>
            </a:xfrm>
          </p:grpSpPr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2459BBB7-B2EE-2C40-0C9F-5AC4C448E066}"/>
                  </a:ext>
                </a:extLst>
              </p:cNvPr>
              <p:cNvSpPr/>
              <p:nvPr/>
            </p:nvSpPr>
            <p:spPr>
              <a:xfrm>
                <a:off x="7139884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" name="Gleichschenkliges Dreieck 37">
                <a:extLst>
                  <a:ext uri="{FF2B5EF4-FFF2-40B4-BE49-F238E27FC236}">
                    <a16:creationId xmlns:a16="http://schemas.microsoft.com/office/drawing/2014/main" id="{586A9C42-D974-D4AD-2AB7-995D9F80F4E3}"/>
                  </a:ext>
                </a:extLst>
              </p:cNvPr>
              <p:cNvSpPr/>
              <p:nvPr/>
            </p:nvSpPr>
            <p:spPr>
              <a:xfrm rot="5400000">
                <a:off x="7216122" y="1671337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cxnSp>
        <p:nvCxnSpPr>
          <p:cNvPr id="39" name="Verbinder: gewinkelt 38">
            <a:extLst>
              <a:ext uri="{FF2B5EF4-FFF2-40B4-BE49-F238E27FC236}">
                <a16:creationId xmlns:a16="http://schemas.microsoft.com/office/drawing/2014/main" id="{A8AC615A-A07E-82E3-F927-0E57509F16DA}"/>
              </a:ext>
            </a:extLst>
          </p:cNvPr>
          <p:cNvCxnSpPr>
            <a:cxnSpLocks/>
            <a:stCxn id="35" idx="2"/>
            <a:endCxn id="30" idx="4"/>
          </p:cNvCxnSpPr>
          <p:nvPr/>
        </p:nvCxnSpPr>
        <p:spPr>
          <a:xfrm flipV="1">
            <a:off x="2898709" y="2350439"/>
            <a:ext cx="736" cy="834014"/>
          </a:xfrm>
          <a:prstGeom prst="bentConnector3">
            <a:avLst>
              <a:gd name="adj1" fmla="val 51866304"/>
            </a:avLst>
          </a:prstGeom>
          <a:ln w="28575">
            <a:solidFill>
              <a:srgbClr val="1E643F"/>
            </a:solidFill>
            <a:prstDash val="sysDot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Verbinder: gewinkelt 39">
            <a:extLst>
              <a:ext uri="{FF2B5EF4-FFF2-40B4-BE49-F238E27FC236}">
                <a16:creationId xmlns:a16="http://schemas.microsoft.com/office/drawing/2014/main" id="{8CBB158F-085D-2289-0277-16FFB77B57CD}"/>
              </a:ext>
            </a:extLst>
          </p:cNvPr>
          <p:cNvCxnSpPr>
            <a:cxnSpLocks/>
            <a:stCxn id="11" idx="3"/>
            <a:endCxn id="30" idx="3"/>
          </p:cNvCxnSpPr>
          <p:nvPr/>
        </p:nvCxnSpPr>
        <p:spPr>
          <a:xfrm flipH="1" flipV="1">
            <a:off x="2898709" y="2239947"/>
            <a:ext cx="1140674" cy="1331111"/>
          </a:xfrm>
          <a:prstGeom prst="bentConnector3">
            <a:avLst>
              <a:gd name="adj1" fmla="val -18111"/>
            </a:avLst>
          </a:prstGeom>
          <a:ln w="28575">
            <a:solidFill>
              <a:srgbClr val="1E643F"/>
            </a:solidFill>
            <a:prstDash val="sysDot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lipse 40">
            <a:extLst>
              <a:ext uri="{FF2B5EF4-FFF2-40B4-BE49-F238E27FC236}">
                <a16:creationId xmlns:a16="http://schemas.microsoft.com/office/drawing/2014/main" id="{D4DF50B4-9220-D2A5-4056-8997AE17F959}"/>
              </a:ext>
            </a:extLst>
          </p:cNvPr>
          <p:cNvSpPr/>
          <p:nvPr/>
        </p:nvSpPr>
        <p:spPr>
          <a:xfrm>
            <a:off x="3253085" y="1384915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C1846498-AB65-AAA7-94BC-64776CFFDAA5}"/>
              </a:ext>
            </a:extLst>
          </p:cNvPr>
          <p:cNvSpPr txBox="1"/>
          <p:nvPr/>
        </p:nvSpPr>
        <p:spPr>
          <a:xfrm>
            <a:off x="2962703" y="1822428"/>
            <a:ext cx="724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1E643F"/>
                </a:solidFill>
              </a:rPr>
              <a:t>Push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D01A5FB7-6C6D-005B-314A-190917023289}"/>
              </a:ext>
            </a:extLst>
          </p:cNvPr>
          <p:cNvSpPr txBox="1"/>
          <p:nvPr/>
        </p:nvSpPr>
        <p:spPr>
          <a:xfrm>
            <a:off x="3289137" y="2205743"/>
            <a:ext cx="724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1E643F"/>
                </a:solidFill>
              </a:rPr>
              <a:t>Pull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9A380CAC-2C72-C369-57CA-67CEB4EA616A}"/>
              </a:ext>
            </a:extLst>
          </p:cNvPr>
          <p:cNvGrpSpPr/>
          <p:nvPr/>
        </p:nvGrpSpPr>
        <p:grpSpPr>
          <a:xfrm>
            <a:off x="6968089" y="4011686"/>
            <a:ext cx="265557" cy="265557"/>
            <a:chOff x="10036932" y="5161936"/>
            <a:chExt cx="502583" cy="502583"/>
          </a:xfrm>
        </p:grpSpPr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316E207F-6BE8-D8B2-B53E-BA109ABED6CC}"/>
                </a:ext>
              </a:extLst>
            </p:cNvPr>
            <p:cNvSpPr/>
            <p:nvPr/>
          </p:nvSpPr>
          <p:spPr>
            <a:xfrm>
              <a:off x="10036932" y="5161936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pic>
          <p:nvPicPr>
            <p:cNvPr id="46" name="Grafik 45" descr="Glocke mit einfarbiger Füllung">
              <a:extLst>
                <a:ext uri="{FF2B5EF4-FFF2-40B4-BE49-F238E27FC236}">
                  <a16:creationId xmlns:a16="http://schemas.microsoft.com/office/drawing/2014/main" id="{7275ECBA-1479-55BF-4E33-549543A93F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77427" y="5199399"/>
              <a:ext cx="421593" cy="421593"/>
            </a:xfrm>
            <a:prstGeom prst="rect">
              <a:avLst/>
            </a:prstGeom>
          </p:spPr>
        </p:pic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1DFDB299-AFD5-CE96-5FDA-C421610002FA}"/>
              </a:ext>
            </a:extLst>
          </p:cNvPr>
          <p:cNvGrpSpPr/>
          <p:nvPr/>
        </p:nvGrpSpPr>
        <p:grpSpPr>
          <a:xfrm>
            <a:off x="6967826" y="3687497"/>
            <a:ext cx="265558" cy="265558"/>
            <a:chOff x="10024872" y="4520511"/>
            <a:chExt cx="502583" cy="502583"/>
          </a:xfrm>
        </p:grpSpPr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137643B6-1B21-64C1-FD4F-9F87AF500F09}"/>
                </a:ext>
              </a:extLst>
            </p:cNvPr>
            <p:cNvSpPr/>
            <p:nvPr/>
          </p:nvSpPr>
          <p:spPr>
            <a:xfrm>
              <a:off x="10024872" y="4520511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64" name="Gleichschenkliges Dreieck 63">
              <a:extLst>
                <a:ext uri="{FF2B5EF4-FFF2-40B4-BE49-F238E27FC236}">
                  <a16:creationId xmlns:a16="http://schemas.microsoft.com/office/drawing/2014/main" id="{D1A6EC26-A271-9E16-9F54-9D2CAD5AAB89}"/>
                </a:ext>
              </a:extLst>
            </p:cNvPr>
            <p:cNvSpPr/>
            <p:nvPr/>
          </p:nvSpPr>
          <p:spPr>
            <a:xfrm rot="5400000">
              <a:off x="10272181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65" name="Gleichschenkliges Dreieck 64">
              <a:extLst>
                <a:ext uri="{FF2B5EF4-FFF2-40B4-BE49-F238E27FC236}">
                  <a16:creationId xmlns:a16="http://schemas.microsoft.com/office/drawing/2014/main" id="{22239142-49D3-3CF3-423E-EB12645E696B}"/>
                </a:ext>
              </a:extLst>
            </p:cNvPr>
            <p:cNvSpPr/>
            <p:nvPr/>
          </p:nvSpPr>
          <p:spPr>
            <a:xfrm rot="16200000">
              <a:off x="10045612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69" name="Textfeld 68">
            <a:extLst>
              <a:ext uri="{FF2B5EF4-FFF2-40B4-BE49-F238E27FC236}">
                <a16:creationId xmlns:a16="http://schemas.microsoft.com/office/drawing/2014/main" id="{94ADCE82-7CAC-E395-202F-10B488DE774B}"/>
              </a:ext>
            </a:extLst>
          </p:cNvPr>
          <p:cNvSpPr txBox="1"/>
          <p:nvPr/>
        </p:nvSpPr>
        <p:spPr>
          <a:xfrm>
            <a:off x="7192805" y="3636682"/>
            <a:ext cx="1839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Processing Node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FADFF189-8960-2385-28F4-ACBC43FA0406}"/>
              </a:ext>
            </a:extLst>
          </p:cNvPr>
          <p:cNvSpPr txBox="1"/>
          <p:nvPr/>
        </p:nvSpPr>
        <p:spPr>
          <a:xfrm>
            <a:off x="7196615" y="3966337"/>
            <a:ext cx="1836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Order Node</a:t>
            </a:r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B15FDC8A-A398-F2DF-64AE-593AB5F2488A}"/>
              </a:ext>
            </a:extLst>
          </p:cNvPr>
          <p:cNvGrpSpPr/>
          <p:nvPr/>
        </p:nvGrpSpPr>
        <p:grpSpPr>
          <a:xfrm>
            <a:off x="6973573" y="3032714"/>
            <a:ext cx="265556" cy="265556"/>
            <a:chOff x="10025552" y="2526354"/>
            <a:chExt cx="502583" cy="502583"/>
          </a:xfrm>
        </p:grpSpPr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8DB0B471-129D-4CB6-A9F2-E39ABC2A227A}"/>
                </a:ext>
              </a:extLst>
            </p:cNvPr>
            <p:cNvSpPr/>
            <p:nvPr/>
          </p:nvSpPr>
          <p:spPr>
            <a:xfrm>
              <a:off x="10025552" y="2526354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79" name="Gruppieren 78">
              <a:extLst>
                <a:ext uri="{FF2B5EF4-FFF2-40B4-BE49-F238E27FC236}">
                  <a16:creationId xmlns:a16="http://schemas.microsoft.com/office/drawing/2014/main" id="{FA62C1D7-DFBF-F0F2-75F4-7C52402C09A3}"/>
                </a:ext>
              </a:extLst>
            </p:cNvPr>
            <p:cNvGrpSpPr/>
            <p:nvPr/>
          </p:nvGrpSpPr>
          <p:grpSpPr>
            <a:xfrm>
              <a:off x="10090807" y="2606755"/>
              <a:ext cx="390429" cy="355600"/>
              <a:chOff x="7139884" y="1647766"/>
              <a:chExt cx="390429" cy="355600"/>
            </a:xfrm>
          </p:grpSpPr>
          <p:sp>
            <p:nvSpPr>
              <p:cNvPr id="80" name="Gleichschenkliges Dreieck 79">
                <a:extLst>
                  <a:ext uri="{FF2B5EF4-FFF2-40B4-BE49-F238E27FC236}">
                    <a16:creationId xmlns:a16="http://schemas.microsoft.com/office/drawing/2014/main" id="{7B7A6813-799C-A454-64AD-05381F3B7DFC}"/>
                  </a:ext>
                </a:extLst>
              </p:cNvPr>
              <p:cNvSpPr/>
              <p:nvPr/>
            </p:nvSpPr>
            <p:spPr>
              <a:xfrm rot="5400000">
                <a:off x="7116313" y="1678246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1" name="Rechteck 80">
                <a:extLst>
                  <a:ext uri="{FF2B5EF4-FFF2-40B4-BE49-F238E27FC236}">
                    <a16:creationId xmlns:a16="http://schemas.microsoft.com/office/drawing/2014/main" id="{2FDECB78-3A37-6EC3-AB89-B2DB4E78EF1A}"/>
                  </a:ext>
                </a:extLst>
              </p:cNvPr>
              <p:cNvSpPr/>
              <p:nvPr/>
            </p:nvSpPr>
            <p:spPr>
              <a:xfrm>
                <a:off x="7469353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32BA3CFA-2532-56AA-3909-B069851BB45C}"/>
              </a:ext>
            </a:extLst>
          </p:cNvPr>
          <p:cNvGrpSpPr/>
          <p:nvPr/>
        </p:nvGrpSpPr>
        <p:grpSpPr>
          <a:xfrm>
            <a:off x="6973394" y="2709272"/>
            <a:ext cx="265556" cy="265556"/>
            <a:chOff x="2427469" y="4157664"/>
            <a:chExt cx="337520" cy="337520"/>
          </a:xfrm>
        </p:grpSpPr>
        <p:sp>
          <p:nvSpPr>
            <p:cNvPr id="83" name="Rechteck 185">
              <a:extLst>
                <a:ext uri="{FF2B5EF4-FFF2-40B4-BE49-F238E27FC236}">
                  <a16:creationId xmlns:a16="http://schemas.microsoft.com/office/drawing/2014/main" id="{D66413F8-6AAC-99E2-A2A8-44CBBF0B0375}"/>
                </a:ext>
              </a:extLst>
            </p:cNvPr>
            <p:cNvSpPr/>
            <p:nvPr/>
          </p:nvSpPr>
          <p:spPr>
            <a:xfrm>
              <a:off x="2427469" y="4157664"/>
              <a:ext cx="337520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84" name="Gruppieren 83">
              <a:extLst>
                <a:ext uri="{FF2B5EF4-FFF2-40B4-BE49-F238E27FC236}">
                  <a16:creationId xmlns:a16="http://schemas.microsoft.com/office/drawing/2014/main" id="{38420FE3-2C62-3420-577F-81BCA2A2C630}"/>
                </a:ext>
              </a:extLst>
            </p:cNvPr>
            <p:cNvGrpSpPr/>
            <p:nvPr/>
          </p:nvGrpSpPr>
          <p:grpSpPr>
            <a:xfrm>
              <a:off x="2471291" y="4210876"/>
              <a:ext cx="264899" cy="238810"/>
              <a:chOff x="7139884" y="1647766"/>
              <a:chExt cx="394449" cy="355600"/>
            </a:xfrm>
          </p:grpSpPr>
          <p:sp>
            <p:nvSpPr>
              <p:cNvPr id="85" name="Rechteck 84">
                <a:extLst>
                  <a:ext uri="{FF2B5EF4-FFF2-40B4-BE49-F238E27FC236}">
                    <a16:creationId xmlns:a16="http://schemas.microsoft.com/office/drawing/2014/main" id="{24D975DE-1AEB-4123-8081-BD40F872C21B}"/>
                  </a:ext>
                </a:extLst>
              </p:cNvPr>
              <p:cNvSpPr/>
              <p:nvPr/>
            </p:nvSpPr>
            <p:spPr>
              <a:xfrm>
                <a:off x="7139884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6" name="Gleichschenkliges Dreieck 85">
                <a:extLst>
                  <a:ext uri="{FF2B5EF4-FFF2-40B4-BE49-F238E27FC236}">
                    <a16:creationId xmlns:a16="http://schemas.microsoft.com/office/drawing/2014/main" id="{CB9F4E99-8F4D-7F5C-B035-345D8B47E361}"/>
                  </a:ext>
                </a:extLst>
              </p:cNvPr>
              <p:cNvSpPr/>
              <p:nvPr/>
            </p:nvSpPr>
            <p:spPr>
              <a:xfrm rot="5400000">
                <a:off x="7216122" y="1671337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5243A1E2-4975-7A20-E55A-8BC782F329FC}"/>
              </a:ext>
            </a:extLst>
          </p:cNvPr>
          <p:cNvGrpSpPr/>
          <p:nvPr/>
        </p:nvGrpSpPr>
        <p:grpSpPr>
          <a:xfrm>
            <a:off x="6968151" y="3359581"/>
            <a:ext cx="270799" cy="270450"/>
            <a:chOff x="2427469" y="3130607"/>
            <a:chExt cx="337956" cy="337520"/>
          </a:xfrm>
        </p:grpSpPr>
        <p:sp>
          <p:nvSpPr>
            <p:cNvPr id="88" name="Rechteck 185">
              <a:extLst>
                <a:ext uri="{FF2B5EF4-FFF2-40B4-BE49-F238E27FC236}">
                  <a16:creationId xmlns:a16="http://schemas.microsoft.com/office/drawing/2014/main" id="{9AC0FBC4-5627-264B-D0EA-D1C6D7246445}"/>
                </a:ext>
              </a:extLst>
            </p:cNvPr>
            <p:cNvSpPr/>
            <p:nvPr/>
          </p:nvSpPr>
          <p:spPr>
            <a:xfrm>
              <a:off x="2427469" y="3130607"/>
              <a:ext cx="337956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175202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252356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2260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9425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956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73601"/>
                  </a:lnTo>
                  <a:lnTo>
                    <a:pt x="337220" y="194252"/>
                  </a:lnTo>
                  <a:cubicBezTo>
                    <a:pt x="337465" y="219970"/>
                    <a:pt x="337711" y="279026"/>
                    <a:pt x="337956" y="304744"/>
                  </a:cubicBezTo>
                  <a:cubicBezTo>
                    <a:pt x="337811" y="333132"/>
                    <a:pt x="337665" y="309132"/>
                    <a:pt x="337520" y="337520"/>
                  </a:cubicBez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5134F144-8885-04FE-E60D-5A238869F238}"/>
                </a:ext>
              </a:extLst>
            </p:cNvPr>
            <p:cNvSpPr/>
            <p:nvPr/>
          </p:nvSpPr>
          <p:spPr>
            <a:xfrm>
              <a:off x="2471292" y="3184602"/>
              <a:ext cx="40939" cy="23881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90" name="Gleichschenkliges Dreieck 89">
              <a:extLst>
                <a:ext uri="{FF2B5EF4-FFF2-40B4-BE49-F238E27FC236}">
                  <a16:creationId xmlns:a16="http://schemas.microsoft.com/office/drawing/2014/main" id="{D237B412-B838-0191-CD02-9F7635C20EEC}"/>
                </a:ext>
              </a:extLst>
            </p:cNvPr>
            <p:cNvSpPr/>
            <p:nvPr/>
          </p:nvSpPr>
          <p:spPr>
            <a:xfrm rot="5400000">
              <a:off x="2625283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91" name="Gleichschenkliges Dreieck 90">
              <a:extLst>
                <a:ext uri="{FF2B5EF4-FFF2-40B4-BE49-F238E27FC236}">
                  <a16:creationId xmlns:a16="http://schemas.microsoft.com/office/drawing/2014/main" id="{A8CC53E2-BBCB-6BDD-BC74-1EC9287097F4}"/>
                </a:ext>
              </a:extLst>
            </p:cNvPr>
            <p:cNvSpPr/>
            <p:nvPr/>
          </p:nvSpPr>
          <p:spPr>
            <a:xfrm rot="16200000">
              <a:off x="2512116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92" name="Textfeld 91">
            <a:extLst>
              <a:ext uri="{FF2B5EF4-FFF2-40B4-BE49-F238E27FC236}">
                <a16:creationId xmlns:a16="http://schemas.microsoft.com/office/drawing/2014/main" id="{0A680F06-57E6-508C-19F1-956B37006543}"/>
              </a:ext>
            </a:extLst>
          </p:cNvPr>
          <p:cNvSpPr txBox="1"/>
          <p:nvPr/>
        </p:nvSpPr>
        <p:spPr>
          <a:xfrm>
            <a:off x="7206054" y="2666738"/>
            <a:ext cx="1826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Outbound Node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864F771D-7D7A-F72E-B1C8-3D19A05C614A}"/>
              </a:ext>
            </a:extLst>
          </p:cNvPr>
          <p:cNvSpPr txBox="1"/>
          <p:nvPr/>
        </p:nvSpPr>
        <p:spPr>
          <a:xfrm>
            <a:off x="7206055" y="2996393"/>
            <a:ext cx="1660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Inbound Node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8F7B65B4-76EC-AEC8-D8D0-F891A19523C5}"/>
              </a:ext>
            </a:extLst>
          </p:cNvPr>
          <p:cNvSpPr txBox="1"/>
          <p:nvPr/>
        </p:nvSpPr>
        <p:spPr>
          <a:xfrm>
            <a:off x="7208021" y="3325529"/>
            <a:ext cx="1950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In/Outbound Node</a:t>
            </a:r>
          </a:p>
        </p:txBody>
      </p:sp>
    </p:spTree>
    <p:extLst>
      <p:ext uri="{BB962C8B-B14F-4D97-AF65-F5344CB8AC3E}">
        <p14:creationId xmlns:p14="http://schemas.microsoft.com/office/powerpoint/2010/main" val="131583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880BA28-D4D2-53E1-1BC9-13C93E58C7EB}"/>
              </a:ext>
            </a:extLst>
          </p:cNvPr>
          <p:cNvSpPr/>
          <p:nvPr/>
        </p:nvSpPr>
        <p:spPr>
          <a:xfrm>
            <a:off x="772026" y="5917907"/>
            <a:ext cx="10478417" cy="346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389A7AC-74B3-BFDD-CC47-A8D3F4DD8EC6}"/>
              </a:ext>
            </a:extLst>
          </p:cNvPr>
          <p:cNvSpPr/>
          <p:nvPr/>
        </p:nvSpPr>
        <p:spPr>
          <a:xfrm>
            <a:off x="772027" y="304618"/>
            <a:ext cx="10478417" cy="56132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>
                <a:solidFill>
                  <a:srgbClr val="4F4546"/>
                </a:solidFill>
              </a:rPr>
              <a:t>Modular </a:t>
            </a:r>
            <a:r>
              <a:rPr lang="de-DE" dirty="0" err="1">
                <a:solidFill>
                  <a:srgbClr val="4F4546"/>
                </a:solidFill>
              </a:rPr>
              <a:t>Logistics</a:t>
            </a:r>
            <a:r>
              <a:rPr lang="de-DE" dirty="0">
                <a:solidFill>
                  <a:srgbClr val="4F4546"/>
                </a:solidFill>
              </a:rPr>
              <a:t> System (</a:t>
            </a:r>
            <a:r>
              <a:rPr lang="de-DE" b="1" dirty="0">
                <a:solidFill>
                  <a:srgbClr val="4F4546"/>
                </a:solidFill>
              </a:rPr>
              <a:t>MLS</a:t>
            </a:r>
            <a:r>
              <a:rPr lang="de-DE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2CAF978-2CB2-101B-7472-678630F32C7A}"/>
              </a:ext>
            </a:extLst>
          </p:cNvPr>
          <p:cNvSpPr/>
          <p:nvPr/>
        </p:nvSpPr>
        <p:spPr>
          <a:xfrm>
            <a:off x="854531" y="896699"/>
            <a:ext cx="10300664" cy="46747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de-DE" dirty="0" err="1">
                <a:solidFill>
                  <a:srgbClr val="4F4546"/>
                </a:solidFill>
              </a:rPr>
              <a:t>Logistics</a:t>
            </a:r>
            <a:r>
              <a:rPr lang="de-DE" dirty="0">
                <a:solidFill>
                  <a:srgbClr val="4F4546"/>
                </a:solidFill>
              </a:rPr>
              <a:t> Area (</a:t>
            </a:r>
            <a:r>
              <a:rPr lang="de-DE" b="1" dirty="0">
                <a:solidFill>
                  <a:srgbClr val="4F4546"/>
                </a:solidFill>
              </a:rPr>
              <a:t>LA</a:t>
            </a:r>
            <a:r>
              <a:rPr lang="de-DE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433B3AE-171C-B22A-4BD2-7471AF11C54F}"/>
              </a:ext>
            </a:extLst>
          </p:cNvPr>
          <p:cNvSpPr/>
          <p:nvPr/>
        </p:nvSpPr>
        <p:spPr>
          <a:xfrm>
            <a:off x="854531" y="387604"/>
            <a:ext cx="10300664" cy="41820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Logistics</a:t>
            </a:r>
            <a:r>
              <a:rPr lang="de-DE" dirty="0">
                <a:solidFill>
                  <a:schemeClr val="bg1"/>
                </a:solidFill>
              </a:rPr>
              <a:t> Orchestration Layer </a:t>
            </a:r>
            <a:r>
              <a:rPr lang="de-DE" b="1" dirty="0">
                <a:solidFill>
                  <a:schemeClr val="bg1"/>
                </a:solidFill>
              </a:rPr>
              <a:t>(LOL)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81552E1-EBC0-9866-7ACC-120D0B52F126}"/>
              </a:ext>
            </a:extLst>
          </p:cNvPr>
          <p:cNvSpPr/>
          <p:nvPr/>
        </p:nvSpPr>
        <p:spPr>
          <a:xfrm>
            <a:off x="960807" y="1010386"/>
            <a:ext cx="6133475" cy="1592141"/>
          </a:xfrm>
          <a:prstGeom prst="rect">
            <a:avLst/>
          </a:prstGeom>
          <a:solidFill>
            <a:srgbClr val="E0F5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dirty="0" err="1">
                <a:solidFill>
                  <a:srgbClr val="4F4546"/>
                </a:solidFill>
              </a:rPr>
              <a:t>Logistics</a:t>
            </a:r>
            <a:r>
              <a:rPr lang="de-DE" dirty="0">
                <a:solidFill>
                  <a:srgbClr val="4F4546"/>
                </a:solidFill>
              </a:rPr>
              <a:t> Line (</a:t>
            </a:r>
            <a:r>
              <a:rPr lang="de-DE" b="1" dirty="0">
                <a:solidFill>
                  <a:srgbClr val="4F4546"/>
                </a:solidFill>
              </a:rPr>
              <a:t>LL</a:t>
            </a:r>
            <a:r>
              <a:rPr lang="de-DE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BADE5D75-C290-E36B-7076-8B2D6AD3A8E1}"/>
              </a:ext>
            </a:extLst>
          </p:cNvPr>
          <p:cNvSpPr/>
          <p:nvPr/>
        </p:nvSpPr>
        <p:spPr>
          <a:xfrm>
            <a:off x="2821401" y="1794374"/>
            <a:ext cx="2365101" cy="22860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4F4546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9B2C03A-4AE8-1182-2BB0-3F53558E3B8E}"/>
              </a:ext>
            </a:extLst>
          </p:cNvPr>
          <p:cNvSpPr/>
          <p:nvPr/>
        </p:nvSpPr>
        <p:spPr>
          <a:xfrm>
            <a:off x="1131748" y="1357054"/>
            <a:ext cx="1689653" cy="11032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4F4546"/>
                </a:solidFill>
              </a:rPr>
              <a:t>Logistics Equipment Assembly </a:t>
            </a:r>
            <a:r>
              <a:rPr lang="de-DE" b="1" dirty="0">
                <a:solidFill>
                  <a:srgbClr val="4F4546"/>
                </a:solidFill>
              </a:rPr>
              <a:t>(LEA)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1CF6458-A656-19FB-1590-014150C97866}"/>
              </a:ext>
            </a:extLst>
          </p:cNvPr>
          <p:cNvSpPr/>
          <p:nvPr/>
        </p:nvSpPr>
        <p:spPr>
          <a:xfrm>
            <a:off x="3174095" y="1357054"/>
            <a:ext cx="1689653" cy="11032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srgbClr val="4F4546"/>
                </a:solidFill>
              </a:rPr>
              <a:t>Logistics Equipment Assembly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54C0D3B-38D3-4CAD-3139-1C260EBBF7EC}"/>
              </a:ext>
            </a:extLst>
          </p:cNvPr>
          <p:cNvSpPr/>
          <p:nvPr/>
        </p:nvSpPr>
        <p:spPr>
          <a:xfrm>
            <a:off x="5186502" y="1357053"/>
            <a:ext cx="1736448" cy="11032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4F4546"/>
                </a:solidFill>
              </a:rPr>
              <a:t>Logistics Equipment Assembly </a:t>
            </a:r>
            <a:r>
              <a:rPr lang="de-DE" b="1" dirty="0">
                <a:solidFill>
                  <a:srgbClr val="4F4546"/>
                </a:solidFill>
              </a:rPr>
              <a:t>(LEA)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7D84D45-FEFE-AB83-282D-8BD614282BA0}"/>
              </a:ext>
            </a:extLst>
          </p:cNvPr>
          <p:cNvSpPr/>
          <p:nvPr/>
        </p:nvSpPr>
        <p:spPr>
          <a:xfrm>
            <a:off x="4912173" y="3727094"/>
            <a:ext cx="6133475" cy="1592141"/>
          </a:xfrm>
          <a:prstGeom prst="rect">
            <a:avLst/>
          </a:prstGeom>
          <a:solidFill>
            <a:srgbClr val="F9DF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de-DE" dirty="0">
                <a:solidFill>
                  <a:srgbClr val="4F4546"/>
                </a:solidFill>
              </a:rPr>
              <a:t>Logistiklinie (Logistics Line, </a:t>
            </a:r>
            <a:r>
              <a:rPr lang="de-DE" b="1" dirty="0">
                <a:solidFill>
                  <a:srgbClr val="4F4546"/>
                </a:solidFill>
              </a:rPr>
              <a:t>LL</a:t>
            </a:r>
            <a:r>
              <a:rPr lang="de-DE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E0F754C3-9A99-9806-2F0D-493C3EC520C8}"/>
              </a:ext>
            </a:extLst>
          </p:cNvPr>
          <p:cNvSpPr/>
          <p:nvPr/>
        </p:nvSpPr>
        <p:spPr>
          <a:xfrm>
            <a:off x="6772767" y="4311057"/>
            <a:ext cx="2365101" cy="22860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4F4546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9C6A14A-9990-AE49-3F88-BF9F296F4106}"/>
              </a:ext>
            </a:extLst>
          </p:cNvPr>
          <p:cNvSpPr/>
          <p:nvPr/>
        </p:nvSpPr>
        <p:spPr>
          <a:xfrm>
            <a:off x="5083114" y="3873737"/>
            <a:ext cx="1689653" cy="1103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4F4546"/>
                </a:solidFill>
              </a:rPr>
              <a:t>Logistics Equipment Assembly </a:t>
            </a:r>
            <a:r>
              <a:rPr lang="de-DE" b="1" dirty="0">
                <a:solidFill>
                  <a:srgbClr val="4F4546"/>
                </a:solidFill>
              </a:rPr>
              <a:t>(LEA)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DB03022-5F99-BE0E-BF7A-BB47B5F67B11}"/>
              </a:ext>
            </a:extLst>
          </p:cNvPr>
          <p:cNvSpPr/>
          <p:nvPr/>
        </p:nvSpPr>
        <p:spPr>
          <a:xfrm>
            <a:off x="7125461" y="3873737"/>
            <a:ext cx="1689653" cy="1103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srgbClr val="4F4546"/>
                </a:solidFill>
              </a:rPr>
              <a:t>Logistics Equipment Assembly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(LEA)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7C6A8DB-1A71-8536-28A5-0088318CA313}"/>
              </a:ext>
            </a:extLst>
          </p:cNvPr>
          <p:cNvSpPr/>
          <p:nvPr/>
        </p:nvSpPr>
        <p:spPr>
          <a:xfrm>
            <a:off x="9137868" y="3873736"/>
            <a:ext cx="1736448" cy="1103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4F4546"/>
                </a:solidFill>
              </a:rPr>
              <a:t>Logistics Equipment Assembly </a:t>
            </a:r>
            <a:r>
              <a:rPr lang="de-DE" b="1" dirty="0">
                <a:solidFill>
                  <a:srgbClr val="4F4546"/>
                </a:solidFill>
              </a:rPr>
              <a:t>(LEA)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7E6DD16-665C-0086-F985-7B2222E3ACFA}"/>
              </a:ext>
            </a:extLst>
          </p:cNvPr>
          <p:cNvSpPr/>
          <p:nvPr/>
        </p:nvSpPr>
        <p:spPr>
          <a:xfrm>
            <a:off x="2950740" y="3873737"/>
            <a:ext cx="1689653" cy="11032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srgbClr val="4F4546"/>
                </a:solidFill>
              </a:rPr>
              <a:t>Logistics Equipment Assembly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(LEA)</a:t>
            </a:r>
          </a:p>
        </p:txBody>
      </p: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A36F98BA-17F1-D81E-B972-77F437FB9250}"/>
              </a:ext>
            </a:extLst>
          </p:cNvPr>
          <p:cNvCxnSpPr>
            <a:cxnSpLocks/>
            <a:stCxn id="25" idx="2"/>
            <a:endCxn id="22" idx="1"/>
          </p:cNvCxnSpPr>
          <p:nvPr/>
        </p:nvCxnSpPr>
        <p:spPr>
          <a:xfrm rot="16200000" flipH="1">
            <a:off x="2277077" y="3751695"/>
            <a:ext cx="373161" cy="974166"/>
          </a:xfrm>
          <a:prstGeom prst="bentConnector2">
            <a:avLst/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B3BE60FA-5F3E-37A6-1251-817B89186908}"/>
              </a:ext>
            </a:extLst>
          </p:cNvPr>
          <p:cNvSpPr/>
          <p:nvPr/>
        </p:nvSpPr>
        <p:spPr>
          <a:xfrm>
            <a:off x="1131747" y="2948955"/>
            <a:ext cx="1689653" cy="1103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srgbClr val="4F4546"/>
                </a:solidFill>
              </a:rPr>
              <a:t>Logistics Equipment Assembly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(LEA)</a:t>
            </a:r>
          </a:p>
        </p:txBody>
      </p:sp>
      <p:cxnSp>
        <p:nvCxnSpPr>
          <p:cNvPr id="26" name="Verbinder: gewinkelt 25">
            <a:extLst>
              <a:ext uri="{FF2B5EF4-FFF2-40B4-BE49-F238E27FC236}">
                <a16:creationId xmlns:a16="http://schemas.microsoft.com/office/drawing/2014/main" id="{AB9B348B-211D-14FC-5A0B-23BF6216B6D4}"/>
              </a:ext>
            </a:extLst>
          </p:cNvPr>
          <p:cNvCxnSpPr>
            <a:cxnSpLocks/>
            <a:stCxn id="25" idx="0"/>
            <a:endCxn id="10" idx="2"/>
          </p:cNvCxnSpPr>
          <p:nvPr/>
        </p:nvCxnSpPr>
        <p:spPr>
          <a:xfrm rot="5400000" flipH="1" flipV="1">
            <a:off x="3771321" y="665550"/>
            <a:ext cx="488659" cy="4078152"/>
          </a:xfrm>
          <a:prstGeom prst="bentConnector3">
            <a:avLst>
              <a:gd name="adj1" fmla="val 32673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4134F024-3A3C-1478-C08C-354476160584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4640393" y="2995851"/>
            <a:ext cx="3477675" cy="1429508"/>
          </a:xfrm>
          <a:prstGeom prst="bentConnector3">
            <a:avLst>
              <a:gd name="adj1" fmla="val 4332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9A057052-3FA4-B5AB-2642-8E565F7B43E3}"/>
              </a:ext>
            </a:extLst>
          </p:cNvPr>
          <p:cNvCxnSpPr>
            <a:cxnSpLocks/>
            <a:stCxn id="10" idx="3"/>
            <a:endCxn id="34" idx="1"/>
          </p:cNvCxnSpPr>
          <p:nvPr/>
        </p:nvCxnSpPr>
        <p:spPr>
          <a:xfrm>
            <a:off x="6922950" y="1908675"/>
            <a:ext cx="1195118" cy="918730"/>
          </a:xfrm>
          <a:prstGeom prst="bentConnector3">
            <a:avLst>
              <a:gd name="adj1" fmla="val 25003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Verbinder: gewinkelt 30">
            <a:extLst>
              <a:ext uri="{FF2B5EF4-FFF2-40B4-BE49-F238E27FC236}">
                <a16:creationId xmlns:a16="http://schemas.microsoft.com/office/drawing/2014/main" id="{91136A09-30E7-CE2B-774B-D761C849BFED}"/>
              </a:ext>
            </a:extLst>
          </p:cNvPr>
          <p:cNvCxnSpPr>
            <a:cxnSpLocks/>
          </p:cNvCxnSpPr>
          <p:nvPr/>
        </p:nvCxnSpPr>
        <p:spPr>
          <a:xfrm rot="5400000">
            <a:off x="6933591" y="2108904"/>
            <a:ext cx="494711" cy="3034954"/>
          </a:xfrm>
          <a:prstGeom prst="bentConnector3">
            <a:avLst>
              <a:gd name="adj1" fmla="val 40272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Verbinder: gewinkelt 31">
            <a:extLst>
              <a:ext uri="{FF2B5EF4-FFF2-40B4-BE49-F238E27FC236}">
                <a16:creationId xmlns:a16="http://schemas.microsoft.com/office/drawing/2014/main" id="{9FFCC786-5DB0-38F3-52AF-4BA822BACDD5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81380" y="3104782"/>
            <a:ext cx="494710" cy="1043197"/>
          </a:xfrm>
          <a:prstGeom prst="bentConnector3">
            <a:avLst>
              <a:gd name="adj1" fmla="val 50000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8859BDCB-5638-72BB-F4ED-791ECF32E1DF}"/>
              </a:ext>
            </a:extLst>
          </p:cNvPr>
          <p:cNvSpPr/>
          <p:nvPr/>
        </p:nvSpPr>
        <p:spPr>
          <a:xfrm>
            <a:off x="8118068" y="2275783"/>
            <a:ext cx="1689653" cy="1103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srgbClr val="4F4546"/>
                </a:solidFill>
              </a:rPr>
              <a:t>Logistics Equipment Assembly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(LEA)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FB976882-EAB8-5CFA-566B-1972399888D4}"/>
              </a:ext>
            </a:extLst>
          </p:cNvPr>
          <p:cNvCxnSpPr>
            <a:cxnSpLocks/>
          </p:cNvCxnSpPr>
          <p:nvPr/>
        </p:nvCxnSpPr>
        <p:spPr>
          <a:xfrm>
            <a:off x="1221048" y="717962"/>
            <a:ext cx="0" cy="40473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1C9F84CA-9779-6A07-F173-D97806A79EA8}"/>
              </a:ext>
            </a:extLst>
          </p:cNvPr>
          <p:cNvCxnSpPr>
            <a:cxnSpLocks/>
          </p:cNvCxnSpPr>
          <p:nvPr/>
        </p:nvCxnSpPr>
        <p:spPr>
          <a:xfrm>
            <a:off x="3153108" y="3669349"/>
            <a:ext cx="0" cy="40473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658C3AE2-BA5D-04CF-F097-3B1102D81B75}"/>
              </a:ext>
            </a:extLst>
          </p:cNvPr>
          <p:cNvCxnSpPr>
            <a:cxnSpLocks/>
          </p:cNvCxnSpPr>
          <p:nvPr/>
        </p:nvCxnSpPr>
        <p:spPr>
          <a:xfrm>
            <a:off x="5474353" y="6089843"/>
            <a:ext cx="42280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3C8622B8-3605-85D8-73B0-89E9AEB90CDE}"/>
              </a:ext>
            </a:extLst>
          </p:cNvPr>
          <p:cNvSpPr txBox="1"/>
          <p:nvPr/>
        </p:nvSpPr>
        <p:spPr>
          <a:xfrm>
            <a:off x="5827160" y="5920566"/>
            <a:ext cx="3336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accent6">
                    <a:lumMod val="75000"/>
                  </a:schemeClr>
                </a:solidFill>
              </a:rPr>
              <a:t>Packaging</a:t>
            </a:r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6">
                    <a:lumMod val="75000"/>
                  </a:schemeClr>
                </a:solidFill>
              </a:rPr>
              <a:t>order</a:t>
            </a:r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6">
                    <a:lumMod val="75000"/>
                  </a:schemeClr>
                </a:solidFill>
              </a:rPr>
              <a:t>from</a:t>
            </a:r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 LOL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E77E0374-D73C-1077-40DE-9213867367C0}"/>
              </a:ext>
            </a:extLst>
          </p:cNvPr>
          <p:cNvSpPr/>
          <p:nvPr/>
        </p:nvSpPr>
        <p:spPr>
          <a:xfrm>
            <a:off x="7368723" y="1189542"/>
            <a:ext cx="390932" cy="290752"/>
          </a:xfrm>
          <a:prstGeom prst="rect">
            <a:avLst/>
          </a:prstGeom>
          <a:solidFill>
            <a:srgbClr val="97DFF5"/>
          </a:solidFill>
          <a:ln w="19050">
            <a:solidFill>
              <a:schemeClr val="accent3">
                <a:lumMod val="50000"/>
              </a:schemeClr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rgbClr val="4F454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6E924AA3-27AB-B760-A97F-C2A5C2854A11}"/>
              </a:ext>
            </a:extLst>
          </p:cNvPr>
          <p:cNvSpPr txBox="1"/>
          <p:nvPr/>
        </p:nvSpPr>
        <p:spPr>
          <a:xfrm>
            <a:off x="7790217" y="1163755"/>
            <a:ext cx="3424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4F4546"/>
                </a:solidFill>
              </a:rPr>
              <a:t>Order-</a:t>
            </a:r>
            <a:r>
              <a:rPr lang="de-DE" dirty="0" err="1">
                <a:solidFill>
                  <a:srgbClr val="4F4546"/>
                </a:solidFill>
              </a:rPr>
              <a:t>oriented</a:t>
            </a:r>
            <a:r>
              <a:rPr lang="de-DE" dirty="0">
                <a:solidFill>
                  <a:srgbClr val="4F4546"/>
                </a:solidFill>
              </a:rPr>
              <a:t> LEA</a:t>
            </a:r>
            <a:endParaRPr lang="en-US" dirty="0">
              <a:solidFill>
                <a:srgbClr val="4F4546"/>
              </a:solidFill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B9727775-FD6D-73F5-5B14-A89DFFB6D7F8}"/>
              </a:ext>
            </a:extLst>
          </p:cNvPr>
          <p:cNvSpPr/>
          <p:nvPr/>
        </p:nvSpPr>
        <p:spPr>
          <a:xfrm>
            <a:off x="7368723" y="1564954"/>
            <a:ext cx="390932" cy="290752"/>
          </a:xfrm>
          <a:prstGeom prst="rect">
            <a:avLst/>
          </a:prstGeom>
          <a:solidFill>
            <a:srgbClr val="EC9DB5"/>
          </a:solidFill>
          <a:ln w="19050">
            <a:solidFill>
              <a:schemeClr val="accent1">
                <a:lumMod val="50000"/>
              </a:schemeClr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rgbClr val="4F454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BAFA44E0-5A25-F4C7-2152-A8A45BE6E80D}"/>
              </a:ext>
            </a:extLst>
          </p:cNvPr>
          <p:cNvSpPr txBox="1"/>
          <p:nvPr/>
        </p:nvSpPr>
        <p:spPr>
          <a:xfrm>
            <a:off x="7790217" y="1539167"/>
            <a:ext cx="3395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4F4546"/>
                </a:solidFill>
              </a:rPr>
              <a:t>Demand-</a:t>
            </a:r>
            <a:r>
              <a:rPr lang="de-DE" dirty="0" err="1">
                <a:solidFill>
                  <a:srgbClr val="4F4546"/>
                </a:solidFill>
              </a:rPr>
              <a:t>oriented</a:t>
            </a:r>
            <a:r>
              <a:rPr lang="de-DE" dirty="0">
                <a:solidFill>
                  <a:srgbClr val="4F4546"/>
                </a:solidFill>
              </a:rPr>
              <a:t> LEA</a:t>
            </a:r>
            <a:endParaRPr lang="en-US" dirty="0">
              <a:solidFill>
                <a:srgbClr val="4F4546"/>
              </a:solidFill>
            </a:endParaRPr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2036CE53-992E-10B3-CEB8-BEB9E415354C}"/>
              </a:ext>
            </a:extLst>
          </p:cNvPr>
          <p:cNvSpPr/>
          <p:nvPr/>
        </p:nvSpPr>
        <p:spPr>
          <a:xfrm>
            <a:off x="996615" y="5978844"/>
            <a:ext cx="361121" cy="22860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1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FC64661-969F-E1BB-3321-130A0BA02CAF}"/>
              </a:ext>
            </a:extLst>
          </p:cNvPr>
          <p:cNvSpPr txBox="1"/>
          <p:nvPr/>
        </p:nvSpPr>
        <p:spPr>
          <a:xfrm>
            <a:off x="1357736" y="5917908"/>
            <a:ext cx="175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1">
                    <a:lumMod val="75000"/>
                  </a:schemeClr>
                </a:solidFill>
              </a:rPr>
              <a:t>Fixed Coupling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15539F1-075D-3960-C32A-6DCC3CB0C627}"/>
              </a:ext>
            </a:extLst>
          </p:cNvPr>
          <p:cNvCxnSpPr>
            <a:cxnSpLocks/>
          </p:cNvCxnSpPr>
          <p:nvPr/>
        </p:nvCxnSpPr>
        <p:spPr>
          <a:xfrm>
            <a:off x="3207800" y="6087185"/>
            <a:ext cx="380395" cy="0"/>
          </a:xfrm>
          <a:prstGeom prst="line">
            <a:avLst/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47F16597-2CCF-8EFD-D94C-6B81AF36CE0E}"/>
              </a:ext>
            </a:extLst>
          </p:cNvPr>
          <p:cNvSpPr txBox="1"/>
          <p:nvPr/>
        </p:nvSpPr>
        <p:spPr>
          <a:xfrm>
            <a:off x="3560607" y="5917908"/>
            <a:ext cx="168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E643F"/>
                </a:solidFill>
              </a:rPr>
              <a:t>Loose Coupling</a:t>
            </a:r>
          </a:p>
        </p:txBody>
      </p:sp>
    </p:spTree>
    <p:extLst>
      <p:ext uri="{BB962C8B-B14F-4D97-AF65-F5344CB8AC3E}">
        <p14:creationId xmlns:p14="http://schemas.microsoft.com/office/powerpoint/2010/main" val="4176002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691DD3-F8EA-3CDC-E889-FBCD2F649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3DEBA29-30A1-4492-E8E7-3918B3358290}"/>
              </a:ext>
            </a:extLst>
          </p:cNvPr>
          <p:cNvSpPr/>
          <p:nvPr/>
        </p:nvSpPr>
        <p:spPr>
          <a:xfrm>
            <a:off x="2773320" y="1297459"/>
            <a:ext cx="3538347" cy="30580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AF6A80E-B6FF-37E4-EF2D-D02AFC92A1B1}"/>
              </a:ext>
            </a:extLst>
          </p:cNvPr>
          <p:cNvSpPr/>
          <p:nvPr/>
        </p:nvSpPr>
        <p:spPr>
          <a:xfrm>
            <a:off x="2955677" y="2124964"/>
            <a:ext cx="3173110" cy="20659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dirty="0"/>
              <a:t>LEA Service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8AA84C8-7B7B-A785-9611-54509081912A}"/>
              </a:ext>
            </a:extLst>
          </p:cNvPr>
          <p:cNvSpPr/>
          <p:nvPr/>
        </p:nvSpPr>
        <p:spPr>
          <a:xfrm>
            <a:off x="3100386" y="2518835"/>
            <a:ext cx="961858" cy="1468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B0A5331-F05D-D2BC-7A71-D655C1B5D82F}"/>
              </a:ext>
            </a:extLst>
          </p:cNvPr>
          <p:cNvSpPr/>
          <p:nvPr/>
        </p:nvSpPr>
        <p:spPr>
          <a:xfrm>
            <a:off x="4123772" y="2522464"/>
            <a:ext cx="187756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5EC7BCE-2B99-C159-4A51-2CE57072E7DB}"/>
              </a:ext>
            </a:extLst>
          </p:cNvPr>
          <p:cNvSpPr/>
          <p:nvPr/>
        </p:nvSpPr>
        <p:spPr>
          <a:xfrm>
            <a:off x="4062244" y="2611722"/>
            <a:ext cx="187756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prstDash val="lg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DDE9F78-FD97-96A6-0EB4-4DD3F6BE8378}"/>
              </a:ext>
            </a:extLst>
          </p:cNvPr>
          <p:cNvSpPr/>
          <p:nvPr/>
        </p:nvSpPr>
        <p:spPr>
          <a:xfrm>
            <a:off x="4123772" y="3047800"/>
            <a:ext cx="187756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7242569-6B19-BD47-F827-44E3810D6CEB}"/>
              </a:ext>
            </a:extLst>
          </p:cNvPr>
          <p:cNvSpPr/>
          <p:nvPr/>
        </p:nvSpPr>
        <p:spPr>
          <a:xfrm>
            <a:off x="4062244" y="3137058"/>
            <a:ext cx="187756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prstDash val="lg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Report Values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1A53487-5E9F-CB9E-8404-48BFF1BFB136}"/>
              </a:ext>
            </a:extLst>
          </p:cNvPr>
          <p:cNvSpPr/>
          <p:nvPr/>
        </p:nvSpPr>
        <p:spPr>
          <a:xfrm>
            <a:off x="4123772" y="3573136"/>
            <a:ext cx="187756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BE28CBF-60B7-0915-FBF3-0A7CCD4F1900}"/>
              </a:ext>
            </a:extLst>
          </p:cNvPr>
          <p:cNvSpPr/>
          <p:nvPr/>
        </p:nvSpPr>
        <p:spPr>
          <a:xfrm>
            <a:off x="4062244" y="3662394"/>
            <a:ext cx="187756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prstDash val="lg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Process</a:t>
            </a:r>
            <a:r>
              <a:rPr lang="de-DE" dirty="0">
                <a:solidFill>
                  <a:schemeClr val="tx1"/>
                </a:solidFill>
              </a:rPr>
              <a:t> Values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ADFEFC4-9401-D35B-99AA-3196A49193EE}"/>
              </a:ext>
            </a:extLst>
          </p:cNvPr>
          <p:cNvSpPr/>
          <p:nvPr/>
        </p:nvSpPr>
        <p:spPr>
          <a:xfrm>
            <a:off x="2955677" y="1689159"/>
            <a:ext cx="3173110" cy="37999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dirty="0"/>
              <a:t>LEA Operator Screen</a:t>
            </a:r>
          </a:p>
        </p:txBody>
      </p:sp>
    </p:spTree>
    <p:extLst>
      <p:ext uri="{BB962C8B-B14F-4D97-AF65-F5344CB8AC3E}">
        <p14:creationId xmlns:p14="http://schemas.microsoft.com/office/powerpoint/2010/main" val="3555502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F59AA7-E901-A2AD-E061-03B4B1768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3EF806D-BFCD-71D5-9932-FC5F5B47BAA3}"/>
              </a:ext>
            </a:extLst>
          </p:cNvPr>
          <p:cNvSpPr/>
          <p:nvPr/>
        </p:nvSpPr>
        <p:spPr>
          <a:xfrm>
            <a:off x="1668780" y="1012568"/>
            <a:ext cx="7734041" cy="46551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5F368DC-4109-CFFD-8B88-79B7CEE12C8E}"/>
              </a:ext>
            </a:extLst>
          </p:cNvPr>
          <p:cNvSpPr/>
          <p:nvPr/>
        </p:nvSpPr>
        <p:spPr>
          <a:xfrm>
            <a:off x="3011257" y="1095695"/>
            <a:ext cx="6289964" cy="35921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38727B6-27F5-EB3E-385E-F0D73C4161B2}"/>
              </a:ext>
            </a:extLst>
          </p:cNvPr>
          <p:cNvSpPr/>
          <p:nvPr/>
        </p:nvSpPr>
        <p:spPr>
          <a:xfrm>
            <a:off x="3103621" y="1188059"/>
            <a:ext cx="6096000" cy="26970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A414844-C0C6-2A41-49C4-C9AFE2B01B1D}"/>
              </a:ext>
            </a:extLst>
          </p:cNvPr>
          <p:cNvSpPr/>
          <p:nvPr/>
        </p:nvSpPr>
        <p:spPr>
          <a:xfrm>
            <a:off x="3195984" y="3052801"/>
            <a:ext cx="1542474" cy="7583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C5CACED-09BC-75F5-D0D7-84B266C79ADA}"/>
              </a:ext>
            </a:extLst>
          </p:cNvPr>
          <p:cNvSpPr/>
          <p:nvPr/>
        </p:nvSpPr>
        <p:spPr>
          <a:xfrm>
            <a:off x="3195984" y="1301756"/>
            <a:ext cx="5902036" cy="17520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04148DA-00BD-87E3-CE9C-8AEA91830619}"/>
              </a:ext>
            </a:extLst>
          </p:cNvPr>
          <p:cNvSpPr/>
          <p:nvPr/>
        </p:nvSpPr>
        <p:spPr>
          <a:xfrm>
            <a:off x="3247126" y="1387826"/>
            <a:ext cx="1523251" cy="8120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A63791C-C85D-B0B2-6B11-E51E9BA44D81}"/>
              </a:ext>
            </a:extLst>
          </p:cNvPr>
          <p:cNvSpPr/>
          <p:nvPr/>
        </p:nvSpPr>
        <p:spPr>
          <a:xfrm>
            <a:off x="4738457" y="1382023"/>
            <a:ext cx="2632364" cy="1607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73B998-A7CA-A9C4-25AA-86493684FF33}"/>
              </a:ext>
            </a:extLst>
          </p:cNvPr>
          <p:cNvSpPr/>
          <p:nvPr/>
        </p:nvSpPr>
        <p:spPr>
          <a:xfrm>
            <a:off x="1766427" y="2270760"/>
            <a:ext cx="1168235" cy="594521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50000"/>
                  </a:schemeClr>
                </a:solidFill>
              </a:rPr>
              <a:t>IDLE</a:t>
            </a:r>
          </a:p>
          <a:p>
            <a:pPr algn="ctr"/>
            <a:r>
              <a:rPr lang="de-DE" sz="1200" dirty="0">
                <a:solidFill>
                  <a:schemeClr val="accent6">
                    <a:lumMod val="50000"/>
                  </a:schemeClr>
                </a:solidFill>
              </a:rPr>
              <a:t>(Initial State)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F8D6589-C5A0-6066-B71B-08FF87185280}"/>
              </a:ext>
            </a:extLst>
          </p:cNvPr>
          <p:cNvSpPr/>
          <p:nvPr/>
        </p:nvSpPr>
        <p:spPr>
          <a:xfrm>
            <a:off x="3354631" y="2270760"/>
            <a:ext cx="1254390" cy="594521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50000"/>
                  </a:schemeClr>
                </a:solidFill>
              </a:rPr>
              <a:t>STARTING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Ramping</a:t>
            </a:r>
            <a:r>
              <a:rPr lang="de-DE" sz="1200" dirty="0">
                <a:solidFill>
                  <a:srgbClr val="FF9C37">
                    <a:lumMod val="50000"/>
                  </a:srgbClr>
                </a:solidFill>
                <a:latin typeface="Calibri" panose="020F0502020204030204"/>
              </a:rPr>
              <a:t> </a:t>
            </a:r>
            <a:r>
              <a:rPr lang="de-DE" sz="1200" dirty="0" err="1">
                <a:solidFill>
                  <a:srgbClr val="FF9C37">
                    <a:lumMod val="50000"/>
                  </a:srgbClr>
                </a:solidFill>
                <a:latin typeface="Calibri" panose="020F0502020204030204"/>
              </a:rPr>
              <a:t>up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LEA)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4D3872F-BFE1-2EEC-056B-905D9E8D7221}"/>
              </a:ext>
            </a:extLst>
          </p:cNvPr>
          <p:cNvSpPr/>
          <p:nvPr/>
        </p:nvSpPr>
        <p:spPr>
          <a:xfrm>
            <a:off x="4881214" y="2270760"/>
            <a:ext cx="1014608" cy="593351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50000"/>
                  </a:schemeClr>
                </a:solidFill>
              </a:rPr>
              <a:t>EXECUTE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rgbClr val="FF9C37">
                    <a:lumMod val="50000"/>
                  </a:srgbClr>
                </a:solidFill>
                <a:latin typeface="Calibri" panose="020F0502020204030204"/>
              </a:rPr>
              <a:t>(</a:t>
            </a:r>
            <a:r>
              <a:rPr lang="de-DE" sz="1200" dirty="0" err="1">
                <a:solidFill>
                  <a:srgbClr val="FF9C37">
                    <a:lumMod val="50000"/>
                  </a:srgbClr>
                </a:solidFill>
                <a:latin typeface="Calibri" panose="020F0502020204030204"/>
              </a:rPr>
              <a:t>Cyclic</a:t>
            </a:r>
            <a:r>
              <a:rPr lang="de-DE" sz="1200" dirty="0">
                <a:solidFill>
                  <a:srgbClr val="FF9C37">
                    <a:lumMod val="50000"/>
                  </a:srgbClr>
                </a:solidFill>
                <a:latin typeface="Calibri" panose="020F0502020204030204"/>
              </a:rPr>
              <a:t> Processing)</a:t>
            </a:r>
            <a:endParaRPr kumimoji="0" lang="de-DE" sz="1200" b="0" i="0" u="none" strike="noStrike" kern="1200" cap="none" spc="0" normalizeH="0" baseline="0" dirty="0">
              <a:ln>
                <a:noFill/>
              </a:ln>
              <a:solidFill>
                <a:srgbClr val="FF9C37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61C52E-3861-06DC-0F2D-2113854C9FD5}"/>
              </a:ext>
            </a:extLst>
          </p:cNvPr>
          <p:cNvSpPr/>
          <p:nvPr/>
        </p:nvSpPr>
        <p:spPr>
          <a:xfrm>
            <a:off x="3354631" y="1487167"/>
            <a:ext cx="1254390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RESUMING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FEE461-304F-8EDC-1EDD-8C79B69956A8}"/>
              </a:ext>
            </a:extLst>
          </p:cNvPr>
          <p:cNvSpPr/>
          <p:nvPr/>
        </p:nvSpPr>
        <p:spPr>
          <a:xfrm>
            <a:off x="7646171" y="2270760"/>
            <a:ext cx="1345225" cy="594521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COMPLETING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Emptying</a:t>
            </a:r>
            <a:r>
              <a:rPr lang="de-DE" sz="1200" dirty="0">
                <a:solidFill>
                  <a:srgbClr val="FF9C37">
                    <a:lumMod val="50000"/>
                  </a:srgbClr>
                </a:solidFill>
                <a:latin typeface="Calibri" panose="020F0502020204030204"/>
              </a:rPr>
              <a:t>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LEA)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3EE5318-F3A1-94D2-F15A-0A1A37EB9C8F}"/>
              </a:ext>
            </a:extLst>
          </p:cNvPr>
          <p:cNvSpPr/>
          <p:nvPr/>
        </p:nvSpPr>
        <p:spPr>
          <a:xfrm>
            <a:off x="4881214" y="1483910"/>
            <a:ext cx="1014608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PAUSED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9B301DF-4B77-F07A-FD50-8E5C16AF8115}"/>
              </a:ext>
            </a:extLst>
          </p:cNvPr>
          <p:cNvSpPr/>
          <p:nvPr/>
        </p:nvSpPr>
        <p:spPr>
          <a:xfrm>
            <a:off x="6168015" y="1483909"/>
            <a:ext cx="1091969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PAUSING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EF980E4-E4E8-C4CC-5E11-821990A27BB8}"/>
              </a:ext>
            </a:extLst>
          </p:cNvPr>
          <p:cNvSpPr/>
          <p:nvPr/>
        </p:nvSpPr>
        <p:spPr>
          <a:xfrm>
            <a:off x="7646171" y="4825977"/>
            <a:ext cx="1345225" cy="538619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COMPLETED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emptied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EA37893-CD10-D56F-7F09-85D97E77352D}"/>
              </a:ext>
            </a:extLst>
          </p:cNvPr>
          <p:cNvSpPr/>
          <p:nvPr/>
        </p:nvSpPr>
        <p:spPr>
          <a:xfrm>
            <a:off x="1766427" y="3165906"/>
            <a:ext cx="1168235" cy="645280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RESETTING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(Setting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initial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BF5A56D-DFCF-E6A7-2DAC-2241DDCFED91}"/>
              </a:ext>
            </a:extLst>
          </p:cNvPr>
          <p:cNvSpPr/>
          <p:nvPr/>
        </p:nvSpPr>
        <p:spPr>
          <a:xfrm>
            <a:off x="3354631" y="3165906"/>
            <a:ext cx="1254390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UNHOLDING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BD89BC8-EA63-471B-A75D-B28C7F5FC145}"/>
              </a:ext>
            </a:extLst>
          </p:cNvPr>
          <p:cNvSpPr/>
          <p:nvPr/>
        </p:nvSpPr>
        <p:spPr>
          <a:xfrm>
            <a:off x="4881214" y="3165905"/>
            <a:ext cx="1014608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HELD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71CDD69-0CB0-A13D-0175-3760A1D6425C}"/>
              </a:ext>
            </a:extLst>
          </p:cNvPr>
          <p:cNvSpPr/>
          <p:nvPr/>
        </p:nvSpPr>
        <p:spPr>
          <a:xfrm>
            <a:off x="6168015" y="3163468"/>
            <a:ext cx="1091969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HOLDING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096F18C-59FD-736D-A915-AE61C873DB8A}"/>
              </a:ext>
            </a:extLst>
          </p:cNvPr>
          <p:cNvSpPr/>
          <p:nvPr/>
        </p:nvSpPr>
        <p:spPr>
          <a:xfrm>
            <a:off x="4881214" y="4006318"/>
            <a:ext cx="1014608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STOPPED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7702E90-EED6-0C2F-E8C5-68223A104149}"/>
              </a:ext>
            </a:extLst>
          </p:cNvPr>
          <p:cNvSpPr/>
          <p:nvPr/>
        </p:nvSpPr>
        <p:spPr>
          <a:xfrm>
            <a:off x="6168015" y="4006317"/>
            <a:ext cx="1091969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STOPPING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BD18676-9855-6488-BA66-AD27FD16A2CF}"/>
              </a:ext>
            </a:extLst>
          </p:cNvPr>
          <p:cNvSpPr/>
          <p:nvPr/>
        </p:nvSpPr>
        <p:spPr>
          <a:xfrm>
            <a:off x="4881214" y="4825977"/>
            <a:ext cx="1014608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ABORTED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39EF383-CAC5-9105-F921-1686360FF07E}"/>
              </a:ext>
            </a:extLst>
          </p:cNvPr>
          <p:cNvSpPr/>
          <p:nvPr/>
        </p:nvSpPr>
        <p:spPr>
          <a:xfrm>
            <a:off x="6168015" y="4825976"/>
            <a:ext cx="1091969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ABORTING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103A68A1-C1EF-AAC4-580D-46BF930962B2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2934662" y="2568021"/>
            <a:ext cx="419969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1FE02992-1B1D-7B20-47B5-D9DE0D0BA298}"/>
              </a:ext>
            </a:extLst>
          </p:cNvPr>
          <p:cNvCxnSpPr>
            <a:cxnSpLocks/>
          </p:cNvCxnSpPr>
          <p:nvPr/>
        </p:nvCxnSpPr>
        <p:spPr>
          <a:xfrm flipV="1">
            <a:off x="4609021" y="2465493"/>
            <a:ext cx="272193" cy="117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5B9A92B-3411-6ACD-CB0A-6DD378C65117}"/>
              </a:ext>
            </a:extLst>
          </p:cNvPr>
          <p:cNvCxnSpPr/>
          <p:nvPr/>
        </p:nvCxnSpPr>
        <p:spPr>
          <a:xfrm>
            <a:off x="4609021" y="2729267"/>
            <a:ext cx="272193" cy="0"/>
          </a:xfrm>
          <a:prstGeom prst="straightConnector1">
            <a:avLst/>
          </a:prstGeom>
          <a:ln w="28575"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D9467B8E-5FD0-DA31-61F4-4CE7C94D9B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9805" y="1444927"/>
            <a:ext cx="244974" cy="1406692"/>
          </a:xfrm>
          <a:prstGeom prst="bentConnector3">
            <a:avLst>
              <a:gd name="adj1" fmla="val 25116"/>
            </a:avLst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1356C22C-68D5-3E42-B439-7D3193AEFF24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4609021" y="1753220"/>
            <a:ext cx="272193" cy="3257"/>
          </a:xfrm>
          <a:prstGeom prst="straightConnector1">
            <a:avLst/>
          </a:prstGeom>
          <a:ln w="28575"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065F026-B4A0-DE1C-6FDE-68228B2D0088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5895822" y="1753219"/>
            <a:ext cx="272193" cy="1"/>
          </a:xfrm>
          <a:prstGeom prst="straightConnector1">
            <a:avLst/>
          </a:prstGeom>
          <a:ln w="28575"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Verbinder: gewinkelt 31">
            <a:extLst>
              <a:ext uri="{FF2B5EF4-FFF2-40B4-BE49-F238E27FC236}">
                <a16:creationId xmlns:a16="http://schemas.microsoft.com/office/drawing/2014/main" id="{40E32CEB-7A15-0921-13BF-AAAF06B42C6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117643" y="1483903"/>
            <a:ext cx="248232" cy="1325482"/>
          </a:xfrm>
          <a:prstGeom prst="bentConnector3">
            <a:avLst>
              <a:gd name="adj1" fmla="val 28512"/>
            </a:avLst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0CD7F2DB-2ECF-BC26-1C55-6569275F91E8}"/>
              </a:ext>
            </a:extLst>
          </p:cNvPr>
          <p:cNvCxnSpPr>
            <a:cxnSpLocks/>
          </p:cNvCxnSpPr>
          <p:nvPr/>
        </p:nvCxnSpPr>
        <p:spPr>
          <a:xfrm>
            <a:off x="5895822" y="2714874"/>
            <a:ext cx="1750349" cy="117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373C0E07-D898-1795-4FA7-87C325FC8920}"/>
              </a:ext>
            </a:extLst>
          </p:cNvPr>
          <p:cNvCxnSpPr>
            <a:cxnSpLocks/>
          </p:cNvCxnSpPr>
          <p:nvPr/>
        </p:nvCxnSpPr>
        <p:spPr>
          <a:xfrm>
            <a:off x="7370821" y="2471840"/>
            <a:ext cx="275350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16F200E8-C97B-EE31-1CE5-32792FB70694}"/>
              </a:ext>
            </a:extLst>
          </p:cNvPr>
          <p:cNvCxnSpPr>
            <a:cxnSpLocks/>
            <a:endCxn id="21" idx="3"/>
          </p:cNvCxnSpPr>
          <p:nvPr/>
        </p:nvCxnSpPr>
        <p:spPr>
          <a:xfrm rot="5400000">
            <a:off x="7190570" y="3123215"/>
            <a:ext cx="378978" cy="240149"/>
          </a:xfrm>
          <a:prstGeom prst="bentConnector2">
            <a:avLst/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90840E5-0668-1150-18E2-7A2230C4C584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5895822" y="3432778"/>
            <a:ext cx="272193" cy="2437"/>
          </a:xfrm>
          <a:prstGeom prst="straightConnector1">
            <a:avLst/>
          </a:prstGeom>
          <a:ln w="28575"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A84D169D-F003-E954-F747-ACE315352137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4609021" y="3435215"/>
            <a:ext cx="272193" cy="1"/>
          </a:xfrm>
          <a:prstGeom prst="straightConnector1">
            <a:avLst/>
          </a:prstGeom>
          <a:ln w="28575"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Verbinder: gewinkelt 37">
            <a:extLst>
              <a:ext uri="{FF2B5EF4-FFF2-40B4-BE49-F238E27FC236}">
                <a16:creationId xmlns:a16="http://schemas.microsoft.com/office/drawing/2014/main" id="{28810AB2-F353-4979-0371-61085BE8BFDA}"/>
              </a:ext>
            </a:extLst>
          </p:cNvPr>
          <p:cNvCxnSpPr>
            <a:cxnSpLocks/>
            <a:stCxn id="19" idx="0"/>
            <a:endCxn id="12" idx="2"/>
          </p:cNvCxnSpPr>
          <p:nvPr/>
        </p:nvCxnSpPr>
        <p:spPr>
          <a:xfrm rot="5400000" flipH="1" flipV="1">
            <a:off x="4534275" y="2311663"/>
            <a:ext cx="301795" cy="1406692"/>
          </a:xfrm>
          <a:prstGeom prst="bentConnector3">
            <a:avLst>
              <a:gd name="adj1" fmla="val 34850"/>
            </a:avLst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Verbinder: gewinkelt 38">
            <a:extLst>
              <a:ext uri="{FF2B5EF4-FFF2-40B4-BE49-F238E27FC236}">
                <a16:creationId xmlns:a16="http://schemas.microsoft.com/office/drawing/2014/main" id="{A33DBA04-947F-51DB-527A-CBBDE986834D}"/>
              </a:ext>
            </a:extLst>
          </p:cNvPr>
          <p:cNvCxnSpPr>
            <a:cxnSpLocks/>
            <a:endCxn id="23" idx="3"/>
          </p:cNvCxnSpPr>
          <p:nvPr/>
        </p:nvCxnSpPr>
        <p:spPr>
          <a:xfrm rot="5400000">
            <a:off x="7184787" y="3960275"/>
            <a:ext cx="390550" cy="240155"/>
          </a:xfrm>
          <a:prstGeom prst="bentConnector2">
            <a:avLst/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8E033C0-F987-ABD2-F3C9-A2F7BA860CDF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5895822" y="4275627"/>
            <a:ext cx="272193" cy="1"/>
          </a:xfrm>
          <a:prstGeom prst="straightConnector1">
            <a:avLst/>
          </a:prstGeom>
          <a:ln w="28575"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Verbinder: gewinkelt 40">
            <a:extLst>
              <a:ext uri="{FF2B5EF4-FFF2-40B4-BE49-F238E27FC236}">
                <a16:creationId xmlns:a16="http://schemas.microsoft.com/office/drawing/2014/main" id="{4DAD72FE-DC2D-0840-34E7-64FA14ACC366}"/>
              </a:ext>
            </a:extLst>
          </p:cNvPr>
          <p:cNvCxnSpPr>
            <a:cxnSpLocks/>
            <a:stCxn id="22" idx="1"/>
            <a:endCxn id="18" idx="2"/>
          </p:cNvCxnSpPr>
          <p:nvPr/>
        </p:nvCxnSpPr>
        <p:spPr>
          <a:xfrm rot="10800000">
            <a:off x="2350546" y="3811186"/>
            <a:ext cx="2530669" cy="464442"/>
          </a:xfrm>
          <a:prstGeom prst="bentConnector2">
            <a:avLst/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Verbinder: gewinkelt 41">
            <a:extLst>
              <a:ext uri="{FF2B5EF4-FFF2-40B4-BE49-F238E27FC236}">
                <a16:creationId xmlns:a16="http://schemas.microsoft.com/office/drawing/2014/main" id="{96033E12-4B3B-D224-CB4E-BF7A5B990FA3}"/>
              </a:ext>
            </a:extLst>
          </p:cNvPr>
          <p:cNvCxnSpPr>
            <a:cxnSpLocks/>
            <a:endCxn id="25" idx="3"/>
          </p:cNvCxnSpPr>
          <p:nvPr/>
        </p:nvCxnSpPr>
        <p:spPr>
          <a:xfrm rot="5400000">
            <a:off x="7176326" y="4771478"/>
            <a:ext cx="407466" cy="240150"/>
          </a:xfrm>
          <a:prstGeom prst="bentConnector2">
            <a:avLst/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F1DB3A6C-A170-0872-7E5C-476E1DE28E0A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5895822" y="5095286"/>
            <a:ext cx="272193" cy="1"/>
          </a:xfrm>
          <a:prstGeom prst="straightConnector1">
            <a:avLst/>
          </a:prstGeom>
          <a:ln w="28575"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126FAC7F-5742-8C02-580C-3DE0C103A77A}"/>
              </a:ext>
            </a:extLst>
          </p:cNvPr>
          <p:cNvCxnSpPr>
            <a:cxnSpLocks/>
            <a:stCxn id="24" idx="1"/>
            <a:endCxn id="18" idx="2"/>
          </p:cNvCxnSpPr>
          <p:nvPr/>
        </p:nvCxnSpPr>
        <p:spPr>
          <a:xfrm rot="10800000">
            <a:off x="2350546" y="3811187"/>
            <a:ext cx="2530669" cy="1284101"/>
          </a:xfrm>
          <a:prstGeom prst="bentConnector2">
            <a:avLst/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13F13E73-FDFB-A1DD-095F-A8E7C5EC6AB8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>
            <a:off x="8318784" y="2865281"/>
            <a:ext cx="0" cy="1960696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F93FA788-5BBA-FB96-5AC9-F2650A132453}"/>
              </a:ext>
            </a:extLst>
          </p:cNvPr>
          <p:cNvCxnSpPr>
            <a:cxnSpLocks/>
            <a:stCxn id="17" idx="2"/>
            <a:endCxn id="18" idx="2"/>
          </p:cNvCxnSpPr>
          <p:nvPr/>
        </p:nvCxnSpPr>
        <p:spPr>
          <a:xfrm rot="5400000" flipH="1">
            <a:off x="4557960" y="1603772"/>
            <a:ext cx="1553410" cy="5968239"/>
          </a:xfrm>
          <a:prstGeom prst="bentConnector3">
            <a:avLst>
              <a:gd name="adj1" fmla="val -14716"/>
            </a:avLst>
          </a:prstGeom>
          <a:ln w="28575">
            <a:solidFill>
              <a:schemeClr val="accent6">
                <a:lumMod val="50000"/>
              </a:schemeClr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54769614-F197-BCB0-6916-64DAA72F3F95}"/>
              </a:ext>
            </a:extLst>
          </p:cNvPr>
          <p:cNvCxnSpPr>
            <a:cxnSpLocks/>
            <a:stCxn id="10" idx="2"/>
            <a:endCxn id="18" idx="0"/>
          </p:cNvCxnSpPr>
          <p:nvPr/>
        </p:nvCxnSpPr>
        <p:spPr>
          <a:xfrm>
            <a:off x="2350545" y="2865281"/>
            <a:ext cx="0" cy="30062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8" name="Grafik 47" descr="Wiederholen Silhouette">
            <a:extLst>
              <a:ext uri="{FF2B5EF4-FFF2-40B4-BE49-F238E27FC236}">
                <a16:creationId xmlns:a16="http://schemas.microsoft.com/office/drawing/2014/main" id="{09877259-F792-F996-38C9-9A29B95EC8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30383" y="2333489"/>
            <a:ext cx="355304" cy="35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76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220176-DF69-CE81-6A22-8424C0392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CD9A421-15A3-8E22-ACEC-ED47763F99A4}"/>
              </a:ext>
            </a:extLst>
          </p:cNvPr>
          <p:cNvSpPr/>
          <p:nvPr/>
        </p:nvSpPr>
        <p:spPr>
          <a:xfrm>
            <a:off x="1668780" y="1012568"/>
            <a:ext cx="7734041" cy="46551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0087151-832D-8FED-E82F-6DF366593998}"/>
              </a:ext>
            </a:extLst>
          </p:cNvPr>
          <p:cNvSpPr/>
          <p:nvPr/>
        </p:nvSpPr>
        <p:spPr>
          <a:xfrm>
            <a:off x="3011257" y="1095695"/>
            <a:ext cx="6289964" cy="35921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549230D-5548-0E89-11B5-6BFAB62CD630}"/>
              </a:ext>
            </a:extLst>
          </p:cNvPr>
          <p:cNvSpPr/>
          <p:nvPr/>
        </p:nvSpPr>
        <p:spPr>
          <a:xfrm>
            <a:off x="3103621" y="1158241"/>
            <a:ext cx="6096000" cy="27268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51301E0-F6D1-D071-8F37-CC3539833A55}"/>
              </a:ext>
            </a:extLst>
          </p:cNvPr>
          <p:cNvSpPr/>
          <p:nvPr/>
        </p:nvSpPr>
        <p:spPr>
          <a:xfrm>
            <a:off x="3195984" y="3052801"/>
            <a:ext cx="1542474" cy="7583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080C9F1-5A23-864B-6B73-00530E4869E0}"/>
              </a:ext>
            </a:extLst>
          </p:cNvPr>
          <p:cNvSpPr/>
          <p:nvPr/>
        </p:nvSpPr>
        <p:spPr>
          <a:xfrm>
            <a:off x="3195984" y="1226820"/>
            <a:ext cx="5902036" cy="18269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9A7D1B2-F851-ABEB-5BAA-37574A599861}"/>
              </a:ext>
            </a:extLst>
          </p:cNvPr>
          <p:cNvSpPr/>
          <p:nvPr/>
        </p:nvSpPr>
        <p:spPr>
          <a:xfrm>
            <a:off x="3247126" y="1301756"/>
            <a:ext cx="1523251" cy="8981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A215422-12F7-5A5F-279C-4D5C084EBF2D}"/>
              </a:ext>
            </a:extLst>
          </p:cNvPr>
          <p:cNvSpPr/>
          <p:nvPr/>
        </p:nvSpPr>
        <p:spPr>
          <a:xfrm>
            <a:off x="4738457" y="1301753"/>
            <a:ext cx="2632364" cy="1687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F0D70B6-EA89-7FA7-CB75-F8D964A3DFF0}"/>
              </a:ext>
            </a:extLst>
          </p:cNvPr>
          <p:cNvSpPr/>
          <p:nvPr/>
        </p:nvSpPr>
        <p:spPr>
          <a:xfrm>
            <a:off x="1766427" y="2270760"/>
            <a:ext cx="1168235" cy="594521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50000"/>
                  </a:schemeClr>
                </a:solidFill>
              </a:rPr>
              <a:t>IDLE</a:t>
            </a:r>
          </a:p>
          <a:p>
            <a:pPr algn="ctr"/>
            <a:r>
              <a:rPr lang="de-DE" sz="1200" dirty="0">
                <a:solidFill>
                  <a:schemeClr val="accent6">
                    <a:lumMod val="50000"/>
                  </a:schemeClr>
                </a:solidFill>
              </a:rPr>
              <a:t>(Initial State)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3B63E9D-F95C-03E9-7A2B-981F05B072DD}"/>
              </a:ext>
            </a:extLst>
          </p:cNvPr>
          <p:cNvSpPr/>
          <p:nvPr/>
        </p:nvSpPr>
        <p:spPr>
          <a:xfrm>
            <a:off x="3354631" y="2270760"/>
            <a:ext cx="1254390" cy="594521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50000"/>
                  </a:schemeClr>
                </a:solidFill>
              </a:rPr>
              <a:t>STARTING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Ramping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LEA)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A1746E-E6AE-8BCF-BA67-55D1C7C3BE31}"/>
              </a:ext>
            </a:extLst>
          </p:cNvPr>
          <p:cNvSpPr/>
          <p:nvPr/>
        </p:nvSpPr>
        <p:spPr>
          <a:xfrm>
            <a:off x="4881214" y="2270760"/>
            <a:ext cx="1014608" cy="593351"/>
          </a:xfrm>
          <a:prstGeom prst="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50000"/>
                  </a:schemeClr>
                </a:solidFill>
              </a:rPr>
              <a:t>EXECUTE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(Processing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 LO)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899A4A1-7DEC-A71B-5F2B-D8856E6D88C6}"/>
              </a:ext>
            </a:extLst>
          </p:cNvPr>
          <p:cNvSpPr/>
          <p:nvPr/>
        </p:nvSpPr>
        <p:spPr>
          <a:xfrm>
            <a:off x="3354631" y="1387827"/>
            <a:ext cx="1254390" cy="637960"/>
          </a:xfrm>
          <a:prstGeom prst="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RESUMING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7AD7A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AD7A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Parameterization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7AD7A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AD7A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7AD7A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SES)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8815B3B-1483-E834-0936-D7709E56D42A}"/>
              </a:ext>
            </a:extLst>
          </p:cNvPr>
          <p:cNvSpPr/>
          <p:nvPr/>
        </p:nvSpPr>
        <p:spPr>
          <a:xfrm>
            <a:off x="7646171" y="2270760"/>
            <a:ext cx="1345225" cy="594521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COMPLETING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Emptying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LEA)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825D247-BCAA-BDC4-0020-DD2C953AC29C}"/>
              </a:ext>
            </a:extLst>
          </p:cNvPr>
          <p:cNvSpPr/>
          <p:nvPr/>
        </p:nvSpPr>
        <p:spPr>
          <a:xfrm>
            <a:off x="4881214" y="1387828"/>
            <a:ext cx="1014608" cy="634702"/>
          </a:xfrm>
          <a:prstGeom prst="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PAUSED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7AD7A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(Waiting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AD7A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7AD7A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AD7A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trigger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7AD7A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0174C5A-A1F9-EA30-682E-0EAE93674F7E}"/>
              </a:ext>
            </a:extLst>
          </p:cNvPr>
          <p:cNvSpPr/>
          <p:nvPr/>
        </p:nvSpPr>
        <p:spPr>
          <a:xfrm>
            <a:off x="6168015" y="1388999"/>
            <a:ext cx="1091969" cy="633529"/>
          </a:xfrm>
          <a:prstGeom prst="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PAUSING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7AD7A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(Finish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AD7A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processing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7AD7A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47DD6BF0-D06F-B87E-F304-10308CF92B3C}"/>
              </a:ext>
            </a:extLst>
          </p:cNvPr>
          <p:cNvSpPr/>
          <p:nvPr/>
        </p:nvSpPr>
        <p:spPr>
          <a:xfrm>
            <a:off x="7646171" y="4825977"/>
            <a:ext cx="1345225" cy="538619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COMPLETED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emptied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00C1BEF-22DA-69E0-8AA2-707997330214}"/>
              </a:ext>
            </a:extLst>
          </p:cNvPr>
          <p:cNvSpPr/>
          <p:nvPr/>
        </p:nvSpPr>
        <p:spPr>
          <a:xfrm>
            <a:off x="1766427" y="3165906"/>
            <a:ext cx="1168235" cy="645280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RESETTING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(Setting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initial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FF9C3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8D1C0D1-0440-2C23-8BDA-DE02A9CEC94E}"/>
              </a:ext>
            </a:extLst>
          </p:cNvPr>
          <p:cNvSpPr/>
          <p:nvPr/>
        </p:nvSpPr>
        <p:spPr>
          <a:xfrm>
            <a:off x="3354631" y="3165906"/>
            <a:ext cx="1254390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UNHOLDING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1955776-FC92-AAB2-1BDB-0248568600E0}"/>
              </a:ext>
            </a:extLst>
          </p:cNvPr>
          <p:cNvSpPr/>
          <p:nvPr/>
        </p:nvSpPr>
        <p:spPr>
          <a:xfrm>
            <a:off x="4881214" y="3165905"/>
            <a:ext cx="1014608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HELD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EB464E1-0D36-76ED-7237-652C8B245BD4}"/>
              </a:ext>
            </a:extLst>
          </p:cNvPr>
          <p:cNvSpPr/>
          <p:nvPr/>
        </p:nvSpPr>
        <p:spPr>
          <a:xfrm>
            <a:off x="6168015" y="3163468"/>
            <a:ext cx="1091969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HOLDING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94BE451-AD70-AA91-48A0-9EDA94E431D6}"/>
              </a:ext>
            </a:extLst>
          </p:cNvPr>
          <p:cNvSpPr/>
          <p:nvPr/>
        </p:nvSpPr>
        <p:spPr>
          <a:xfrm>
            <a:off x="4881214" y="4006318"/>
            <a:ext cx="1014608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STOPPED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0F0E064-D12B-5C17-054D-7C4C3041F16E}"/>
              </a:ext>
            </a:extLst>
          </p:cNvPr>
          <p:cNvSpPr/>
          <p:nvPr/>
        </p:nvSpPr>
        <p:spPr>
          <a:xfrm>
            <a:off x="6168015" y="4006317"/>
            <a:ext cx="1091969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STOPPING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AB73467-6905-18AD-2DD1-57258D2C374E}"/>
              </a:ext>
            </a:extLst>
          </p:cNvPr>
          <p:cNvSpPr/>
          <p:nvPr/>
        </p:nvSpPr>
        <p:spPr>
          <a:xfrm>
            <a:off x="4881214" y="4825977"/>
            <a:ext cx="1014608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ABORTED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AF30948C-4D79-4418-E59B-692BE84E5F7A}"/>
              </a:ext>
            </a:extLst>
          </p:cNvPr>
          <p:cNvSpPr/>
          <p:nvPr/>
        </p:nvSpPr>
        <p:spPr>
          <a:xfrm>
            <a:off x="6168015" y="4825976"/>
            <a:ext cx="1091969" cy="53861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ABORTING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120DFFAE-8694-28B8-8754-63972AA74D3E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2934662" y="2568021"/>
            <a:ext cx="419969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1E853F39-ECC2-E260-4F1C-BCC95DFF9D5A}"/>
              </a:ext>
            </a:extLst>
          </p:cNvPr>
          <p:cNvCxnSpPr>
            <a:cxnSpLocks/>
          </p:cNvCxnSpPr>
          <p:nvPr/>
        </p:nvCxnSpPr>
        <p:spPr>
          <a:xfrm flipV="1">
            <a:off x="4609021" y="2465493"/>
            <a:ext cx="272193" cy="117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F230DCDD-C567-FA72-BDEF-E8A90E90CDF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9805" y="1444927"/>
            <a:ext cx="244974" cy="1406692"/>
          </a:xfrm>
          <a:prstGeom prst="bentConnector3">
            <a:avLst>
              <a:gd name="adj1" fmla="val 25116"/>
            </a:avLst>
          </a:prstGeom>
          <a:ln w="28575">
            <a:solidFill>
              <a:schemeClr val="accent5">
                <a:lumMod val="50000"/>
              </a:schemeClr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DC09F64C-EC1A-4D4D-CBF2-BE8493256E26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4609021" y="1705179"/>
            <a:ext cx="272193" cy="1628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75126F31-5AF9-494C-B2F7-E64F9CE323EE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5895822" y="1705179"/>
            <a:ext cx="272193" cy="585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Verbinder: gewinkelt 30">
            <a:extLst>
              <a:ext uri="{FF2B5EF4-FFF2-40B4-BE49-F238E27FC236}">
                <a16:creationId xmlns:a16="http://schemas.microsoft.com/office/drawing/2014/main" id="{40577303-884D-5266-09B3-D9937A69772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117643" y="1483903"/>
            <a:ext cx="248232" cy="1325482"/>
          </a:xfrm>
          <a:prstGeom prst="bentConnector3">
            <a:avLst>
              <a:gd name="adj1" fmla="val 28512"/>
            </a:avLst>
          </a:prstGeom>
          <a:ln w="28575">
            <a:solidFill>
              <a:schemeClr val="accent5">
                <a:lumMod val="50000"/>
              </a:schemeClr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116154D2-DE69-202B-A157-9ACFA3A47793}"/>
              </a:ext>
            </a:extLst>
          </p:cNvPr>
          <p:cNvCxnSpPr>
            <a:cxnSpLocks/>
          </p:cNvCxnSpPr>
          <p:nvPr/>
        </p:nvCxnSpPr>
        <p:spPr>
          <a:xfrm>
            <a:off x="5895822" y="2714874"/>
            <a:ext cx="1750349" cy="1170"/>
          </a:xfrm>
          <a:prstGeom prst="straightConnector1">
            <a:avLst/>
          </a:prstGeom>
          <a:ln w="28575">
            <a:solidFill>
              <a:srgbClr val="695C5D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25976C09-DCCB-F8A1-DEA3-5181032C05BB}"/>
              </a:ext>
            </a:extLst>
          </p:cNvPr>
          <p:cNvCxnSpPr>
            <a:cxnSpLocks/>
          </p:cNvCxnSpPr>
          <p:nvPr/>
        </p:nvCxnSpPr>
        <p:spPr>
          <a:xfrm>
            <a:off x="7370821" y="2471840"/>
            <a:ext cx="275350" cy="0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Verbinder: gewinkelt 33">
            <a:extLst>
              <a:ext uri="{FF2B5EF4-FFF2-40B4-BE49-F238E27FC236}">
                <a16:creationId xmlns:a16="http://schemas.microsoft.com/office/drawing/2014/main" id="{A016B5A1-8102-A6BE-5C4B-C0C0893B5C36}"/>
              </a:ext>
            </a:extLst>
          </p:cNvPr>
          <p:cNvCxnSpPr>
            <a:cxnSpLocks/>
            <a:endCxn id="21" idx="3"/>
          </p:cNvCxnSpPr>
          <p:nvPr/>
        </p:nvCxnSpPr>
        <p:spPr>
          <a:xfrm rot="5400000">
            <a:off x="7190570" y="3123215"/>
            <a:ext cx="378978" cy="240149"/>
          </a:xfrm>
          <a:prstGeom prst="bentConnector2">
            <a:avLst/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E5F854E5-106D-210A-1383-9BDF17A8A520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5895822" y="3432778"/>
            <a:ext cx="272193" cy="2437"/>
          </a:xfrm>
          <a:prstGeom prst="straightConnector1">
            <a:avLst/>
          </a:prstGeom>
          <a:ln w="28575"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B3FFE098-CC53-D21E-A694-A5FE8BE01A52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4609021" y="3435215"/>
            <a:ext cx="272193" cy="1"/>
          </a:xfrm>
          <a:prstGeom prst="straightConnector1">
            <a:avLst/>
          </a:prstGeom>
          <a:ln w="28575">
            <a:solidFill>
              <a:srgbClr val="695C5D"/>
            </a:solidFill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11726AA5-0334-5BBE-C594-D6524B461AAB}"/>
              </a:ext>
            </a:extLst>
          </p:cNvPr>
          <p:cNvCxnSpPr>
            <a:cxnSpLocks/>
            <a:stCxn id="19" idx="0"/>
            <a:endCxn id="12" idx="2"/>
          </p:cNvCxnSpPr>
          <p:nvPr/>
        </p:nvCxnSpPr>
        <p:spPr>
          <a:xfrm rot="5400000" flipH="1" flipV="1">
            <a:off x="4534275" y="2311663"/>
            <a:ext cx="301795" cy="1406692"/>
          </a:xfrm>
          <a:prstGeom prst="bentConnector3">
            <a:avLst>
              <a:gd name="adj1" fmla="val 34850"/>
            </a:avLst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Verbinder: gewinkelt 37">
            <a:extLst>
              <a:ext uri="{FF2B5EF4-FFF2-40B4-BE49-F238E27FC236}">
                <a16:creationId xmlns:a16="http://schemas.microsoft.com/office/drawing/2014/main" id="{8439CBB6-1C6C-8232-025D-44AE585902F3}"/>
              </a:ext>
            </a:extLst>
          </p:cNvPr>
          <p:cNvCxnSpPr>
            <a:cxnSpLocks/>
            <a:endCxn id="23" idx="3"/>
          </p:cNvCxnSpPr>
          <p:nvPr/>
        </p:nvCxnSpPr>
        <p:spPr>
          <a:xfrm rot="5400000">
            <a:off x="7184787" y="3960275"/>
            <a:ext cx="390550" cy="240155"/>
          </a:xfrm>
          <a:prstGeom prst="bentConnector2">
            <a:avLst/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8553DE34-D22C-8A15-C587-CE7670C31E20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5895822" y="4275627"/>
            <a:ext cx="272193" cy="1"/>
          </a:xfrm>
          <a:prstGeom prst="straightConnector1">
            <a:avLst/>
          </a:prstGeom>
          <a:ln w="28575"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Verbinder: gewinkelt 39">
            <a:extLst>
              <a:ext uri="{FF2B5EF4-FFF2-40B4-BE49-F238E27FC236}">
                <a16:creationId xmlns:a16="http://schemas.microsoft.com/office/drawing/2014/main" id="{10CE00C2-287D-A848-AF74-C06DF5CD4985}"/>
              </a:ext>
            </a:extLst>
          </p:cNvPr>
          <p:cNvCxnSpPr>
            <a:cxnSpLocks/>
            <a:stCxn id="22" idx="1"/>
            <a:endCxn id="18" idx="2"/>
          </p:cNvCxnSpPr>
          <p:nvPr/>
        </p:nvCxnSpPr>
        <p:spPr>
          <a:xfrm rot="10800000">
            <a:off x="2350546" y="3811186"/>
            <a:ext cx="2530669" cy="464442"/>
          </a:xfrm>
          <a:prstGeom prst="bentConnector2">
            <a:avLst/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Verbinder: gewinkelt 40">
            <a:extLst>
              <a:ext uri="{FF2B5EF4-FFF2-40B4-BE49-F238E27FC236}">
                <a16:creationId xmlns:a16="http://schemas.microsoft.com/office/drawing/2014/main" id="{09F31F1D-0789-6BF0-A309-08D0313E56EE}"/>
              </a:ext>
            </a:extLst>
          </p:cNvPr>
          <p:cNvCxnSpPr>
            <a:cxnSpLocks/>
            <a:endCxn id="25" idx="3"/>
          </p:cNvCxnSpPr>
          <p:nvPr/>
        </p:nvCxnSpPr>
        <p:spPr>
          <a:xfrm rot="5400000">
            <a:off x="7176326" y="4771478"/>
            <a:ext cx="407466" cy="240150"/>
          </a:xfrm>
          <a:prstGeom prst="bentConnector2">
            <a:avLst/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1F1D98E6-2F41-F843-D32B-B9973FA2B624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5895822" y="5095286"/>
            <a:ext cx="272193" cy="1"/>
          </a:xfrm>
          <a:prstGeom prst="straightConnector1">
            <a:avLst/>
          </a:prstGeom>
          <a:ln w="28575"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Verbinder: gewinkelt 42">
            <a:extLst>
              <a:ext uri="{FF2B5EF4-FFF2-40B4-BE49-F238E27FC236}">
                <a16:creationId xmlns:a16="http://schemas.microsoft.com/office/drawing/2014/main" id="{64C2EA24-015D-2FAE-A68A-E684AF6A5D2C}"/>
              </a:ext>
            </a:extLst>
          </p:cNvPr>
          <p:cNvCxnSpPr>
            <a:cxnSpLocks/>
            <a:stCxn id="24" idx="1"/>
            <a:endCxn id="18" idx="2"/>
          </p:cNvCxnSpPr>
          <p:nvPr/>
        </p:nvCxnSpPr>
        <p:spPr>
          <a:xfrm rot="10800000">
            <a:off x="2350546" y="3811187"/>
            <a:ext cx="2530669" cy="1284101"/>
          </a:xfrm>
          <a:prstGeom prst="bentConnector2">
            <a:avLst/>
          </a:prstGeom>
          <a:ln w="28575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7655F537-B46D-6D20-5F8A-6E7089E7383C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>
            <a:off x="8318784" y="2865281"/>
            <a:ext cx="0" cy="1960696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4183C6AF-0A12-C029-9776-9CEEEF44F004}"/>
              </a:ext>
            </a:extLst>
          </p:cNvPr>
          <p:cNvCxnSpPr>
            <a:cxnSpLocks/>
            <a:stCxn id="17" idx="2"/>
            <a:endCxn id="18" idx="2"/>
          </p:cNvCxnSpPr>
          <p:nvPr/>
        </p:nvCxnSpPr>
        <p:spPr>
          <a:xfrm rot="5400000" flipH="1">
            <a:off x="4557960" y="1603772"/>
            <a:ext cx="1553410" cy="5968239"/>
          </a:xfrm>
          <a:prstGeom prst="bentConnector3">
            <a:avLst>
              <a:gd name="adj1" fmla="val -14716"/>
            </a:avLst>
          </a:prstGeom>
          <a:ln w="28575">
            <a:solidFill>
              <a:schemeClr val="accent6">
                <a:lumMod val="50000"/>
              </a:schemeClr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E437AE43-2420-38CA-0C34-735AC0FAB3A1}"/>
              </a:ext>
            </a:extLst>
          </p:cNvPr>
          <p:cNvCxnSpPr>
            <a:cxnSpLocks/>
            <a:stCxn id="10" idx="2"/>
            <a:endCxn id="18" idx="0"/>
          </p:cNvCxnSpPr>
          <p:nvPr/>
        </p:nvCxnSpPr>
        <p:spPr>
          <a:xfrm>
            <a:off x="2350545" y="2865281"/>
            <a:ext cx="0" cy="300625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961A8FE3-39E1-F276-C16A-B91F114E033D}"/>
              </a:ext>
            </a:extLst>
          </p:cNvPr>
          <p:cNvCxnSpPr/>
          <p:nvPr/>
        </p:nvCxnSpPr>
        <p:spPr>
          <a:xfrm>
            <a:off x="4609021" y="2729267"/>
            <a:ext cx="272193" cy="0"/>
          </a:xfrm>
          <a:prstGeom prst="straightConnector1">
            <a:avLst/>
          </a:prstGeom>
          <a:ln w="28575"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8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BBA15612-0002-C42E-A195-048CBCBD9D71}"/>
              </a:ext>
            </a:extLst>
          </p:cNvPr>
          <p:cNvSpPr/>
          <p:nvPr/>
        </p:nvSpPr>
        <p:spPr>
          <a:xfrm>
            <a:off x="1487424" y="1403350"/>
            <a:ext cx="5913120" cy="22115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72000" rtlCol="0" anchor="t" anchorCtr="0"/>
          <a:lstStyle/>
          <a:p>
            <a:pPr algn="ctr"/>
            <a:r>
              <a:rPr lang="de-DE" sz="1400" b="1" dirty="0" err="1">
                <a:solidFill>
                  <a:schemeClr val="bg1">
                    <a:lumMod val="50000"/>
                  </a:schemeClr>
                </a:solidFill>
              </a:rPr>
              <a:t>Logistics</a:t>
            </a:r>
            <a:r>
              <a:rPr lang="de-DE" sz="1400" b="1" dirty="0">
                <a:solidFill>
                  <a:schemeClr val="bg1">
                    <a:lumMod val="50000"/>
                  </a:schemeClr>
                </a:solidFill>
              </a:rPr>
              <a:t> Equipment Assembly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3C50A29-A63E-857B-58D9-C0D9D47D9219}"/>
              </a:ext>
            </a:extLst>
          </p:cNvPr>
          <p:cNvSpPr/>
          <p:nvPr/>
        </p:nvSpPr>
        <p:spPr>
          <a:xfrm>
            <a:off x="1597152" y="1873250"/>
            <a:ext cx="3533648" cy="1631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200" b="1" dirty="0" err="1">
                <a:solidFill>
                  <a:schemeClr val="accent1">
                    <a:lumMod val="75000"/>
                  </a:schemeClr>
                </a:solidFill>
              </a:rPr>
              <a:t>ProductDataSet</a:t>
            </a:r>
            <a:r>
              <a:rPr lang="de-DE" sz="1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r>
              <a:rPr lang="de-DE" sz="1100" dirty="0">
                <a:solidFill>
                  <a:schemeClr val="accent1">
                    <a:lumMod val="75000"/>
                  </a:schemeClr>
                </a:solidFill>
              </a:rPr>
              <a:t>(Array Data Block)</a:t>
            </a:r>
            <a:endParaRPr lang="de-DE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7EE63AF9-361C-07D9-5193-A5A7A8AF4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680862"/>
              </p:ext>
            </p:extLst>
          </p:nvPr>
        </p:nvGraphicFramePr>
        <p:xfrm>
          <a:off x="1676403" y="2328046"/>
          <a:ext cx="338454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749">
                  <a:extLst>
                    <a:ext uri="{9D8B030D-6E8A-4147-A177-3AD203B41FA5}">
                      <a16:colId xmlns:a16="http://schemas.microsoft.com/office/drawing/2014/main" val="4239488231"/>
                    </a:ext>
                  </a:extLst>
                </a:gridCol>
                <a:gridCol w="847344">
                  <a:extLst>
                    <a:ext uri="{9D8B030D-6E8A-4147-A177-3AD203B41FA5}">
                      <a16:colId xmlns:a16="http://schemas.microsoft.com/office/drawing/2014/main" val="2898140140"/>
                    </a:ext>
                  </a:extLst>
                </a:gridCol>
                <a:gridCol w="798043">
                  <a:extLst>
                    <a:ext uri="{9D8B030D-6E8A-4147-A177-3AD203B41FA5}">
                      <a16:colId xmlns:a16="http://schemas.microsoft.com/office/drawing/2014/main" val="1007039086"/>
                    </a:ext>
                  </a:extLst>
                </a:gridCol>
                <a:gridCol w="632499">
                  <a:extLst>
                    <a:ext uri="{9D8B030D-6E8A-4147-A177-3AD203B41FA5}">
                      <a16:colId xmlns:a16="http://schemas.microsoft.com/office/drawing/2014/main" val="3173552622"/>
                    </a:ext>
                  </a:extLst>
                </a:gridCol>
                <a:gridCol w="423909">
                  <a:extLst>
                    <a:ext uri="{9D8B030D-6E8A-4147-A177-3AD203B41FA5}">
                      <a16:colId xmlns:a16="http://schemas.microsoft.com/office/drawing/2014/main" val="2966852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 err="1"/>
                        <a:t>ProductId</a:t>
                      </a:r>
                      <a:endParaRPr lang="de-DE" sz="1200" b="1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/>
                        <a:t>Logistics-ObjectStatus</a:t>
                      </a:r>
                      <a:endParaRPr lang="de-DE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/>
                        <a:t>PackagingId</a:t>
                      </a:r>
                      <a:endParaRPr lang="de-DE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Param1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54012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3783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22905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z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59297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69075792"/>
                  </a:ext>
                </a:extLst>
              </a:tr>
            </a:tbl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5FE2F59E-5B24-1B27-2B18-A9B3CC575953}"/>
              </a:ext>
            </a:extLst>
          </p:cNvPr>
          <p:cNvSpPr/>
          <p:nvPr/>
        </p:nvSpPr>
        <p:spPr>
          <a:xfrm>
            <a:off x="5264151" y="1873250"/>
            <a:ext cx="2032000" cy="16319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200" b="1" dirty="0" err="1">
                <a:solidFill>
                  <a:schemeClr val="accent5">
                    <a:lumMod val="50000"/>
                  </a:schemeClr>
                </a:solidFill>
              </a:rPr>
              <a:t>PackagingDataSet</a:t>
            </a:r>
            <a:endParaRPr lang="de-DE" sz="14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kumimoji="0" lang="de-DE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(Array Data Block)</a:t>
            </a:r>
            <a:endParaRPr lang="de-DE" sz="1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21214623-D0BE-32A5-9DD3-E74D83ED7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438724"/>
              </p:ext>
            </p:extLst>
          </p:nvPr>
        </p:nvGraphicFramePr>
        <p:xfrm>
          <a:off x="5334001" y="2328046"/>
          <a:ext cx="187325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1007039086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17355262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966852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 err="1"/>
                        <a:t>PackagingId</a:t>
                      </a:r>
                      <a:endParaRPr lang="de-DE" sz="1200" dirty="0"/>
                    </a:p>
                    <a:p>
                      <a:pPr algn="ctr"/>
                      <a:endParaRPr lang="de-DE" sz="1200" dirty="0"/>
                    </a:p>
                  </a:txBody>
                  <a:tcPr marL="0" marR="0" marT="0" marB="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Param1</a:t>
                      </a:r>
                    </a:p>
                  </a:txBody>
                  <a:tcPr marL="0" marR="0" marT="0" marB="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012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1</a:t>
                      </a:r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x</a:t>
                      </a:r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83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2</a:t>
                      </a:r>
                    </a:p>
                  </a:txBody>
                  <a:tcPr marL="0" marR="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y</a:t>
                      </a:r>
                    </a:p>
                  </a:txBody>
                  <a:tcPr marL="0" marR="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905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3</a:t>
                      </a:r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z</a:t>
                      </a:r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297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…</a:t>
                      </a:r>
                    </a:p>
                  </a:txBody>
                  <a:tcPr marL="0" marR="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075792"/>
                  </a:ext>
                </a:extLst>
              </a:tr>
            </a:tbl>
          </a:graphicData>
        </a:graphic>
      </p:graphicFrame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35F6BA33-9CC3-06F8-ED0C-A9DD146AF340}"/>
              </a:ext>
            </a:extLst>
          </p:cNvPr>
          <p:cNvCxnSpPr>
            <a:cxnSpLocks/>
          </p:cNvCxnSpPr>
          <p:nvPr/>
        </p:nvCxnSpPr>
        <p:spPr>
          <a:xfrm>
            <a:off x="3206366" y="2331419"/>
            <a:ext cx="0" cy="109390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A7BABE20-3691-A299-3517-3EF1EE5FB5FA}"/>
              </a:ext>
            </a:extLst>
          </p:cNvPr>
          <p:cNvCxnSpPr/>
          <p:nvPr/>
        </p:nvCxnSpPr>
        <p:spPr>
          <a:xfrm>
            <a:off x="6207921" y="2328046"/>
            <a:ext cx="0" cy="9144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lipse 11">
            <a:extLst>
              <a:ext uri="{FF2B5EF4-FFF2-40B4-BE49-F238E27FC236}">
                <a16:creationId xmlns:a16="http://schemas.microsoft.com/office/drawing/2014/main" id="{81A84098-9EA7-99DE-4AD5-541A542EF77E}"/>
              </a:ext>
            </a:extLst>
          </p:cNvPr>
          <p:cNvSpPr/>
          <p:nvPr/>
        </p:nvSpPr>
        <p:spPr>
          <a:xfrm>
            <a:off x="3493330" y="2677512"/>
            <a:ext cx="207575" cy="207575"/>
          </a:xfrm>
          <a:prstGeom prst="ellipse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472D1DC-102A-C54B-5DC2-52E8B9D91A90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3700905" y="2781300"/>
            <a:ext cx="1994284" cy="182393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eschweifte Klammer rechts 16">
            <a:extLst>
              <a:ext uri="{FF2B5EF4-FFF2-40B4-BE49-F238E27FC236}">
                <a16:creationId xmlns:a16="http://schemas.microsoft.com/office/drawing/2014/main" id="{BA9997FD-8FC9-CABC-D68C-07725D654820}"/>
              </a:ext>
            </a:extLst>
          </p:cNvPr>
          <p:cNvSpPr/>
          <p:nvPr/>
        </p:nvSpPr>
        <p:spPr>
          <a:xfrm rot="16200000">
            <a:off x="4061853" y="1288788"/>
            <a:ext cx="143609" cy="1854583"/>
          </a:xfrm>
          <a:prstGeom prst="rightBrace">
            <a:avLst>
              <a:gd name="adj1" fmla="val 61394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6D06581-A12B-AE24-2506-DEBD3E41DED1}"/>
              </a:ext>
            </a:extLst>
          </p:cNvPr>
          <p:cNvSpPr txBox="1"/>
          <p:nvPr/>
        </p:nvSpPr>
        <p:spPr>
          <a:xfrm>
            <a:off x="3441697" y="1921729"/>
            <a:ext cx="1654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accent1">
                    <a:lumMod val="75000"/>
                  </a:schemeClr>
                </a:solidFill>
              </a:rPr>
              <a:t>LEA-</a:t>
            </a:r>
            <a:r>
              <a:rPr lang="de-DE" sz="1100" dirty="0" err="1">
                <a:solidFill>
                  <a:schemeClr val="accent1">
                    <a:lumMod val="75000"/>
                  </a:schemeClr>
                </a:solidFill>
              </a:rPr>
              <a:t>specific</a:t>
            </a:r>
            <a:r>
              <a:rPr lang="de-DE" sz="11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100" dirty="0" err="1">
                <a:solidFill>
                  <a:schemeClr val="accent1">
                    <a:lumMod val="75000"/>
                  </a:schemeClr>
                </a:solidFill>
              </a:rPr>
              <a:t>structure</a:t>
            </a:r>
            <a:endParaRPr lang="de-DE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2EDAC15-F023-F37C-1150-6A0E2EEBAA36}"/>
              </a:ext>
            </a:extLst>
          </p:cNvPr>
          <p:cNvSpPr txBox="1"/>
          <p:nvPr/>
        </p:nvSpPr>
        <p:spPr>
          <a:xfrm rot="294380">
            <a:off x="4881613" y="2682824"/>
            <a:ext cx="776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accent5">
                    <a:lumMod val="50000"/>
                  </a:schemeClr>
                </a:solidFill>
              </a:rPr>
              <a:t>Reference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9119E58F-D28F-39F8-F53E-157FA7177E87}"/>
              </a:ext>
            </a:extLst>
          </p:cNvPr>
          <p:cNvCxnSpPr>
            <a:cxnSpLocks/>
          </p:cNvCxnSpPr>
          <p:nvPr/>
        </p:nvCxnSpPr>
        <p:spPr>
          <a:xfrm flipV="1">
            <a:off x="5765801" y="1403350"/>
            <a:ext cx="0" cy="46990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4112F9EE-1614-EBA9-619A-71520D2769E3}"/>
              </a:ext>
            </a:extLst>
          </p:cNvPr>
          <p:cNvSpPr txBox="1"/>
          <p:nvPr/>
        </p:nvSpPr>
        <p:spPr>
          <a:xfrm>
            <a:off x="1666243" y="1403003"/>
            <a:ext cx="1727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 err="1">
                <a:solidFill>
                  <a:schemeClr val="accent1"/>
                </a:solidFill>
              </a:rPr>
              <a:t>ArrayServParam</a:t>
            </a:r>
            <a:endParaRPr lang="de-DE" sz="1100" dirty="0">
              <a:solidFill>
                <a:schemeClr val="accent1"/>
              </a:solidFill>
            </a:endParaRPr>
          </a:p>
          <a:p>
            <a:pPr algn="ctr"/>
            <a:r>
              <a:rPr lang="de-DE" sz="1100" dirty="0">
                <a:solidFill>
                  <a:schemeClr val="accent1"/>
                </a:solidFill>
              </a:rPr>
              <a:t>(</a:t>
            </a:r>
            <a:r>
              <a:rPr lang="de-DE" sz="1100" dirty="0" err="1">
                <a:solidFill>
                  <a:schemeClr val="accent1"/>
                </a:solidFill>
              </a:rPr>
              <a:t>Configuration</a:t>
            </a:r>
            <a:r>
              <a:rPr lang="de-DE" sz="1100" dirty="0">
                <a:solidFill>
                  <a:schemeClr val="accent1"/>
                </a:solidFill>
              </a:rPr>
              <a:t> </a:t>
            </a:r>
            <a:r>
              <a:rPr lang="de-DE" sz="1100" dirty="0" err="1">
                <a:solidFill>
                  <a:schemeClr val="accent1"/>
                </a:solidFill>
              </a:rPr>
              <a:t>parameter</a:t>
            </a:r>
            <a:r>
              <a:rPr lang="de-DE" sz="1100" dirty="0">
                <a:solidFill>
                  <a:schemeClr val="accent1"/>
                </a:solidFill>
              </a:rPr>
              <a:t>)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C362C421-C31A-0F6F-BF3C-4F593B1AC944}"/>
              </a:ext>
            </a:extLst>
          </p:cNvPr>
          <p:cNvCxnSpPr>
            <a:cxnSpLocks/>
          </p:cNvCxnSpPr>
          <p:nvPr/>
        </p:nvCxnSpPr>
        <p:spPr>
          <a:xfrm flipV="1">
            <a:off x="3308351" y="1403350"/>
            <a:ext cx="0" cy="469900"/>
          </a:xfrm>
          <a:prstGeom prst="straightConnector1">
            <a:avLst/>
          </a:prstGeom>
          <a:ln w="19050">
            <a:solidFill>
              <a:schemeClr val="accent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74C118CF-5312-6844-137F-E08194C3E805}"/>
              </a:ext>
            </a:extLst>
          </p:cNvPr>
          <p:cNvSpPr txBox="1"/>
          <p:nvPr/>
        </p:nvSpPr>
        <p:spPr>
          <a:xfrm>
            <a:off x="5676901" y="1403003"/>
            <a:ext cx="1727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 err="1">
                <a:solidFill>
                  <a:schemeClr val="accent5">
                    <a:lumMod val="50000"/>
                  </a:schemeClr>
                </a:solidFill>
              </a:rPr>
              <a:t>ArrayServParam</a:t>
            </a:r>
            <a:endParaRPr lang="de-DE" sz="11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de-DE" sz="1100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de-DE" sz="1100" dirty="0" err="1">
                <a:solidFill>
                  <a:schemeClr val="accent5">
                    <a:lumMod val="50000"/>
                  </a:schemeClr>
                </a:solidFill>
              </a:rPr>
              <a:t>Configuration</a:t>
            </a:r>
            <a:r>
              <a:rPr lang="de-DE" sz="11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de-DE" sz="1100" dirty="0" err="1">
                <a:solidFill>
                  <a:schemeClr val="accent5">
                    <a:lumMod val="50000"/>
                  </a:schemeClr>
                </a:solidFill>
              </a:rPr>
              <a:t>parameter</a:t>
            </a:r>
            <a:r>
              <a:rPr lang="de-DE" sz="1100" dirty="0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5578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303D8D48-C888-508C-3DF3-34418A4FD127}"/>
              </a:ext>
            </a:extLst>
          </p:cNvPr>
          <p:cNvSpPr/>
          <p:nvPr/>
        </p:nvSpPr>
        <p:spPr>
          <a:xfrm>
            <a:off x="508000" y="1014724"/>
            <a:ext cx="9203867" cy="525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3" name="Tabelle 31">
            <a:extLst>
              <a:ext uri="{FF2B5EF4-FFF2-40B4-BE49-F238E27FC236}">
                <a16:creationId xmlns:a16="http://schemas.microsoft.com/office/drawing/2014/main" id="{96B6A1A5-70D8-D72B-62CE-7AB5F64F0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730034"/>
              </p:ext>
            </p:extLst>
          </p:nvPr>
        </p:nvGraphicFramePr>
        <p:xfrm>
          <a:off x="508000" y="1014724"/>
          <a:ext cx="3877128" cy="5253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38564">
                  <a:extLst>
                    <a:ext uri="{9D8B030D-6E8A-4147-A177-3AD203B41FA5}">
                      <a16:colId xmlns:a16="http://schemas.microsoft.com/office/drawing/2014/main" val="3547466577"/>
                    </a:ext>
                  </a:extLst>
                </a:gridCol>
                <a:gridCol w="1938564">
                  <a:extLst>
                    <a:ext uri="{9D8B030D-6E8A-4147-A177-3AD203B41FA5}">
                      <a16:colId xmlns:a16="http://schemas.microsoft.com/office/drawing/2014/main" val="10435249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sz="1200" dirty="0"/>
                        <a:t>Parameter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Data Type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95608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200" b="0" u="none" strike="noStrike" baseline="0" dirty="0"/>
                        <a:t>OSLevel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nn-NO" sz="1200" b="0" u="none" strike="noStrike" baseline="0" dirty="0"/>
                        <a:t>BYTE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921636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ApplyEn</a:t>
                      </a:r>
                      <a:r>
                        <a:rPr lang="en-US" sz="1200" b="0" u="none" strike="noStrike" baseline="0" dirty="0"/>
                        <a:t> 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792091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ApplyExt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63051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ApplyOp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467936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ApplyInt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18335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Sync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982632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StateChannel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341636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StateOffAut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021210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StateOpAut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839646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StateAutAut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79806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StateOffOp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39447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StateOpOp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461032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StateAutOp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294180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StateOpAct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501282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200" b="0" u="none" strike="noStrike" baseline="0" dirty="0" err="1"/>
                        <a:t>StateAutAct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de-DE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128723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StateOffAct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567043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SrcChannel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354038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200" b="0" u="none" strike="noStrike" baseline="0" dirty="0" err="1"/>
                        <a:t>SrcExtAut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de-DE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847349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SrcIntAut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891314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SrcIntOp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252844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SrcExtOp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771108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SrcIntAct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74000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SrcExtAct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4849291"/>
                  </a:ext>
                </a:extLst>
              </a:tr>
            </a:tbl>
          </a:graphicData>
        </a:graphic>
      </p:graphicFrame>
      <p:graphicFrame>
        <p:nvGraphicFramePr>
          <p:cNvPr id="4" name="Tabelle 31">
            <a:extLst>
              <a:ext uri="{FF2B5EF4-FFF2-40B4-BE49-F238E27FC236}">
                <a16:creationId xmlns:a16="http://schemas.microsoft.com/office/drawing/2014/main" id="{2BA8E68C-D137-9400-C688-810002FF76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426586"/>
              </p:ext>
            </p:extLst>
          </p:nvPr>
        </p:nvGraphicFramePr>
        <p:xfrm>
          <a:off x="5834741" y="1014724"/>
          <a:ext cx="3877128" cy="5253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38564">
                  <a:extLst>
                    <a:ext uri="{9D8B030D-6E8A-4147-A177-3AD203B41FA5}">
                      <a16:colId xmlns:a16="http://schemas.microsoft.com/office/drawing/2014/main" val="3547466577"/>
                    </a:ext>
                  </a:extLst>
                </a:gridCol>
                <a:gridCol w="1938564">
                  <a:extLst>
                    <a:ext uri="{9D8B030D-6E8A-4147-A177-3AD203B41FA5}">
                      <a16:colId xmlns:a16="http://schemas.microsoft.com/office/drawing/2014/main" val="10435249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sz="1200" dirty="0"/>
                        <a:t>Parameter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Data Type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95608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200" b="0" u="none" strike="noStrike" baseline="0" dirty="0"/>
                        <a:t>OSLevel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nn-NO" sz="1200" b="0" u="none" strike="noStrike" baseline="0" dirty="0"/>
                        <a:t>BYTE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921636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ApplyEn</a:t>
                      </a:r>
                      <a:r>
                        <a:rPr lang="en-US" sz="1200" b="0" u="none" strike="noStrike" baseline="0" dirty="0"/>
                        <a:t> 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792091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ApplyExt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63051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ApplyOp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467936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ApplyInt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18335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Sync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982632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StateChannel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341636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StateOffAut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021210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StateOpAut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839646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StateAutAut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79806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StateOffOp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39447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StateOpOp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461032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StateAutOp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294180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StateOpAct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501282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200" b="0" u="none" strike="noStrike" baseline="0" dirty="0" err="1"/>
                        <a:t>StateAutAct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de-DE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4128723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StateOffAct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567043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SrcChannel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354038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1200" b="0" u="none" strike="noStrike" baseline="0" dirty="0" err="1"/>
                        <a:t>SrcExtAut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de-DE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847349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SrcIntAut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891314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SrcIntOp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3252844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SrcExtOp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771108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SrcIntAct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74000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 err="1"/>
                        <a:t>SrcExtAct</a:t>
                      </a:r>
                      <a:endParaRPr lang="de-DE" sz="12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baseline="0" dirty="0"/>
                        <a:t>BOOL</a:t>
                      </a:r>
                      <a:endParaRPr lang="de-DE" sz="12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24849291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99012076-4EFF-7579-3A7E-A18750CC2336}"/>
              </a:ext>
            </a:extLst>
          </p:cNvPr>
          <p:cNvSpPr/>
          <p:nvPr/>
        </p:nvSpPr>
        <p:spPr>
          <a:xfrm>
            <a:off x="6253841" y="2330450"/>
            <a:ext cx="3458028" cy="211668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sz="1200" dirty="0" err="1">
                <a:solidFill>
                  <a:schemeClr val="tx2"/>
                </a:solidFill>
              </a:rPr>
              <a:t>true</a:t>
            </a:r>
            <a:endParaRPr lang="de-DE" sz="1200" dirty="0">
              <a:solidFill>
                <a:schemeClr val="tx2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F41E3C7-AE5B-F104-327C-D32871C7E503}"/>
              </a:ext>
            </a:extLst>
          </p:cNvPr>
          <p:cNvSpPr/>
          <p:nvPr/>
        </p:nvSpPr>
        <p:spPr>
          <a:xfrm>
            <a:off x="5834740" y="2542117"/>
            <a:ext cx="3877127" cy="1519743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de-DE" sz="1400" dirty="0">
              <a:solidFill>
                <a:schemeClr val="tx2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C5542AE-7A74-2FBC-2FCD-6F4B711E5F36}"/>
              </a:ext>
            </a:extLst>
          </p:cNvPr>
          <p:cNvSpPr/>
          <p:nvPr/>
        </p:nvSpPr>
        <p:spPr>
          <a:xfrm>
            <a:off x="5834742" y="4731957"/>
            <a:ext cx="3877127" cy="1111319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de-DE" sz="1400" dirty="0">
              <a:solidFill>
                <a:schemeClr val="tx2"/>
              </a:solidFill>
            </a:endParaRPr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E247EF01-9D1A-7E33-E391-F75988E2ECCA}"/>
              </a:ext>
            </a:extLst>
          </p:cNvPr>
          <p:cNvSpPr/>
          <p:nvPr/>
        </p:nvSpPr>
        <p:spPr>
          <a:xfrm>
            <a:off x="4482721" y="3339312"/>
            <a:ext cx="1283597" cy="4447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2C1B97F-C6BF-B75A-E418-4BAF6599A89E}"/>
              </a:ext>
            </a:extLst>
          </p:cNvPr>
          <p:cNvSpPr txBox="1"/>
          <p:nvPr/>
        </p:nvSpPr>
        <p:spPr>
          <a:xfrm>
            <a:off x="4482720" y="3117322"/>
            <a:ext cx="101301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de-DE" sz="1600" dirty="0" err="1">
                <a:solidFill>
                  <a:schemeClr val="accent1"/>
                </a:solidFill>
              </a:rPr>
              <a:t>Sync</a:t>
            </a:r>
            <a:r>
              <a:rPr lang="de-DE" sz="1600" dirty="0">
                <a:solidFill>
                  <a:schemeClr val="accent1"/>
                </a:solidFill>
              </a:rPr>
              <a:t> = TRUE</a:t>
            </a:r>
          </a:p>
        </p:txBody>
      </p:sp>
    </p:spTree>
    <p:extLst>
      <p:ext uri="{BB962C8B-B14F-4D97-AF65-F5344CB8AC3E}">
        <p14:creationId xmlns:p14="http://schemas.microsoft.com/office/powerpoint/2010/main" val="141417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40190602-3E65-1DF8-AE6C-89B20BAA91F3}"/>
              </a:ext>
            </a:extLst>
          </p:cNvPr>
          <p:cNvSpPr/>
          <p:nvPr/>
        </p:nvSpPr>
        <p:spPr>
          <a:xfrm>
            <a:off x="71880" y="1485290"/>
            <a:ext cx="12044223" cy="4123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7" name="Rechteck 476">
            <a:extLst>
              <a:ext uri="{FF2B5EF4-FFF2-40B4-BE49-F238E27FC236}">
                <a16:creationId xmlns:a16="http://schemas.microsoft.com/office/drawing/2014/main" id="{8D633D12-EC42-D823-6787-1D18ABF09E32}"/>
              </a:ext>
            </a:extLst>
          </p:cNvPr>
          <p:cNvSpPr/>
          <p:nvPr/>
        </p:nvSpPr>
        <p:spPr>
          <a:xfrm>
            <a:off x="8670076" y="1485290"/>
            <a:ext cx="3446027" cy="4123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PAL</a:t>
            </a:r>
          </a:p>
        </p:txBody>
      </p:sp>
      <p:sp>
        <p:nvSpPr>
          <p:cNvPr id="476" name="Rechteck 475">
            <a:extLst>
              <a:ext uri="{FF2B5EF4-FFF2-40B4-BE49-F238E27FC236}">
                <a16:creationId xmlns:a16="http://schemas.microsoft.com/office/drawing/2014/main" id="{8BD8F33D-DE35-9C6E-7C66-2C4AE5AA5765}"/>
              </a:ext>
            </a:extLst>
          </p:cNvPr>
          <p:cNvSpPr/>
          <p:nvPr/>
        </p:nvSpPr>
        <p:spPr>
          <a:xfrm>
            <a:off x="3752744" y="1485290"/>
            <a:ext cx="4856371" cy="4123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CONV</a:t>
            </a:r>
          </a:p>
        </p:txBody>
      </p:sp>
      <p:sp>
        <p:nvSpPr>
          <p:cNvPr id="475" name="Rechteck 474">
            <a:extLst>
              <a:ext uri="{FF2B5EF4-FFF2-40B4-BE49-F238E27FC236}">
                <a16:creationId xmlns:a16="http://schemas.microsoft.com/office/drawing/2014/main" id="{C13C9B3C-99E2-ACE1-B288-57AFF29913FF}"/>
              </a:ext>
            </a:extLst>
          </p:cNvPr>
          <p:cNvSpPr/>
          <p:nvPr/>
        </p:nvSpPr>
        <p:spPr>
          <a:xfrm>
            <a:off x="75897" y="1485290"/>
            <a:ext cx="3615886" cy="41239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FFS</a:t>
            </a:r>
          </a:p>
        </p:txBody>
      </p:sp>
      <p:grpSp>
        <p:nvGrpSpPr>
          <p:cNvPr id="231" name="Gruppieren 230">
            <a:extLst>
              <a:ext uri="{FF2B5EF4-FFF2-40B4-BE49-F238E27FC236}">
                <a16:creationId xmlns:a16="http://schemas.microsoft.com/office/drawing/2014/main" id="{9E81F59E-E766-ACC5-8FD8-F6FD4287BAFD}"/>
              </a:ext>
            </a:extLst>
          </p:cNvPr>
          <p:cNvGrpSpPr/>
          <p:nvPr/>
        </p:nvGrpSpPr>
        <p:grpSpPr>
          <a:xfrm>
            <a:off x="8693408" y="2870484"/>
            <a:ext cx="3300427" cy="2543292"/>
            <a:chOff x="8663590" y="2441222"/>
            <a:chExt cx="3300427" cy="2543292"/>
          </a:xfrm>
        </p:grpSpPr>
        <p:grpSp>
          <p:nvGrpSpPr>
            <p:cNvPr id="232" name="Gruppieren 231">
              <a:extLst>
                <a:ext uri="{FF2B5EF4-FFF2-40B4-BE49-F238E27FC236}">
                  <a16:creationId xmlns:a16="http://schemas.microsoft.com/office/drawing/2014/main" id="{01CA0655-B120-DE2D-2E76-31E9DD61CC11}"/>
                </a:ext>
              </a:extLst>
            </p:cNvPr>
            <p:cNvGrpSpPr/>
            <p:nvPr/>
          </p:nvGrpSpPr>
          <p:grpSpPr>
            <a:xfrm>
              <a:off x="9031174" y="4817094"/>
              <a:ext cx="316257" cy="166688"/>
              <a:chOff x="1255369" y="3990975"/>
              <a:chExt cx="1081222" cy="806474"/>
            </a:xfrm>
          </p:grpSpPr>
          <p:sp>
            <p:nvSpPr>
              <p:cNvPr id="326" name="Rechteck 325">
                <a:extLst>
                  <a:ext uri="{FF2B5EF4-FFF2-40B4-BE49-F238E27FC236}">
                    <a16:creationId xmlns:a16="http://schemas.microsoft.com/office/drawing/2014/main" id="{22F9525C-7330-63AE-E3D7-A42E713F4A1B}"/>
                  </a:ext>
                </a:extLst>
              </p:cNvPr>
              <p:cNvSpPr/>
              <p:nvPr/>
            </p:nvSpPr>
            <p:spPr>
              <a:xfrm>
                <a:off x="1255369" y="4475980"/>
                <a:ext cx="1081222" cy="321469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7" name="Trapezoid 326">
                <a:extLst>
                  <a:ext uri="{FF2B5EF4-FFF2-40B4-BE49-F238E27FC236}">
                    <a16:creationId xmlns:a16="http://schemas.microsoft.com/office/drawing/2014/main" id="{5F27A7A6-DD10-31A1-2286-7548F663D414}"/>
                  </a:ext>
                </a:extLst>
              </p:cNvPr>
              <p:cNvSpPr/>
              <p:nvPr/>
            </p:nvSpPr>
            <p:spPr>
              <a:xfrm>
                <a:off x="1364974" y="4197373"/>
                <a:ext cx="862012" cy="278607"/>
              </a:xfrm>
              <a:prstGeom prst="trapezoid">
                <a:avLst>
                  <a:gd name="adj" fmla="val 55769"/>
                </a:avLst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8" name="Rechteck 327">
                <a:extLst>
                  <a:ext uri="{FF2B5EF4-FFF2-40B4-BE49-F238E27FC236}">
                    <a16:creationId xmlns:a16="http://schemas.microsoft.com/office/drawing/2014/main" id="{BF02C73D-1F30-A22A-B822-904F2ED6AE29}"/>
                  </a:ext>
                </a:extLst>
              </p:cNvPr>
              <p:cNvSpPr/>
              <p:nvPr/>
            </p:nvSpPr>
            <p:spPr>
              <a:xfrm>
                <a:off x="1640133" y="3990975"/>
                <a:ext cx="311693" cy="206398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3" name="Gruppieren 232">
              <a:extLst>
                <a:ext uri="{FF2B5EF4-FFF2-40B4-BE49-F238E27FC236}">
                  <a16:creationId xmlns:a16="http://schemas.microsoft.com/office/drawing/2014/main" id="{31BDCAD9-E3C2-75F9-C557-6A790A8987D2}"/>
                </a:ext>
              </a:extLst>
            </p:cNvPr>
            <p:cNvGrpSpPr/>
            <p:nvPr/>
          </p:nvGrpSpPr>
          <p:grpSpPr>
            <a:xfrm>
              <a:off x="11261770" y="4817826"/>
              <a:ext cx="316257" cy="166688"/>
              <a:chOff x="1255369" y="3990975"/>
              <a:chExt cx="1081222" cy="806474"/>
            </a:xfrm>
          </p:grpSpPr>
          <p:sp>
            <p:nvSpPr>
              <p:cNvPr id="323" name="Rechteck 322">
                <a:extLst>
                  <a:ext uri="{FF2B5EF4-FFF2-40B4-BE49-F238E27FC236}">
                    <a16:creationId xmlns:a16="http://schemas.microsoft.com/office/drawing/2014/main" id="{99F176B4-9591-9E65-C212-47FE1098A215}"/>
                  </a:ext>
                </a:extLst>
              </p:cNvPr>
              <p:cNvSpPr/>
              <p:nvPr/>
            </p:nvSpPr>
            <p:spPr>
              <a:xfrm>
                <a:off x="1255369" y="4475980"/>
                <a:ext cx="1081222" cy="321469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4" name="Trapezoid 323">
                <a:extLst>
                  <a:ext uri="{FF2B5EF4-FFF2-40B4-BE49-F238E27FC236}">
                    <a16:creationId xmlns:a16="http://schemas.microsoft.com/office/drawing/2014/main" id="{F0B94D4E-81B5-CA78-7F00-4F4C8215BC99}"/>
                  </a:ext>
                </a:extLst>
              </p:cNvPr>
              <p:cNvSpPr/>
              <p:nvPr/>
            </p:nvSpPr>
            <p:spPr>
              <a:xfrm>
                <a:off x="1364974" y="4197373"/>
                <a:ext cx="862012" cy="278607"/>
              </a:xfrm>
              <a:prstGeom prst="trapezoid">
                <a:avLst>
                  <a:gd name="adj" fmla="val 55769"/>
                </a:avLst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5" name="Rechteck 324">
                <a:extLst>
                  <a:ext uri="{FF2B5EF4-FFF2-40B4-BE49-F238E27FC236}">
                    <a16:creationId xmlns:a16="http://schemas.microsoft.com/office/drawing/2014/main" id="{1C2775D9-2E65-953B-F286-2BA5D1427C17}"/>
                  </a:ext>
                </a:extLst>
              </p:cNvPr>
              <p:cNvSpPr/>
              <p:nvPr/>
            </p:nvSpPr>
            <p:spPr>
              <a:xfrm>
                <a:off x="1640133" y="3990975"/>
                <a:ext cx="311693" cy="206398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34" name="Rechteck: abgerundete Ecken 233">
              <a:extLst>
                <a:ext uri="{FF2B5EF4-FFF2-40B4-BE49-F238E27FC236}">
                  <a16:creationId xmlns:a16="http://schemas.microsoft.com/office/drawing/2014/main" id="{F9A7B25B-C1D3-7E1F-864C-10A873FAAC6F}"/>
                </a:ext>
              </a:extLst>
            </p:cNvPr>
            <p:cNvSpPr/>
            <p:nvPr/>
          </p:nvSpPr>
          <p:spPr>
            <a:xfrm>
              <a:off x="10080289" y="2582123"/>
              <a:ext cx="526632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" name="Rechteck: abgerundete Ecken 234">
              <a:extLst>
                <a:ext uri="{FF2B5EF4-FFF2-40B4-BE49-F238E27FC236}">
                  <a16:creationId xmlns:a16="http://schemas.microsoft.com/office/drawing/2014/main" id="{7F1732D0-BAE9-A007-EC42-A88A8E78D86D}"/>
                </a:ext>
              </a:extLst>
            </p:cNvPr>
            <p:cNvSpPr/>
            <p:nvPr/>
          </p:nvSpPr>
          <p:spPr>
            <a:xfrm>
              <a:off x="10608982" y="2582346"/>
              <a:ext cx="526632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6" name="Gruppieren 235">
              <a:extLst>
                <a:ext uri="{FF2B5EF4-FFF2-40B4-BE49-F238E27FC236}">
                  <a16:creationId xmlns:a16="http://schemas.microsoft.com/office/drawing/2014/main" id="{593D086F-B565-0885-E395-FCA18A070E05}"/>
                </a:ext>
              </a:extLst>
            </p:cNvPr>
            <p:cNvGrpSpPr/>
            <p:nvPr/>
          </p:nvGrpSpPr>
          <p:grpSpPr>
            <a:xfrm>
              <a:off x="9522348" y="4052979"/>
              <a:ext cx="1628929" cy="193425"/>
              <a:chOff x="4508500" y="2940050"/>
              <a:chExt cx="2438400" cy="321309"/>
            </a:xfrm>
          </p:grpSpPr>
          <p:sp>
            <p:nvSpPr>
              <p:cNvPr id="318" name="Rechteck 317">
                <a:extLst>
                  <a:ext uri="{FF2B5EF4-FFF2-40B4-BE49-F238E27FC236}">
                    <a16:creationId xmlns:a16="http://schemas.microsoft.com/office/drawing/2014/main" id="{E8A2186F-336B-8D3E-6DF6-97417A78E82A}"/>
                  </a:ext>
                </a:extLst>
              </p:cNvPr>
              <p:cNvSpPr/>
              <p:nvPr/>
            </p:nvSpPr>
            <p:spPr>
              <a:xfrm>
                <a:off x="4508500" y="2940050"/>
                <a:ext cx="2438400" cy="45719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0F0F2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9" name="Rechteck 318">
                <a:extLst>
                  <a:ext uri="{FF2B5EF4-FFF2-40B4-BE49-F238E27FC236}">
                    <a16:creationId xmlns:a16="http://schemas.microsoft.com/office/drawing/2014/main" id="{69160CEF-D83F-259E-686B-7F93F06C7EE7}"/>
                  </a:ext>
                </a:extLst>
              </p:cNvPr>
              <p:cNvSpPr/>
              <p:nvPr/>
            </p:nvSpPr>
            <p:spPr>
              <a:xfrm>
                <a:off x="4508500" y="3215640"/>
                <a:ext cx="2438400" cy="45719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0F0F2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0" name="Rechteck 319">
                <a:extLst>
                  <a:ext uri="{FF2B5EF4-FFF2-40B4-BE49-F238E27FC236}">
                    <a16:creationId xmlns:a16="http://schemas.microsoft.com/office/drawing/2014/main" id="{EC797E52-DF30-62BF-DCD5-BCDCC7AE85D9}"/>
                  </a:ext>
                </a:extLst>
              </p:cNvPr>
              <p:cNvSpPr/>
              <p:nvPr/>
            </p:nvSpPr>
            <p:spPr>
              <a:xfrm>
                <a:off x="4543425" y="3014146"/>
                <a:ext cx="352425" cy="179901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0F0F2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1" name="Rechteck 320">
                <a:extLst>
                  <a:ext uri="{FF2B5EF4-FFF2-40B4-BE49-F238E27FC236}">
                    <a16:creationId xmlns:a16="http://schemas.microsoft.com/office/drawing/2014/main" id="{CF2C8EB5-6F08-89F1-0C1A-0B10738F7496}"/>
                  </a:ext>
                </a:extLst>
              </p:cNvPr>
              <p:cNvSpPr/>
              <p:nvPr/>
            </p:nvSpPr>
            <p:spPr>
              <a:xfrm>
                <a:off x="5551488" y="3014146"/>
                <a:ext cx="352425" cy="179901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0F0F2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2" name="Rechteck 321">
                <a:extLst>
                  <a:ext uri="{FF2B5EF4-FFF2-40B4-BE49-F238E27FC236}">
                    <a16:creationId xmlns:a16="http://schemas.microsoft.com/office/drawing/2014/main" id="{A7EF81C6-5CB8-898E-CE7A-478561CB6B0D}"/>
                  </a:ext>
                </a:extLst>
              </p:cNvPr>
              <p:cNvSpPr/>
              <p:nvPr/>
            </p:nvSpPr>
            <p:spPr>
              <a:xfrm>
                <a:off x="6559549" y="3018103"/>
                <a:ext cx="352425" cy="175946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0F0F2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37" name="Rechteck 236">
              <a:extLst>
                <a:ext uri="{FF2B5EF4-FFF2-40B4-BE49-F238E27FC236}">
                  <a16:creationId xmlns:a16="http://schemas.microsoft.com/office/drawing/2014/main" id="{B533B0BC-CCAE-26A4-08ED-9C2777C60249}"/>
                </a:ext>
              </a:extLst>
            </p:cNvPr>
            <p:cNvSpPr/>
            <p:nvPr/>
          </p:nvSpPr>
          <p:spPr>
            <a:xfrm>
              <a:off x="9091037" y="2441222"/>
              <a:ext cx="200025" cy="2377010"/>
            </a:xfrm>
            <a:prstGeom prst="rect">
              <a:avLst/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8" name="Rechteck 237">
              <a:extLst>
                <a:ext uri="{FF2B5EF4-FFF2-40B4-BE49-F238E27FC236}">
                  <a16:creationId xmlns:a16="http://schemas.microsoft.com/office/drawing/2014/main" id="{02AE92E6-3E1A-BE96-512A-88ABB4B1650D}"/>
                </a:ext>
              </a:extLst>
            </p:cNvPr>
            <p:cNvSpPr/>
            <p:nvPr/>
          </p:nvSpPr>
          <p:spPr>
            <a:xfrm>
              <a:off x="11319887" y="2441222"/>
              <a:ext cx="200025" cy="2377010"/>
            </a:xfrm>
            <a:prstGeom prst="rect">
              <a:avLst/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9" name="Gruppieren 238">
              <a:extLst>
                <a:ext uri="{FF2B5EF4-FFF2-40B4-BE49-F238E27FC236}">
                  <a16:creationId xmlns:a16="http://schemas.microsoft.com/office/drawing/2014/main" id="{04B7ACAC-8854-4992-BB30-D19AE064194D}"/>
                </a:ext>
              </a:extLst>
            </p:cNvPr>
            <p:cNvGrpSpPr/>
            <p:nvPr/>
          </p:nvGrpSpPr>
          <p:grpSpPr>
            <a:xfrm>
              <a:off x="8663590" y="4240357"/>
              <a:ext cx="3289383" cy="373088"/>
              <a:chOff x="4092165" y="4584675"/>
              <a:chExt cx="3289383" cy="373088"/>
            </a:xfrm>
            <a:solidFill>
              <a:srgbClr val="90ABDC"/>
            </a:solidFill>
          </p:grpSpPr>
          <p:sp>
            <p:nvSpPr>
              <p:cNvPr id="285" name="Rechteck 284">
                <a:extLst>
                  <a:ext uri="{FF2B5EF4-FFF2-40B4-BE49-F238E27FC236}">
                    <a16:creationId xmlns:a16="http://schemas.microsoft.com/office/drawing/2014/main" id="{36409F26-1DC7-D11E-8615-581FB156DAE0}"/>
                  </a:ext>
                </a:extLst>
              </p:cNvPr>
              <p:cNvSpPr/>
              <p:nvPr/>
            </p:nvSpPr>
            <p:spPr>
              <a:xfrm>
                <a:off x="4092165" y="4638675"/>
                <a:ext cx="3289383" cy="319088"/>
              </a:xfrm>
              <a:prstGeom prst="rect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86" name="Gerader Verbinder 285">
                <a:extLst>
                  <a:ext uri="{FF2B5EF4-FFF2-40B4-BE49-F238E27FC236}">
                    <a16:creationId xmlns:a16="http://schemas.microsoft.com/office/drawing/2014/main" id="{6F9BD713-7FF7-9A1D-BE2C-D4B6EF227FB3}"/>
                  </a:ext>
                </a:extLst>
              </p:cNvPr>
              <p:cNvCxnSpPr/>
              <p:nvPr/>
            </p:nvCxnSpPr>
            <p:spPr>
              <a:xfrm>
                <a:off x="4257675" y="4743450"/>
                <a:ext cx="2943225" cy="0"/>
              </a:xfrm>
              <a:prstGeom prst="line">
                <a:avLst/>
              </a:prstGeom>
              <a:grpFill/>
              <a:ln w="28575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sp>
            <p:nvSpPr>
              <p:cNvPr id="287" name="Teilkreis 286">
                <a:extLst>
                  <a:ext uri="{FF2B5EF4-FFF2-40B4-BE49-F238E27FC236}">
                    <a16:creationId xmlns:a16="http://schemas.microsoft.com/office/drawing/2014/main" id="{85099150-C342-B918-52F0-A40794C9A33F}"/>
                  </a:ext>
                </a:extLst>
              </p:cNvPr>
              <p:cNvSpPr/>
              <p:nvPr/>
            </p:nvSpPr>
            <p:spPr>
              <a:xfrm rot="10800000">
                <a:off x="4126704" y="4584675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8" name="Teilkreis 287">
                <a:extLst>
                  <a:ext uri="{FF2B5EF4-FFF2-40B4-BE49-F238E27FC236}">
                    <a16:creationId xmlns:a16="http://schemas.microsoft.com/office/drawing/2014/main" id="{7A7D9773-E4B1-D5FD-3BC0-7B0D7B6DAD51}"/>
                  </a:ext>
                </a:extLst>
              </p:cNvPr>
              <p:cNvSpPr/>
              <p:nvPr/>
            </p:nvSpPr>
            <p:spPr>
              <a:xfrm rot="10800000">
                <a:off x="4251889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9" name="Teilkreis 288">
                <a:extLst>
                  <a:ext uri="{FF2B5EF4-FFF2-40B4-BE49-F238E27FC236}">
                    <a16:creationId xmlns:a16="http://schemas.microsoft.com/office/drawing/2014/main" id="{4E7C436B-ECBA-C3AC-5546-54E2733132AD}"/>
                  </a:ext>
                </a:extLst>
              </p:cNvPr>
              <p:cNvSpPr/>
              <p:nvPr/>
            </p:nvSpPr>
            <p:spPr>
              <a:xfrm rot="10800000">
                <a:off x="4365417" y="4584675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0" name="Teilkreis 289">
                <a:extLst>
                  <a:ext uri="{FF2B5EF4-FFF2-40B4-BE49-F238E27FC236}">
                    <a16:creationId xmlns:a16="http://schemas.microsoft.com/office/drawing/2014/main" id="{67A6B893-ED9A-D79D-BE30-29E6A2131BFE}"/>
                  </a:ext>
                </a:extLst>
              </p:cNvPr>
              <p:cNvSpPr/>
              <p:nvPr/>
            </p:nvSpPr>
            <p:spPr>
              <a:xfrm rot="10800000">
                <a:off x="4490602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1" name="Teilkreis 290">
                <a:extLst>
                  <a:ext uri="{FF2B5EF4-FFF2-40B4-BE49-F238E27FC236}">
                    <a16:creationId xmlns:a16="http://schemas.microsoft.com/office/drawing/2014/main" id="{4DE45642-F1FA-9300-142E-4721863CC7A4}"/>
                  </a:ext>
                </a:extLst>
              </p:cNvPr>
              <p:cNvSpPr/>
              <p:nvPr/>
            </p:nvSpPr>
            <p:spPr>
              <a:xfrm rot="10800000">
                <a:off x="4608151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2" name="Teilkreis 291">
                <a:extLst>
                  <a:ext uri="{FF2B5EF4-FFF2-40B4-BE49-F238E27FC236}">
                    <a16:creationId xmlns:a16="http://schemas.microsoft.com/office/drawing/2014/main" id="{D79B6448-8880-DD5E-9C96-7B92B2657046}"/>
                  </a:ext>
                </a:extLst>
              </p:cNvPr>
              <p:cNvSpPr/>
              <p:nvPr/>
            </p:nvSpPr>
            <p:spPr>
              <a:xfrm rot="10800000">
                <a:off x="4733336" y="4584677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Teilkreis 292">
                <a:extLst>
                  <a:ext uri="{FF2B5EF4-FFF2-40B4-BE49-F238E27FC236}">
                    <a16:creationId xmlns:a16="http://schemas.microsoft.com/office/drawing/2014/main" id="{C7F67FEA-93EC-BD23-9665-0042AB460FFE}"/>
                  </a:ext>
                </a:extLst>
              </p:cNvPr>
              <p:cNvSpPr/>
              <p:nvPr/>
            </p:nvSpPr>
            <p:spPr>
              <a:xfrm rot="10800000">
                <a:off x="4846864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grpFill/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Teilkreis 293">
                <a:extLst>
                  <a:ext uri="{FF2B5EF4-FFF2-40B4-BE49-F238E27FC236}">
                    <a16:creationId xmlns:a16="http://schemas.microsoft.com/office/drawing/2014/main" id="{2931E458-06D1-0824-6FD8-82426BBFE779}"/>
                  </a:ext>
                </a:extLst>
              </p:cNvPr>
              <p:cNvSpPr/>
              <p:nvPr/>
            </p:nvSpPr>
            <p:spPr>
              <a:xfrm rot="10800000">
                <a:off x="4972049" y="4584677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grpFill/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5" name="Teilkreis 294">
                <a:extLst>
                  <a:ext uri="{FF2B5EF4-FFF2-40B4-BE49-F238E27FC236}">
                    <a16:creationId xmlns:a16="http://schemas.microsoft.com/office/drawing/2014/main" id="{96C9DFD4-47B4-02C3-5F51-53CAFA8C56F6}"/>
                  </a:ext>
                </a:extLst>
              </p:cNvPr>
              <p:cNvSpPr/>
              <p:nvPr/>
            </p:nvSpPr>
            <p:spPr>
              <a:xfrm rot="10800000">
                <a:off x="5089065" y="4585479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grpFill/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6" name="Teilkreis 295">
                <a:extLst>
                  <a:ext uri="{FF2B5EF4-FFF2-40B4-BE49-F238E27FC236}">
                    <a16:creationId xmlns:a16="http://schemas.microsoft.com/office/drawing/2014/main" id="{2E1EFD42-4F5C-D63F-FB24-0B7A0555158E}"/>
                  </a:ext>
                </a:extLst>
              </p:cNvPr>
              <p:cNvSpPr/>
              <p:nvPr/>
            </p:nvSpPr>
            <p:spPr>
              <a:xfrm rot="10800000">
                <a:off x="5214250" y="4585480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grpFill/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7" name="Teilkreis 296">
                <a:extLst>
                  <a:ext uri="{FF2B5EF4-FFF2-40B4-BE49-F238E27FC236}">
                    <a16:creationId xmlns:a16="http://schemas.microsoft.com/office/drawing/2014/main" id="{D40A6BB3-A3A6-7661-08D7-6205ED362BF0}"/>
                  </a:ext>
                </a:extLst>
              </p:cNvPr>
              <p:cNvSpPr/>
              <p:nvPr/>
            </p:nvSpPr>
            <p:spPr>
              <a:xfrm rot="10800000">
                <a:off x="5327778" y="4585479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grpFill/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8" name="Teilkreis 297">
                <a:extLst>
                  <a:ext uri="{FF2B5EF4-FFF2-40B4-BE49-F238E27FC236}">
                    <a16:creationId xmlns:a16="http://schemas.microsoft.com/office/drawing/2014/main" id="{6449CB5D-BE30-791B-FB23-82ECC56E05AA}"/>
                  </a:ext>
                </a:extLst>
              </p:cNvPr>
              <p:cNvSpPr/>
              <p:nvPr/>
            </p:nvSpPr>
            <p:spPr>
              <a:xfrm rot="10800000">
                <a:off x="5452963" y="4585480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grpFill/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Teilkreis 298">
                <a:extLst>
                  <a:ext uri="{FF2B5EF4-FFF2-40B4-BE49-F238E27FC236}">
                    <a16:creationId xmlns:a16="http://schemas.microsoft.com/office/drawing/2014/main" id="{573FC10C-F330-224F-6421-CD0943684581}"/>
                  </a:ext>
                </a:extLst>
              </p:cNvPr>
              <p:cNvSpPr/>
              <p:nvPr/>
            </p:nvSpPr>
            <p:spPr>
              <a:xfrm rot="10800000">
                <a:off x="5570512" y="4585480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grpFill/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Teilkreis 299">
                <a:extLst>
                  <a:ext uri="{FF2B5EF4-FFF2-40B4-BE49-F238E27FC236}">
                    <a16:creationId xmlns:a16="http://schemas.microsoft.com/office/drawing/2014/main" id="{12DB9BD3-21FE-EB58-0E45-1C7FDC2600B1}"/>
                  </a:ext>
                </a:extLst>
              </p:cNvPr>
              <p:cNvSpPr/>
              <p:nvPr/>
            </p:nvSpPr>
            <p:spPr>
              <a:xfrm rot="10800000">
                <a:off x="5695697" y="4585481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grpFill/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Teilkreis 300">
                <a:extLst>
                  <a:ext uri="{FF2B5EF4-FFF2-40B4-BE49-F238E27FC236}">
                    <a16:creationId xmlns:a16="http://schemas.microsoft.com/office/drawing/2014/main" id="{7A85307F-28CA-2338-2E01-C30047721876}"/>
                  </a:ext>
                </a:extLst>
              </p:cNvPr>
              <p:cNvSpPr/>
              <p:nvPr/>
            </p:nvSpPr>
            <p:spPr>
              <a:xfrm rot="10800000">
                <a:off x="5809225" y="4585480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grpFill/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Teilkreis 301">
                <a:extLst>
                  <a:ext uri="{FF2B5EF4-FFF2-40B4-BE49-F238E27FC236}">
                    <a16:creationId xmlns:a16="http://schemas.microsoft.com/office/drawing/2014/main" id="{31A7424E-31EF-2AE2-9BA6-C4C270C8C465}"/>
                  </a:ext>
                </a:extLst>
              </p:cNvPr>
              <p:cNvSpPr/>
              <p:nvPr/>
            </p:nvSpPr>
            <p:spPr>
              <a:xfrm rot="10800000">
                <a:off x="5934410" y="4585481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Teilkreis 302">
                <a:extLst>
                  <a:ext uri="{FF2B5EF4-FFF2-40B4-BE49-F238E27FC236}">
                    <a16:creationId xmlns:a16="http://schemas.microsoft.com/office/drawing/2014/main" id="{940D97BA-32AB-892E-7953-3832DFE0DC9B}"/>
                  </a:ext>
                </a:extLst>
              </p:cNvPr>
              <p:cNvSpPr/>
              <p:nvPr/>
            </p:nvSpPr>
            <p:spPr>
              <a:xfrm rot="10800000">
                <a:off x="6059594" y="4584675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4" name="Teilkreis 303">
                <a:extLst>
                  <a:ext uri="{FF2B5EF4-FFF2-40B4-BE49-F238E27FC236}">
                    <a16:creationId xmlns:a16="http://schemas.microsoft.com/office/drawing/2014/main" id="{64FFE1FA-7095-35E4-8D2F-A5A3D7666A44}"/>
                  </a:ext>
                </a:extLst>
              </p:cNvPr>
              <p:cNvSpPr/>
              <p:nvPr/>
            </p:nvSpPr>
            <p:spPr>
              <a:xfrm rot="10800000">
                <a:off x="6184779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5" name="Teilkreis 304">
                <a:extLst>
                  <a:ext uri="{FF2B5EF4-FFF2-40B4-BE49-F238E27FC236}">
                    <a16:creationId xmlns:a16="http://schemas.microsoft.com/office/drawing/2014/main" id="{FEB575D7-C4FF-7314-F16C-E3B821356D79}"/>
                  </a:ext>
                </a:extLst>
              </p:cNvPr>
              <p:cNvSpPr/>
              <p:nvPr/>
            </p:nvSpPr>
            <p:spPr>
              <a:xfrm rot="10800000">
                <a:off x="6298307" y="4584675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6" name="Teilkreis 305">
                <a:extLst>
                  <a:ext uri="{FF2B5EF4-FFF2-40B4-BE49-F238E27FC236}">
                    <a16:creationId xmlns:a16="http://schemas.microsoft.com/office/drawing/2014/main" id="{7B05DE1A-8DE9-997E-9FB2-97CA2B6982FD}"/>
                  </a:ext>
                </a:extLst>
              </p:cNvPr>
              <p:cNvSpPr/>
              <p:nvPr/>
            </p:nvSpPr>
            <p:spPr>
              <a:xfrm rot="10800000">
                <a:off x="6423492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7" name="Teilkreis 306">
                <a:extLst>
                  <a:ext uri="{FF2B5EF4-FFF2-40B4-BE49-F238E27FC236}">
                    <a16:creationId xmlns:a16="http://schemas.microsoft.com/office/drawing/2014/main" id="{BD2811F6-473B-4057-C226-80AE23DDB63B}"/>
                  </a:ext>
                </a:extLst>
              </p:cNvPr>
              <p:cNvSpPr/>
              <p:nvPr/>
            </p:nvSpPr>
            <p:spPr>
              <a:xfrm rot="10800000">
                <a:off x="6541041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8" name="Teilkreis 307">
                <a:extLst>
                  <a:ext uri="{FF2B5EF4-FFF2-40B4-BE49-F238E27FC236}">
                    <a16:creationId xmlns:a16="http://schemas.microsoft.com/office/drawing/2014/main" id="{6884E232-7BC5-0BE8-822E-411BC49490C3}"/>
                  </a:ext>
                </a:extLst>
              </p:cNvPr>
              <p:cNvSpPr/>
              <p:nvPr/>
            </p:nvSpPr>
            <p:spPr>
              <a:xfrm rot="10800000">
                <a:off x="6666226" y="4584677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9" name="Teilkreis 308">
                <a:extLst>
                  <a:ext uri="{FF2B5EF4-FFF2-40B4-BE49-F238E27FC236}">
                    <a16:creationId xmlns:a16="http://schemas.microsoft.com/office/drawing/2014/main" id="{A79F3EF4-3F0B-A1B0-1953-99C8B6FADB13}"/>
                  </a:ext>
                </a:extLst>
              </p:cNvPr>
              <p:cNvSpPr/>
              <p:nvPr/>
            </p:nvSpPr>
            <p:spPr>
              <a:xfrm rot="10800000">
                <a:off x="6779754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0" name="Teilkreis 309">
                <a:extLst>
                  <a:ext uri="{FF2B5EF4-FFF2-40B4-BE49-F238E27FC236}">
                    <a16:creationId xmlns:a16="http://schemas.microsoft.com/office/drawing/2014/main" id="{DB9B018B-7A6D-B81A-FDEA-802AA3551562}"/>
                  </a:ext>
                </a:extLst>
              </p:cNvPr>
              <p:cNvSpPr/>
              <p:nvPr/>
            </p:nvSpPr>
            <p:spPr>
              <a:xfrm rot="10800000">
                <a:off x="6904939" y="4584677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1" name="Teilkreis 310">
                <a:extLst>
                  <a:ext uri="{FF2B5EF4-FFF2-40B4-BE49-F238E27FC236}">
                    <a16:creationId xmlns:a16="http://schemas.microsoft.com/office/drawing/2014/main" id="{ADF5FEEC-7E52-0260-1F88-40776B65FDF2}"/>
                  </a:ext>
                </a:extLst>
              </p:cNvPr>
              <p:cNvSpPr/>
              <p:nvPr/>
            </p:nvSpPr>
            <p:spPr>
              <a:xfrm rot="10800000">
                <a:off x="7021955" y="4585479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" name="Teilkreis 311">
                <a:extLst>
                  <a:ext uri="{FF2B5EF4-FFF2-40B4-BE49-F238E27FC236}">
                    <a16:creationId xmlns:a16="http://schemas.microsoft.com/office/drawing/2014/main" id="{3372DFA0-5068-EF6F-C313-72DEFF9EC1D4}"/>
                  </a:ext>
                </a:extLst>
              </p:cNvPr>
              <p:cNvSpPr/>
              <p:nvPr/>
            </p:nvSpPr>
            <p:spPr>
              <a:xfrm rot="10800000">
                <a:off x="7147140" y="4585480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3" name="Teilkreis 312">
                <a:extLst>
                  <a:ext uri="{FF2B5EF4-FFF2-40B4-BE49-F238E27FC236}">
                    <a16:creationId xmlns:a16="http://schemas.microsoft.com/office/drawing/2014/main" id="{C5825B61-9A28-CE46-908A-347D48672C5D}"/>
                  </a:ext>
                </a:extLst>
              </p:cNvPr>
              <p:cNvSpPr/>
              <p:nvPr/>
            </p:nvSpPr>
            <p:spPr>
              <a:xfrm rot="10800000">
                <a:off x="7260668" y="4585479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4" name="Ellipse 313">
                <a:extLst>
                  <a:ext uri="{FF2B5EF4-FFF2-40B4-BE49-F238E27FC236}">
                    <a16:creationId xmlns:a16="http://schemas.microsoft.com/office/drawing/2014/main" id="{565FB66A-9EC5-8906-C8DE-72FB2AF41CC4}"/>
                  </a:ext>
                </a:extLst>
              </p:cNvPr>
              <p:cNvSpPr/>
              <p:nvPr/>
            </p:nvSpPr>
            <p:spPr>
              <a:xfrm>
                <a:off x="4590324" y="4664063"/>
                <a:ext cx="54000" cy="54000"/>
              </a:xfrm>
              <a:prstGeom prst="ellipse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5" name="Ellipse 314">
                <a:extLst>
                  <a:ext uri="{FF2B5EF4-FFF2-40B4-BE49-F238E27FC236}">
                    <a16:creationId xmlns:a16="http://schemas.microsoft.com/office/drawing/2014/main" id="{9D245442-1F1E-1C66-6C62-6B9F83110C04}"/>
                  </a:ext>
                </a:extLst>
              </p:cNvPr>
              <p:cNvSpPr/>
              <p:nvPr/>
            </p:nvSpPr>
            <p:spPr>
              <a:xfrm>
                <a:off x="4590324" y="4797449"/>
                <a:ext cx="54000" cy="54000"/>
              </a:xfrm>
              <a:prstGeom prst="ellipse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6" name="Ellipse 315">
                <a:extLst>
                  <a:ext uri="{FF2B5EF4-FFF2-40B4-BE49-F238E27FC236}">
                    <a16:creationId xmlns:a16="http://schemas.microsoft.com/office/drawing/2014/main" id="{43BA8F7A-31A3-1AA9-006A-34CEE03649F0}"/>
                  </a:ext>
                </a:extLst>
              </p:cNvPr>
              <p:cNvSpPr/>
              <p:nvPr/>
            </p:nvSpPr>
            <p:spPr>
              <a:xfrm>
                <a:off x="6814326" y="4664063"/>
                <a:ext cx="54000" cy="54000"/>
              </a:xfrm>
              <a:prstGeom prst="ellipse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7" name="Ellipse 316">
                <a:extLst>
                  <a:ext uri="{FF2B5EF4-FFF2-40B4-BE49-F238E27FC236}">
                    <a16:creationId xmlns:a16="http://schemas.microsoft.com/office/drawing/2014/main" id="{467435AB-E0C0-DF3C-DB84-0CC6D5C3FC18}"/>
                  </a:ext>
                </a:extLst>
              </p:cNvPr>
              <p:cNvSpPr/>
              <p:nvPr/>
            </p:nvSpPr>
            <p:spPr>
              <a:xfrm>
                <a:off x="6814326" y="4797449"/>
                <a:ext cx="54000" cy="54000"/>
              </a:xfrm>
              <a:prstGeom prst="ellipse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40" name="Rechteck: abgerundete Ecken 239">
              <a:extLst>
                <a:ext uri="{FF2B5EF4-FFF2-40B4-BE49-F238E27FC236}">
                  <a16:creationId xmlns:a16="http://schemas.microsoft.com/office/drawing/2014/main" id="{04AC96DB-1A87-DFDF-9424-B4483BFAED1B}"/>
                </a:ext>
              </a:extLst>
            </p:cNvPr>
            <p:cNvSpPr/>
            <p:nvPr/>
          </p:nvSpPr>
          <p:spPr>
            <a:xfrm>
              <a:off x="9541822" y="3933918"/>
              <a:ext cx="526632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1" name="Rechteck: abgerundete Ecken 240">
              <a:extLst>
                <a:ext uri="{FF2B5EF4-FFF2-40B4-BE49-F238E27FC236}">
                  <a16:creationId xmlns:a16="http://schemas.microsoft.com/office/drawing/2014/main" id="{15E0E28E-C537-8DD0-586C-5CA67C6DAA84}"/>
                </a:ext>
              </a:extLst>
            </p:cNvPr>
            <p:cNvSpPr/>
            <p:nvPr/>
          </p:nvSpPr>
          <p:spPr>
            <a:xfrm>
              <a:off x="10078432" y="3933026"/>
              <a:ext cx="526632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2" name="Rechteck: abgerundete Ecken 241">
              <a:extLst>
                <a:ext uri="{FF2B5EF4-FFF2-40B4-BE49-F238E27FC236}">
                  <a16:creationId xmlns:a16="http://schemas.microsoft.com/office/drawing/2014/main" id="{7A286D6E-1F4E-87A6-7589-B5159ABA1234}"/>
                </a:ext>
              </a:extLst>
            </p:cNvPr>
            <p:cNvSpPr/>
            <p:nvPr/>
          </p:nvSpPr>
          <p:spPr>
            <a:xfrm>
              <a:off x="10607125" y="3933249"/>
              <a:ext cx="526632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3" name="Rechteck: abgerundete Ecken 242">
              <a:extLst>
                <a:ext uri="{FF2B5EF4-FFF2-40B4-BE49-F238E27FC236}">
                  <a16:creationId xmlns:a16="http://schemas.microsoft.com/office/drawing/2014/main" id="{D90BC184-6E28-9A5A-3A4C-8C3F7779446A}"/>
                </a:ext>
              </a:extLst>
            </p:cNvPr>
            <p:cNvSpPr/>
            <p:nvPr/>
          </p:nvSpPr>
          <p:spPr>
            <a:xfrm>
              <a:off x="9539355" y="3807714"/>
              <a:ext cx="794545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4" name="Rechteck: abgerundete Ecken 243">
              <a:extLst>
                <a:ext uri="{FF2B5EF4-FFF2-40B4-BE49-F238E27FC236}">
                  <a16:creationId xmlns:a16="http://schemas.microsoft.com/office/drawing/2014/main" id="{531B034E-AC2E-076A-5CD0-02589976DB73}"/>
                </a:ext>
              </a:extLst>
            </p:cNvPr>
            <p:cNvSpPr/>
            <p:nvPr/>
          </p:nvSpPr>
          <p:spPr>
            <a:xfrm>
              <a:off x="10343425" y="3807714"/>
              <a:ext cx="793240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Rechteck: abgerundete Ecken 244">
              <a:extLst>
                <a:ext uri="{FF2B5EF4-FFF2-40B4-BE49-F238E27FC236}">
                  <a16:creationId xmlns:a16="http://schemas.microsoft.com/office/drawing/2014/main" id="{9BB203A7-3848-3709-5706-96FDB10BD0E7}"/>
                </a:ext>
              </a:extLst>
            </p:cNvPr>
            <p:cNvSpPr/>
            <p:nvPr/>
          </p:nvSpPr>
          <p:spPr>
            <a:xfrm>
              <a:off x="9541822" y="3683426"/>
              <a:ext cx="526632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Rechteck: abgerundete Ecken 245">
              <a:extLst>
                <a:ext uri="{FF2B5EF4-FFF2-40B4-BE49-F238E27FC236}">
                  <a16:creationId xmlns:a16="http://schemas.microsoft.com/office/drawing/2014/main" id="{9E7D44CA-2E39-56FC-12B6-8DF90A34F4B0}"/>
                </a:ext>
              </a:extLst>
            </p:cNvPr>
            <p:cNvSpPr/>
            <p:nvPr/>
          </p:nvSpPr>
          <p:spPr>
            <a:xfrm>
              <a:off x="10078432" y="3682534"/>
              <a:ext cx="526632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Rechteck: abgerundete Ecken 246">
              <a:extLst>
                <a:ext uri="{FF2B5EF4-FFF2-40B4-BE49-F238E27FC236}">
                  <a16:creationId xmlns:a16="http://schemas.microsoft.com/office/drawing/2014/main" id="{8F49FFED-DC2A-0C12-3C79-675F2AD83991}"/>
                </a:ext>
              </a:extLst>
            </p:cNvPr>
            <p:cNvSpPr/>
            <p:nvPr/>
          </p:nvSpPr>
          <p:spPr>
            <a:xfrm>
              <a:off x="10607125" y="3682757"/>
              <a:ext cx="526632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Rechteck: abgerundete Ecken 247">
              <a:extLst>
                <a:ext uri="{FF2B5EF4-FFF2-40B4-BE49-F238E27FC236}">
                  <a16:creationId xmlns:a16="http://schemas.microsoft.com/office/drawing/2014/main" id="{92C92C1E-CAE6-F4FB-3162-49454CCD373A}"/>
                </a:ext>
              </a:extLst>
            </p:cNvPr>
            <p:cNvSpPr/>
            <p:nvPr/>
          </p:nvSpPr>
          <p:spPr>
            <a:xfrm>
              <a:off x="9539355" y="3557222"/>
              <a:ext cx="794545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Rechteck: abgerundete Ecken 248">
              <a:extLst>
                <a:ext uri="{FF2B5EF4-FFF2-40B4-BE49-F238E27FC236}">
                  <a16:creationId xmlns:a16="http://schemas.microsoft.com/office/drawing/2014/main" id="{B44719EC-EEB7-A0ED-4768-A4A7D2FBFED3}"/>
                </a:ext>
              </a:extLst>
            </p:cNvPr>
            <p:cNvSpPr/>
            <p:nvPr/>
          </p:nvSpPr>
          <p:spPr>
            <a:xfrm>
              <a:off x="10343425" y="3557222"/>
              <a:ext cx="793240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Rechteck: abgerundete Ecken 249">
              <a:extLst>
                <a:ext uri="{FF2B5EF4-FFF2-40B4-BE49-F238E27FC236}">
                  <a16:creationId xmlns:a16="http://schemas.microsoft.com/office/drawing/2014/main" id="{2B3A182A-38E7-C2E9-0971-FD2F30725D7A}"/>
                </a:ext>
              </a:extLst>
            </p:cNvPr>
            <p:cNvSpPr/>
            <p:nvPr/>
          </p:nvSpPr>
          <p:spPr>
            <a:xfrm>
              <a:off x="9537271" y="3434144"/>
              <a:ext cx="526632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Rechteck: abgerundete Ecken 250">
              <a:extLst>
                <a:ext uri="{FF2B5EF4-FFF2-40B4-BE49-F238E27FC236}">
                  <a16:creationId xmlns:a16="http://schemas.microsoft.com/office/drawing/2014/main" id="{4D6BCC32-2393-1FF2-0E65-A679292AB448}"/>
                </a:ext>
              </a:extLst>
            </p:cNvPr>
            <p:cNvSpPr/>
            <p:nvPr/>
          </p:nvSpPr>
          <p:spPr>
            <a:xfrm>
              <a:off x="10073881" y="3433252"/>
              <a:ext cx="526632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Rechteck: abgerundete Ecken 251">
              <a:extLst>
                <a:ext uri="{FF2B5EF4-FFF2-40B4-BE49-F238E27FC236}">
                  <a16:creationId xmlns:a16="http://schemas.microsoft.com/office/drawing/2014/main" id="{9824F856-E2C8-3F89-A68E-06B00B1B7488}"/>
                </a:ext>
              </a:extLst>
            </p:cNvPr>
            <p:cNvSpPr/>
            <p:nvPr/>
          </p:nvSpPr>
          <p:spPr>
            <a:xfrm>
              <a:off x="10602574" y="3433475"/>
              <a:ext cx="526632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Rechteck: abgerundete Ecken 252">
              <a:extLst>
                <a:ext uri="{FF2B5EF4-FFF2-40B4-BE49-F238E27FC236}">
                  <a16:creationId xmlns:a16="http://schemas.microsoft.com/office/drawing/2014/main" id="{838FE2E1-5625-4432-3829-89E166F60B94}"/>
                </a:ext>
              </a:extLst>
            </p:cNvPr>
            <p:cNvSpPr/>
            <p:nvPr/>
          </p:nvSpPr>
          <p:spPr>
            <a:xfrm>
              <a:off x="9534804" y="3307940"/>
              <a:ext cx="794545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Rechteck: abgerundete Ecken 253">
              <a:extLst>
                <a:ext uri="{FF2B5EF4-FFF2-40B4-BE49-F238E27FC236}">
                  <a16:creationId xmlns:a16="http://schemas.microsoft.com/office/drawing/2014/main" id="{1E720CFC-0DAD-0E67-0EA1-F742251ECA26}"/>
                </a:ext>
              </a:extLst>
            </p:cNvPr>
            <p:cNvSpPr/>
            <p:nvPr/>
          </p:nvSpPr>
          <p:spPr>
            <a:xfrm>
              <a:off x="10338874" y="3307940"/>
              <a:ext cx="793240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Rechteck 254">
              <a:extLst>
                <a:ext uri="{FF2B5EF4-FFF2-40B4-BE49-F238E27FC236}">
                  <a16:creationId xmlns:a16="http://schemas.microsoft.com/office/drawing/2014/main" id="{3A79EAE1-307D-35D5-8FB7-F9CC920CE9DB}"/>
                </a:ext>
              </a:extLst>
            </p:cNvPr>
            <p:cNvSpPr/>
            <p:nvPr/>
          </p:nvSpPr>
          <p:spPr>
            <a:xfrm>
              <a:off x="9337257" y="4149599"/>
              <a:ext cx="1194341" cy="638255"/>
            </a:xfrm>
            <a:prstGeom prst="rect">
              <a:avLst/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56" name="Gruppieren 255">
              <a:extLst>
                <a:ext uri="{FF2B5EF4-FFF2-40B4-BE49-F238E27FC236}">
                  <a16:creationId xmlns:a16="http://schemas.microsoft.com/office/drawing/2014/main" id="{A9EC1A2A-CE32-24C3-23FA-880F9C6C76FC}"/>
                </a:ext>
              </a:extLst>
            </p:cNvPr>
            <p:cNvGrpSpPr/>
            <p:nvPr/>
          </p:nvGrpSpPr>
          <p:grpSpPr>
            <a:xfrm>
              <a:off x="9658078" y="4510917"/>
              <a:ext cx="401205" cy="244769"/>
              <a:chOff x="5184184" y="1136973"/>
              <a:chExt cx="1093593" cy="773773"/>
            </a:xfrm>
          </p:grpSpPr>
          <p:sp>
            <p:nvSpPr>
              <p:cNvPr id="276" name="Rechteck: abgerundete Ecken 275">
                <a:extLst>
                  <a:ext uri="{FF2B5EF4-FFF2-40B4-BE49-F238E27FC236}">
                    <a16:creationId xmlns:a16="http://schemas.microsoft.com/office/drawing/2014/main" id="{F03BF708-DD81-3272-1F87-464B8588BC45}"/>
                  </a:ext>
                </a:extLst>
              </p:cNvPr>
              <p:cNvSpPr/>
              <p:nvPr/>
            </p:nvSpPr>
            <p:spPr>
              <a:xfrm>
                <a:off x="5184184" y="1136973"/>
                <a:ext cx="1093593" cy="773773"/>
              </a:xfrm>
              <a:prstGeom prst="roundRect">
                <a:avLst>
                  <a:gd name="adj" fmla="val 6141"/>
                </a:avLst>
              </a:prstGeom>
              <a:solidFill>
                <a:srgbClr val="565B75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7" name="Eckige Klammer links 276">
                <a:extLst>
                  <a:ext uri="{FF2B5EF4-FFF2-40B4-BE49-F238E27FC236}">
                    <a16:creationId xmlns:a16="http://schemas.microsoft.com/office/drawing/2014/main" id="{214B9E29-9357-AECB-C26F-9478FC32A97A}"/>
                  </a:ext>
                </a:extLst>
              </p:cNvPr>
              <p:cNvSpPr/>
              <p:nvPr/>
            </p:nvSpPr>
            <p:spPr>
              <a:xfrm rot="5400000">
                <a:off x="5698369" y="796413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8" name="Eckige Klammer links 277">
                <a:extLst>
                  <a:ext uri="{FF2B5EF4-FFF2-40B4-BE49-F238E27FC236}">
                    <a16:creationId xmlns:a16="http://schemas.microsoft.com/office/drawing/2014/main" id="{A75646FA-8581-4ECC-00EF-C73C53714B67}"/>
                  </a:ext>
                </a:extLst>
              </p:cNvPr>
              <p:cNvSpPr/>
              <p:nvPr/>
            </p:nvSpPr>
            <p:spPr>
              <a:xfrm rot="5400000">
                <a:off x="5710115" y="962966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9" name="Eckige Klammer links 278">
                <a:extLst>
                  <a:ext uri="{FF2B5EF4-FFF2-40B4-BE49-F238E27FC236}">
                    <a16:creationId xmlns:a16="http://schemas.microsoft.com/office/drawing/2014/main" id="{472B29A3-2FC2-27EA-0A22-62AFF3DFF875}"/>
                  </a:ext>
                </a:extLst>
              </p:cNvPr>
              <p:cNvSpPr/>
              <p:nvPr/>
            </p:nvSpPr>
            <p:spPr>
              <a:xfrm rot="5400000">
                <a:off x="5710115" y="1129519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0" name="Eckige Klammer links 279">
                <a:extLst>
                  <a:ext uri="{FF2B5EF4-FFF2-40B4-BE49-F238E27FC236}">
                    <a16:creationId xmlns:a16="http://schemas.microsoft.com/office/drawing/2014/main" id="{FFDBC811-A6B6-1AA8-A788-B250E5359FB5}"/>
                  </a:ext>
                </a:extLst>
              </p:cNvPr>
              <p:cNvSpPr/>
              <p:nvPr/>
            </p:nvSpPr>
            <p:spPr>
              <a:xfrm rot="5400000">
                <a:off x="5719118" y="1297279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1" name="Ellipse 280">
                <a:extLst>
                  <a:ext uri="{FF2B5EF4-FFF2-40B4-BE49-F238E27FC236}">
                    <a16:creationId xmlns:a16="http://schemas.microsoft.com/office/drawing/2014/main" id="{1DCA1140-F5AA-B71E-FD64-ED0AA379D36D}"/>
                  </a:ext>
                </a:extLst>
              </p:cNvPr>
              <p:cNvSpPr/>
              <p:nvPr/>
            </p:nvSpPr>
            <p:spPr>
              <a:xfrm>
                <a:off x="6205797" y="1162050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9525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2" name="Ellipse 281">
                <a:extLst>
                  <a:ext uri="{FF2B5EF4-FFF2-40B4-BE49-F238E27FC236}">
                    <a16:creationId xmlns:a16="http://schemas.microsoft.com/office/drawing/2014/main" id="{3B3A961E-E7A9-761E-A2DB-A6928075054E}"/>
                  </a:ext>
                </a:extLst>
              </p:cNvPr>
              <p:cNvSpPr/>
              <p:nvPr/>
            </p:nvSpPr>
            <p:spPr>
              <a:xfrm>
                <a:off x="5212295" y="1159907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9525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3" name="Ellipse 282">
                <a:extLst>
                  <a:ext uri="{FF2B5EF4-FFF2-40B4-BE49-F238E27FC236}">
                    <a16:creationId xmlns:a16="http://schemas.microsoft.com/office/drawing/2014/main" id="{1EBD5EB2-E691-BCDE-6B51-5876242C89D4}"/>
                  </a:ext>
                </a:extLst>
              </p:cNvPr>
              <p:cNvSpPr/>
              <p:nvPr/>
            </p:nvSpPr>
            <p:spPr>
              <a:xfrm>
                <a:off x="5215219" y="1832035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9525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4" name="Ellipse 283">
                <a:extLst>
                  <a:ext uri="{FF2B5EF4-FFF2-40B4-BE49-F238E27FC236}">
                    <a16:creationId xmlns:a16="http://schemas.microsoft.com/office/drawing/2014/main" id="{8ECC2BEA-E246-C043-187A-1E76A6EDE185}"/>
                  </a:ext>
                </a:extLst>
              </p:cNvPr>
              <p:cNvSpPr/>
              <p:nvPr/>
            </p:nvSpPr>
            <p:spPr>
              <a:xfrm>
                <a:off x="6199738" y="1837416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9525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57" name="Gruppieren 256">
              <a:extLst>
                <a:ext uri="{FF2B5EF4-FFF2-40B4-BE49-F238E27FC236}">
                  <a16:creationId xmlns:a16="http://schemas.microsoft.com/office/drawing/2014/main" id="{2CD1F454-FA26-07FE-2851-29E14CFDCC85}"/>
                </a:ext>
              </a:extLst>
            </p:cNvPr>
            <p:cNvGrpSpPr/>
            <p:nvPr/>
          </p:nvGrpSpPr>
          <p:grpSpPr>
            <a:xfrm>
              <a:off x="10090088" y="4511573"/>
              <a:ext cx="401205" cy="244769"/>
              <a:chOff x="5184184" y="1136973"/>
              <a:chExt cx="1093593" cy="773773"/>
            </a:xfrm>
          </p:grpSpPr>
          <p:sp>
            <p:nvSpPr>
              <p:cNvPr id="267" name="Rechteck: abgerundete Ecken 266">
                <a:extLst>
                  <a:ext uri="{FF2B5EF4-FFF2-40B4-BE49-F238E27FC236}">
                    <a16:creationId xmlns:a16="http://schemas.microsoft.com/office/drawing/2014/main" id="{E48B8BA2-4EFE-4BC1-6700-C21262F44E96}"/>
                  </a:ext>
                </a:extLst>
              </p:cNvPr>
              <p:cNvSpPr/>
              <p:nvPr/>
            </p:nvSpPr>
            <p:spPr>
              <a:xfrm>
                <a:off x="5184184" y="1136973"/>
                <a:ext cx="1093593" cy="773773"/>
              </a:xfrm>
              <a:prstGeom prst="roundRect">
                <a:avLst>
                  <a:gd name="adj" fmla="val 6141"/>
                </a:avLst>
              </a:prstGeom>
              <a:solidFill>
                <a:srgbClr val="565B75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Eckige Klammer links 267">
                <a:extLst>
                  <a:ext uri="{FF2B5EF4-FFF2-40B4-BE49-F238E27FC236}">
                    <a16:creationId xmlns:a16="http://schemas.microsoft.com/office/drawing/2014/main" id="{542ECC8A-12D3-9D04-A7B0-F40CCC47C244}"/>
                  </a:ext>
                </a:extLst>
              </p:cNvPr>
              <p:cNvSpPr/>
              <p:nvPr/>
            </p:nvSpPr>
            <p:spPr>
              <a:xfrm rot="5400000">
                <a:off x="5698369" y="796413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9" name="Eckige Klammer links 268">
                <a:extLst>
                  <a:ext uri="{FF2B5EF4-FFF2-40B4-BE49-F238E27FC236}">
                    <a16:creationId xmlns:a16="http://schemas.microsoft.com/office/drawing/2014/main" id="{86A1B433-DBF2-94C7-487E-E52D6AC011E0}"/>
                  </a:ext>
                </a:extLst>
              </p:cNvPr>
              <p:cNvSpPr/>
              <p:nvPr/>
            </p:nvSpPr>
            <p:spPr>
              <a:xfrm rot="5400000">
                <a:off x="5710115" y="962966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0" name="Eckige Klammer links 269">
                <a:extLst>
                  <a:ext uri="{FF2B5EF4-FFF2-40B4-BE49-F238E27FC236}">
                    <a16:creationId xmlns:a16="http://schemas.microsoft.com/office/drawing/2014/main" id="{6216F9B3-431A-BB13-23F6-035E41C8CD06}"/>
                  </a:ext>
                </a:extLst>
              </p:cNvPr>
              <p:cNvSpPr/>
              <p:nvPr/>
            </p:nvSpPr>
            <p:spPr>
              <a:xfrm rot="5400000">
                <a:off x="5710115" y="1129519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1" name="Eckige Klammer links 270">
                <a:extLst>
                  <a:ext uri="{FF2B5EF4-FFF2-40B4-BE49-F238E27FC236}">
                    <a16:creationId xmlns:a16="http://schemas.microsoft.com/office/drawing/2014/main" id="{FFF7CABC-F409-AD56-A15C-BBB0129BADD4}"/>
                  </a:ext>
                </a:extLst>
              </p:cNvPr>
              <p:cNvSpPr/>
              <p:nvPr/>
            </p:nvSpPr>
            <p:spPr>
              <a:xfrm rot="5400000">
                <a:off x="5719118" y="1297279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2" name="Ellipse 271">
                <a:extLst>
                  <a:ext uri="{FF2B5EF4-FFF2-40B4-BE49-F238E27FC236}">
                    <a16:creationId xmlns:a16="http://schemas.microsoft.com/office/drawing/2014/main" id="{2D0E9F4F-B2A2-BD2C-C45A-34C501055FD4}"/>
                  </a:ext>
                </a:extLst>
              </p:cNvPr>
              <p:cNvSpPr/>
              <p:nvPr/>
            </p:nvSpPr>
            <p:spPr>
              <a:xfrm>
                <a:off x="6205797" y="1162050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9525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3" name="Ellipse 272">
                <a:extLst>
                  <a:ext uri="{FF2B5EF4-FFF2-40B4-BE49-F238E27FC236}">
                    <a16:creationId xmlns:a16="http://schemas.microsoft.com/office/drawing/2014/main" id="{9EE8B29F-04F0-EC62-2C4B-E4A090685036}"/>
                  </a:ext>
                </a:extLst>
              </p:cNvPr>
              <p:cNvSpPr/>
              <p:nvPr/>
            </p:nvSpPr>
            <p:spPr>
              <a:xfrm>
                <a:off x="5212295" y="1159907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9525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4" name="Ellipse 273">
                <a:extLst>
                  <a:ext uri="{FF2B5EF4-FFF2-40B4-BE49-F238E27FC236}">
                    <a16:creationId xmlns:a16="http://schemas.microsoft.com/office/drawing/2014/main" id="{448BCD89-4DC9-D0B7-D86F-0538C0B89013}"/>
                  </a:ext>
                </a:extLst>
              </p:cNvPr>
              <p:cNvSpPr/>
              <p:nvPr/>
            </p:nvSpPr>
            <p:spPr>
              <a:xfrm>
                <a:off x="5215219" y="1832035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9525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5" name="Ellipse 274">
                <a:extLst>
                  <a:ext uri="{FF2B5EF4-FFF2-40B4-BE49-F238E27FC236}">
                    <a16:creationId xmlns:a16="http://schemas.microsoft.com/office/drawing/2014/main" id="{0539F6F9-D608-DAE4-E449-4622457E338B}"/>
                  </a:ext>
                </a:extLst>
              </p:cNvPr>
              <p:cNvSpPr/>
              <p:nvPr/>
            </p:nvSpPr>
            <p:spPr>
              <a:xfrm>
                <a:off x="6199738" y="1837416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9525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58" name="Gruppieren 257">
              <a:extLst>
                <a:ext uri="{FF2B5EF4-FFF2-40B4-BE49-F238E27FC236}">
                  <a16:creationId xmlns:a16="http://schemas.microsoft.com/office/drawing/2014/main" id="{C1403127-B6AE-244F-9276-B0754F2786B4}"/>
                </a:ext>
              </a:extLst>
            </p:cNvPr>
            <p:cNvGrpSpPr/>
            <p:nvPr/>
          </p:nvGrpSpPr>
          <p:grpSpPr>
            <a:xfrm>
              <a:off x="8726037" y="2598788"/>
              <a:ext cx="3237980" cy="328179"/>
              <a:chOff x="9563284" y="4389488"/>
              <a:chExt cx="3237980" cy="328179"/>
            </a:xfrm>
            <a:solidFill>
              <a:srgbClr val="90ABDC"/>
            </a:solidFill>
          </p:grpSpPr>
          <p:sp>
            <p:nvSpPr>
              <p:cNvPr id="259" name="Rechteck 258">
                <a:extLst>
                  <a:ext uri="{FF2B5EF4-FFF2-40B4-BE49-F238E27FC236}">
                    <a16:creationId xmlns:a16="http://schemas.microsoft.com/office/drawing/2014/main" id="{A83F44D2-BA91-9335-E292-445E37CED2E6}"/>
                  </a:ext>
                </a:extLst>
              </p:cNvPr>
              <p:cNvSpPr/>
              <p:nvPr/>
            </p:nvSpPr>
            <p:spPr>
              <a:xfrm>
                <a:off x="9563284" y="4436597"/>
                <a:ext cx="3237980" cy="233633"/>
              </a:xfrm>
              <a:prstGeom prst="rect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60" name="Gerader Verbinder 259">
                <a:extLst>
                  <a:ext uri="{FF2B5EF4-FFF2-40B4-BE49-F238E27FC236}">
                    <a16:creationId xmlns:a16="http://schemas.microsoft.com/office/drawing/2014/main" id="{44ACBC09-DB6E-AF45-2244-C6C5EF3F61D2}"/>
                  </a:ext>
                </a:extLst>
              </p:cNvPr>
              <p:cNvCxnSpPr/>
              <p:nvPr/>
            </p:nvCxnSpPr>
            <p:spPr>
              <a:xfrm>
                <a:off x="9677391" y="4541372"/>
                <a:ext cx="2943225" cy="0"/>
              </a:xfrm>
              <a:prstGeom prst="line">
                <a:avLst/>
              </a:prstGeom>
              <a:grpFill/>
              <a:ln w="28575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sp>
            <p:nvSpPr>
              <p:cNvPr id="261" name="Rechteck 260">
                <a:extLst>
                  <a:ext uri="{FF2B5EF4-FFF2-40B4-BE49-F238E27FC236}">
                    <a16:creationId xmlns:a16="http://schemas.microsoft.com/office/drawing/2014/main" id="{C5825425-47F4-8A71-4385-CD2D6F43F915}"/>
                  </a:ext>
                </a:extLst>
              </p:cNvPr>
              <p:cNvSpPr/>
              <p:nvPr/>
            </p:nvSpPr>
            <p:spPr>
              <a:xfrm>
                <a:off x="12097847" y="4389488"/>
                <a:ext cx="453909" cy="319086"/>
              </a:xfrm>
              <a:prstGeom prst="rect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" name="Ellipse 261">
                <a:extLst>
                  <a:ext uri="{FF2B5EF4-FFF2-40B4-BE49-F238E27FC236}">
                    <a16:creationId xmlns:a16="http://schemas.microsoft.com/office/drawing/2014/main" id="{1A920B39-039D-9A5F-1C62-467AE182E2E6}"/>
                  </a:ext>
                </a:extLst>
              </p:cNvPr>
              <p:cNvSpPr/>
              <p:nvPr/>
            </p:nvSpPr>
            <p:spPr>
              <a:xfrm>
                <a:off x="12234042" y="4461985"/>
                <a:ext cx="54000" cy="54000"/>
              </a:xfrm>
              <a:prstGeom prst="ellipse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" name="Ellipse 262">
                <a:extLst>
                  <a:ext uri="{FF2B5EF4-FFF2-40B4-BE49-F238E27FC236}">
                    <a16:creationId xmlns:a16="http://schemas.microsoft.com/office/drawing/2014/main" id="{0062C1C5-03F0-4E6E-255A-95B36F5D3550}"/>
                  </a:ext>
                </a:extLst>
              </p:cNvPr>
              <p:cNvSpPr/>
              <p:nvPr/>
            </p:nvSpPr>
            <p:spPr>
              <a:xfrm>
                <a:off x="12234042" y="4595371"/>
                <a:ext cx="54000" cy="54000"/>
              </a:xfrm>
              <a:prstGeom prst="ellipse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" name="Rechteck 263">
                <a:extLst>
                  <a:ext uri="{FF2B5EF4-FFF2-40B4-BE49-F238E27FC236}">
                    <a16:creationId xmlns:a16="http://schemas.microsoft.com/office/drawing/2014/main" id="{F2C83E1E-EAA1-A5F9-740A-0973D7167365}"/>
                  </a:ext>
                </a:extLst>
              </p:cNvPr>
              <p:cNvSpPr/>
              <p:nvPr/>
            </p:nvSpPr>
            <p:spPr>
              <a:xfrm>
                <a:off x="9828089" y="4398581"/>
                <a:ext cx="453909" cy="319086"/>
              </a:xfrm>
              <a:prstGeom prst="rect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5" name="Ellipse 264">
                <a:extLst>
                  <a:ext uri="{FF2B5EF4-FFF2-40B4-BE49-F238E27FC236}">
                    <a16:creationId xmlns:a16="http://schemas.microsoft.com/office/drawing/2014/main" id="{423B79D9-7242-1F5E-9D0D-E1C383AABFD6}"/>
                  </a:ext>
                </a:extLst>
              </p:cNvPr>
              <p:cNvSpPr/>
              <p:nvPr/>
            </p:nvSpPr>
            <p:spPr>
              <a:xfrm>
                <a:off x="10010040" y="4461985"/>
                <a:ext cx="54000" cy="54000"/>
              </a:xfrm>
              <a:prstGeom prst="ellipse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6" name="Ellipse 265">
                <a:extLst>
                  <a:ext uri="{FF2B5EF4-FFF2-40B4-BE49-F238E27FC236}">
                    <a16:creationId xmlns:a16="http://schemas.microsoft.com/office/drawing/2014/main" id="{D7469319-7007-5297-0B29-07FC667DB0E7}"/>
                  </a:ext>
                </a:extLst>
              </p:cNvPr>
              <p:cNvSpPr/>
              <p:nvPr/>
            </p:nvSpPr>
            <p:spPr>
              <a:xfrm>
                <a:off x="10010040" y="4595371"/>
                <a:ext cx="54000" cy="54000"/>
              </a:xfrm>
              <a:prstGeom prst="ellipse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9" name="Gruppieren 328">
            <a:extLst>
              <a:ext uri="{FF2B5EF4-FFF2-40B4-BE49-F238E27FC236}">
                <a16:creationId xmlns:a16="http://schemas.microsoft.com/office/drawing/2014/main" id="{36CA797C-8D40-65EF-1681-0649BEAE1D81}"/>
              </a:ext>
            </a:extLst>
          </p:cNvPr>
          <p:cNvGrpSpPr/>
          <p:nvPr/>
        </p:nvGrpSpPr>
        <p:grpSpPr>
          <a:xfrm>
            <a:off x="3574046" y="3112985"/>
            <a:ext cx="5180104" cy="2297802"/>
            <a:chOff x="3543970" y="2682131"/>
            <a:chExt cx="5180104" cy="2297802"/>
          </a:xfrm>
        </p:grpSpPr>
        <p:sp>
          <p:nvSpPr>
            <p:cNvPr id="330" name="Rechteck 329">
              <a:extLst>
                <a:ext uri="{FF2B5EF4-FFF2-40B4-BE49-F238E27FC236}">
                  <a16:creationId xmlns:a16="http://schemas.microsoft.com/office/drawing/2014/main" id="{4AB98D47-DF51-1EC1-5C30-0FBC6115257E}"/>
                </a:ext>
              </a:extLst>
            </p:cNvPr>
            <p:cNvSpPr/>
            <p:nvPr/>
          </p:nvSpPr>
          <p:spPr>
            <a:xfrm>
              <a:off x="8047212" y="2736132"/>
              <a:ext cx="200025" cy="2070457"/>
            </a:xfrm>
            <a:prstGeom prst="rect">
              <a:avLst/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1" name="Rechteck 330">
              <a:extLst>
                <a:ext uri="{FF2B5EF4-FFF2-40B4-BE49-F238E27FC236}">
                  <a16:creationId xmlns:a16="http://schemas.microsoft.com/office/drawing/2014/main" id="{7102F941-121A-EB8D-CFE4-C0167FF3E91A}"/>
                </a:ext>
              </a:extLst>
            </p:cNvPr>
            <p:cNvSpPr/>
            <p:nvPr/>
          </p:nvSpPr>
          <p:spPr>
            <a:xfrm>
              <a:off x="7416557" y="2736132"/>
              <a:ext cx="1307386" cy="285674"/>
            </a:xfrm>
            <a:prstGeom prst="rect">
              <a:avLst/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32" name="Gruppieren 331">
              <a:extLst>
                <a:ext uri="{FF2B5EF4-FFF2-40B4-BE49-F238E27FC236}">
                  <a16:creationId xmlns:a16="http://schemas.microsoft.com/office/drawing/2014/main" id="{60002FA7-B1C4-211E-D456-DFABC024F1AB}"/>
                </a:ext>
              </a:extLst>
            </p:cNvPr>
            <p:cNvGrpSpPr/>
            <p:nvPr/>
          </p:nvGrpSpPr>
          <p:grpSpPr>
            <a:xfrm>
              <a:off x="7988743" y="4809181"/>
              <a:ext cx="316257" cy="166689"/>
              <a:chOff x="1255369" y="3990969"/>
              <a:chExt cx="1081222" cy="806480"/>
            </a:xfrm>
          </p:grpSpPr>
          <p:sp>
            <p:nvSpPr>
              <p:cNvPr id="424" name="Rechteck 423">
                <a:extLst>
                  <a:ext uri="{FF2B5EF4-FFF2-40B4-BE49-F238E27FC236}">
                    <a16:creationId xmlns:a16="http://schemas.microsoft.com/office/drawing/2014/main" id="{BC951782-6E18-9490-DBCF-299D62F804A9}"/>
                  </a:ext>
                </a:extLst>
              </p:cNvPr>
              <p:cNvSpPr/>
              <p:nvPr/>
            </p:nvSpPr>
            <p:spPr>
              <a:xfrm>
                <a:off x="1255369" y="4475980"/>
                <a:ext cx="1081222" cy="321469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5" name="Trapezoid 424">
                <a:extLst>
                  <a:ext uri="{FF2B5EF4-FFF2-40B4-BE49-F238E27FC236}">
                    <a16:creationId xmlns:a16="http://schemas.microsoft.com/office/drawing/2014/main" id="{0D47A13E-326D-35A0-C525-AABBF2B5ED5E}"/>
                  </a:ext>
                </a:extLst>
              </p:cNvPr>
              <p:cNvSpPr/>
              <p:nvPr/>
            </p:nvSpPr>
            <p:spPr>
              <a:xfrm>
                <a:off x="1364974" y="4197373"/>
                <a:ext cx="862012" cy="278607"/>
              </a:xfrm>
              <a:prstGeom prst="trapezoid">
                <a:avLst>
                  <a:gd name="adj" fmla="val 55769"/>
                </a:avLst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6" name="Rechteck 425">
                <a:extLst>
                  <a:ext uri="{FF2B5EF4-FFF2-40B4-BE49-F238E27FC236}">
                    <a16:creationId xmlns:a16="http://schemas.microsoft.com/office/drawing/2014/main" id="{94A5AD79-FFA1-035D-899D-35622D0D4180}"/>
                  </a:ext>
                </a:extLst>
              </p:cNvPr>
              <p:cNvSpPr/>
              <p:nvPr/>
            </p:nvSpPr>
            <p:spPr>
              <a:xfrm>
                <a:off x="1640132" y="3990969"/>
                <a:ext cx="311693" cy="206399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33" name="Rechteck 332">
              <a:extLst>
                <a:ext uri="{FF2B5EF4-FFF2-40B4-BE49-F238E27FC236}">
                  <a16:creationId xmlns:a16="http://schemas.microsoft.com/office/drawing/2014/main" id="{009E9977-CDF0-CE41-E90B-29C85FECA778}"/>
                </a:ext>
              </a:extLst>
            </p:cNvPr>
            <p:cNvSpPr/>
            <p:nvPr/>
          </p:nvSpPr>
          <p:spPr>
            <a:xfrm>
              <a:off x="3947106" y="4264898"/>
              <a:ext cx="200025" cy="534685"/>
            </a:xfrm>
            <a:prstGeom prst="rect">
              <a:avLst/>
            </a:prstGeom>
            <a:solidFill>
              <a:srgbClr val="9298AC"/>
            </a:solidFill>
            <a:ln w="12700" cap="flat" cmpd="sng" algn="ctr">
              <a:solidFill>
                <a:srgbClr val="11112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4" name="Rechteck 333">
              <a:extLst>
                <a:ext uri="{FF2B5EF4-FFF2-40B4-BE49-F238E27FC236}">
                  <a16:creationId xmlns:a16="http://schemas.microsoft.com/office/drawing/2014/main" id="{609092D4-1776-F965-DACD-62CF540781A3}"/>
                </a:ext>
              </a:extLst>
            </p:cNvPr>
            <p:cNvSpPr/>
            <p:nvPr/>
          </p:nvSpPr>
          <p:spPr>
            <a:xfrm>
              <a:off x="3543970" y="4271003"/>
              <a:ext cx="1086642" cy="285674"/>
            </a:xfrm>
            <a:prstGeom prst="rect">
              <a:avLst/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5" name="Rechteck 334">
              <a:extLst>
                <a:ext uri="{FF2B5EF4-FFF2-40B4-BE49-F238E27FC236}">
                  <a16:creationId xmlns:a16="http://schemas.microsoft.com/office/drawing/2014/main" id="{3C7DF016-6E28-AFEB-B8F7-74ABD27204FC}"/>
                </a:ext>
              </a:extLst>
            </p:cNvPr>
            <p:cNvSpPr/>
            <p:nvPr/>
          </p:nvSpPr>
          <p:spPr>
            <a:xfrm>
              <a:off x="6900863" y="3128913"/>
              <a:ext cx="200025" cy="1677679"/>
            </a:xfrm>
            <a:prstGeom prst="rect">
              <a:avLst/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36" name="Gruppieren 335">
              <a:extLst>
                <a:ext uri="{FF2B5EF4-FFF2-40B4-BE49-F238E27FC236}">
                  <a16:creationId xmlns:a16="http://schemas.microsoft.com/office/drawing/2014/main" id="{75D74F29-6D8D-C870-BC7C-9A267322EA82}"/>
                </a:ext>
              </a:extLst>
            </p:cNvPr>
            <p:cNvGrpSpPr/>
            <p:nvPr/>
          </p:nvGrpSpPr>
          <p:grpSpPr>
            <a:xfrm>
              <a:off x="4861229" y="4806593"/>
              <a:ext cx="316257" cy="166688"/>
              <a:chOff x="1255369" y="3990975"/>
              <a:chExt cx="1081222" cy="806474"/>
            </a:xfrm>
          </p:grpSpPr>
          <p:sp>
            <p:nvSpPr>
              <p:cNvPr id="421" name="Rechteck 420">
                <a:extLst>
                  <a:ext uri="{FF2B5EF4-FFF2-40B4-BE49-F238E27FC236}">
                    <a16:creationId xmlns:a16="http://schemas.microsoft.com/office/drawing/2014/main" id="{92BAA205-0240-57F0-3A17-6422821F7570}"/>
                  </a:ext>
                </a:extLst>
              </p:cNvPr>
              <p:cNvSpPr/>
              <p:nvPr/>
            </p:nvSpPr>
            <p:spPr>
              <a:xfrm>
                <a:off x="1255369" y="4475980"/>
                <a:ext cx="1081222" cy="321469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Trapezoid 421">
                <a:extLst>
                  <a:ext uri="{FF2B5EF4-FFF2-40B4-BE49-F238E27FC236}">
                    <a16:creationId xmlns:a16="http://schemas.microsoft.com/office/drawing/2014/main" id="{946DEDAB-2DB7-33C6-25E0-C0E1DA5BD016}"/>
                  </a:ext>
                </a:extLst>
              </p:cNvPr>
              <p:cNvSpPr/>
              <p:nvPr/>
            </p:nvSpPr>
            <p:spPr>
              <a:xfrm>
                <a:off x="1364974" y="4197373"/>
                <a:ext cx="862012" cy="278607"/>
              </a:xfrm>
              <a:prstGeom prst="trapezoid">
                <a:avLst>
                  <a:gd name="adj" fmla="val 55769"/>
                </a:avLst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3" name="Rechteck 422">
                <a:extLst>
                  <a:ext uri="{FF2B5EF4-FFF2-40B4-BE49-F238E27FC236}">
                    <a16:creationId xmlns:a16="http://schemas.microsoft.com/office/drawing/2014/main" id="{FBD1141C-D9A0-1A16-F58E-FFCDE3158908}"/>
                  </a:ext>
                </a:extLst>
              </p:cNvPr>
              <p:cNvSpPr/>
              <p:nvPr/>
            </p:nvSpPr>
            <p:spPr>
              <a:xfrm>
                <a:off x="1640133" y="3990975"/>
                <a:ext cx="311693" cy="206398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37" name="Rechteck 336">
              <a:extLst>
                <a:ext uri="{FF2B5EF4-FFF2-40B4-BE49-F238E27FC236}">
                  <a16:creationId xmlns:a16="http://schemas.microsoft.com/office/drawing/2014/main" id="{61229F44-B41C-065A-CAEA-FD7C17BBF4BC}"/>
                </a:ext>
              </a:extLst>
            </p:cNvPr>
            <p:cNvSpPr/>
            <p:nvPr/>
          </p:nvSpPr>
          <p:spPr>
            <a:xfrm>
              <a:off x="4919346" y="4235499"/>
              <a:ext cx="200025" cy="571500"/>
            </a:xfrm>
            <a:prstGeom prst="rect">
              <a:avLst/>
            </a:prstGeom>
            <a:solidFill>
              <a:srgbClr val="9298AC"/>
            </a:solidFill>
            <a:ln w="12700" cap="flat" cmpd="sng" algn="ctr">
              <a:solidFill>
                <a:srgbClr val="11112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38" name="Gruppieren 337">
              <a:extLst>
                <a:ext uri="{FF2B5EF4-FFF2-40B4-BE49-F238E27FC236}">
                  <a16:creationId xmlns:a16="http://schemas.microsoft.com/office/drawing/2014/main" id="{27B97584-8901-7454-99B3-62A842CCC357}"/>
                </a:ext>
              </a:extLst>
            </p:cNvPr>
            <p:cNvGrpSpPr/>
            <p:nvPr/>
          </p:nvGrpSpPr>
          <p:grpSpPr>
            <a:xfrm rot="19935106">
              <a:off x="4364955" y="3439300"/>
              <a:ext cx="3289383" cy="373088"/>
              <a:chOff x="4092165" y="4584675"/>
              <a:chExt cx="3289383" cy="373088"/>
            </a:xfrm>
            <a:solidFill>
              <a:srgbClr val="90ABDC"/>
            </a:solidFill>
          </p:grpSpPr>
          <p:sp>
            <p:nvSpPr>
              <p:cNvPr id="388" name="Rechteck 387">
                <a:extLst>
                  <a:ext uri="{FF2B5EF4-FFF2-40B4-BE49-F238E27FC236}">
                    <a16:creationId xmlns:a16="http://schemas.microsoft.com/office/drawing/2014/main" id="{9B11FA2F-535C-DB2C-1045-B691FBFD1C43}"/>
                  </a:ext>
                </a:extLst>
              </p:cNvPr>
              <p:cNvSpPr/>
              <p:nvPr/>
            </p:nvSpPr>
            <p:spPr>
              <a:xfrm>
                <a:off x="4092165" y="4638675"/>
                <a:ext cx="3289383" cy="319088"/>
              </a:xfrm>
              <a:prstGeom prst="rect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89" name="Gerader Verbinder 388">
                <a:extLst>
                  <a:ext uri="{FF2B5EF4-FFF2-40B4-BE49-F238E27FC236}">
                    <a16:creationId xmlns:a16="http://schemas.microsoft.com/office/drawing/2014/main" id="{1EAB4EA0-9D5A-B424-3DBC-1CA87A6C3279}"/>
                  </a:ext>
                </a:extLst>
              </p:cNvPr>
              <p:cNvCxnSpPr/>
              <p:nvPr/>
            </p:nvCxnSpPr>
            <p:spPr>
              <a:xfrm>
                <a:off x="4257675" y="4743450"/>
                <a:ext cx="2943225" cy="0"/>
              </a:xfrm>
              <a:prstGeom prst="line">
                <a:avLst/>
              </a:prstGeom>
              <a:grpFill/>
              <a:ln w="28575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sp>
            <p:nvSpPr>
              <p:cNvPr id="390" name="Teilkreis 389">
                <a:extLst>
                  <a:ext uri="{FF2B5EF4-FFF2-40B4-BE49-F238E27FC236}">
                    <a16:creationId xmlns:a16="http://schemas.microsoft.com/office/drawing/2014/main" id="{5E491CDF-CF08-C7B8-6164-AD3293BBAD62}"/>
                  </a:ext>
                </a:extLst>
              </p:cNvPr>
              <p:cNvSpPr/>
              <p:nvPr/>
            </p:nvSpPr>
            <p:spPr>
              <a:xfrm rot="10800000">
                <a:off x="4126704" y="4584675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1" name="Teilkreis 390">
                <a:extLst>
                  <a:ext uri="{FF2B5EF4-FFF2-40B4-BE49-F238E27FC236}">
                    <a16:creationId xmlns:a16="http://schemas.microsoft.com/office/drawing/2014/main" id="{07E876A3-56DF-7446-BBA8-4674A34E7565}"/>
                  </a:ext>
                </a:extLst>
              </p:cNvPr>
              <p:cNvSpPr/>
              <p:nvPr/>
            </p:nvSpPr>
            <p:spPr>
              <a:xfrm rot="10800000">
                <a:off x="4251889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2" name="Teilkreis 391">
                <a:extLst>
                  <a:ext uri="{FF2B5EF4-FFF2-40B4-BE49-F238E27FC236}">
                    <a16:creationId xmlns:a16="http://schemas.microsoft.com/office/drawing/2014/main" id="{90955E9D-A39B-403A-384C-E3B43D831B3A}"/>
                  </a:ext>
                </a:extLst>
              </p:cNvPr>
              <p:cNvSpPr/>
              <p:nvPr/>
            </p:nvSpPr>
            <p:spPr>
              <a:xfrm rot="10800000">
                <a:off x="4365417" y="4584675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3" name="Teilkreis 392">
                <a:extLst>
                  <a:ext uri="{FF2B5EF4-FFF2-40B4-BE49-F238E27FC236}">
                    <a16:creationId xmlns:a16="http://schemas.microsoft.com/office/drawing/2014/main" id="{3A794E68-3012-8932-EAFB-EE88E6176B96}"/>
                  </a:ext>
                </a:extLst>
              </p:cNvPr>
              <p:cNvSpPr/>
              <p:nvPr/>
            </p:nvSpPr>
            <p:spPr>
              <a:xfrm rot="10800000">
                <a:off x="4490602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4" name="Teilkreis 393">
                <a:extLst>
                  <a:ext uri="{FF2B5EF4-FFF2-40B4-BE49-F238E27FC236}">
                    <a16:creationId xmlns:a16="http://schemas.microsoft.com/office/drawing/2014/main" id="{A9721D1F-341E-2748-F45D-D676CCC64B95}"/>
                  </a:ext>
                </a:extLst>
              </p:cNvPr>
              <p:cNvSpPr/>
              <p:nvPr/>
            </p:nvSpPr>
            <p:spPr>
              <a:xfrm rot="10800000">
                <a:off x="4608151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5" name="Teilkreis 394">
                <a:extLst>
                  <a:ext uri="{FF2B5EF4-FFF2-40B4-BE49-F238E27FC236}">
                    <a16:creationId xmlns:a16="http://schemas.microsoft.com/office/drawing/2014/main" id="{6263FF4E-D1C5-817E-6E44-22BF5AD8E488}"/>
                  </a:ext>
                </a:extLst>
              </p:cNvPr>
              <p:cNvSpPr/>
              <p:nvPr/>
            </p:nvSpPr>
            <p:spPr>
              <a:xfrm rot="10800000">
                <a:off x="4733336" y="4584677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6" name="Teilkreis 395">
                <a:extLst>
                  <a:ext uri="{FF2B5EF4-FFF2-40B4-BE49-F238E27FC236}">
                    <a16:creationId xmlns:a16="http://schemas.microsoft.com/office/drawing/2014/main" id="{B347FCE2-6B58-3A9E-AA4C-DBFB7E2C54E5}"/>
                  </a:ext>
                </a:extLst>
              </p:cNvPr>
              <p:cNvSpPr/>
              <p:nvPr/>
            </p:nvSpPr>
            <p:spPr>
              <a:xfrm rot="10800000">
                <a:off x="4846864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7" name="Teilkreis 396">
                <a:extLst>
                  <a:ext uri="{FF2B5EF4-FFF2-40B4-BE49-F238E27FC236}">
                    <a16:creationId xmlns:a16="http://schemas.microsoft.com/office/drawing/2014/main" id="{4357C723-DF15-4948-8820-C4D8F1C80312}"/>
                  </a:ext>
                </a:extLst>
              </p:cNvPr>
              <p:cNvSpPr/>
              <p:nvPr/>
            </p:nvSpPr>
            <p:spPr>
              <a:xfrm rot="10800000">
                <a:off x="4972049" y="4584677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8" name="Teilkreis 397">
                <a:extLst>
                  <a:ext uri="{FF2B5EF4-FFF2-40B4-BE49-F238E27FC236}">
                    <a16:creationId xmlns:a16="http://schemas.microsoft.com/office/drawing/2014/main" id="{050508A5-D16F-F4A8-0345-FA4D16CB9F61}"/>
                  </a:ext>
                </a:extLst>
              </p:cNvPr>
              <p:cNvSpPr/>
              <p:nvPr/>
            </p:nvSpPr>
            <p:spPr>
              <a:xfrm rot="10800000">
                <a:off x="5089065" y="4585479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9" name="Teilkreis 398">
                <a:extLst>
                  <a:ext uri="{FF2B5EF4-FFF2-40B4-BE49-F238E27FC236}">
                    <a16:creationId xmlns:a16="http://schemas.microsoft.com/office/drawing/2014/main" id="{D83C956D-6210-0196-59F7-E6DBF9202671}"/>
                  </a:ext>
                </a:extLst>
              </p:cNvPr>
              <p:cNvSpPr/>
              <p:nvPr/>
            </p:nvSpPr>
            <p:spPr>
              <a:xfrm rot="10800000">
                <a:off x="5214250" y="4585480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0" name="Teilkreis 399">
                <a:extLst>
                  <a:ext uri="{FF2B5EF4-FFF2-40B4-BE49-F238E27FC236}">
                    <a16:creationId xmlns:a16="http://schemas.microsoft.com/office/drawing/2014/main" id="{A9746EF6-2E2B-B9F1-662A-97DCA5D387B9}"/>
                  </a:ext>
                </a:extLst>
              </p:cNvPr>
              <p:cNvSpPr/>
              <p:nvPr/>
            </p:nvSpPr>
            <p:spPr>
              <a:xfrm rot="10800000">
                <a:off x="5327778" y="4585479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1" name="Teilkreis 400">
                <a:extLst>
                  <a:ext uri="{FF2B5EF4-FFF2-40B4-BE49-F238E27FC236}">
                    <a16:creationId xmlns:a16="http://schemas.microsoft.com/office/drawing/2014/main" id="{DB0E448C-60CC-696E-B249-ACE91C4E61DA}"/>
                  </a:ext>
                </a:extLst>
              </p:cNvPr>
              <p:cNvSpPr/>
              <p:nvPr/>
            </p:nvSpPr>
            <p:spPr>
              <a:xfrm rot="10800000">
                <a:off x="5452963" y="4585480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2" name="Teilkreis 401">
                <a:extLst>
                  <a:ext uri="{FF2B5EF4-FFF2-40B4-BE49-F238E27FC236}">
                    <a16:creationId xmlns:a16="http://schemas.microsoft.com/office/drawing/2014/main" id="{F2B70496-6C20-1DA2-4C23-713FF52A8C8A}"/>
                  </a:ext>
                </a:extLst>
              </p:cNvPr>
              <p:cNvSpPr/>
              <p:nvPr/>
            </p:nvSpPr>
            <p:spPr>
              <a:xfrm rot="10800000">
                <a:off x="5570512" y="4585480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3" name="Teilkreis 402">
                <a:extLst>
                  <a:ext uri="{FF2B5EF4-FFF2-40B4-BE49-F238E27FC236}">
                    <a16:creationId xmlns:a16="http://schemas.microsoft.com/office/drawing/2014/main" id="{0DE9364D-EC46-9BC0-25B6-B13DD8E885E1}"/>
                  </a:ext>
                </a:extLst>
              </p:cNvPr>
              <p:cNvSpPr/>
              <p:nvPr/>
            </p:nvSpPr>
            <p:spPr>
              <a:xfrm rot="10800000">
                <a:off x="5695697" y="4585481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4" name="Teilkreis 403">
                <a:extLst>
                  <a:ext uri="{FF2B5EF4-FFF2-40B4-BE49-F238E27FC236}">
                    <a16:creationId xmlns:a16="http://schemas.microsoft.com/office/drawing/2014/main" id="{C309F26E-87D0-4924-C452-D08A5ABF8040}"/>
                  </a:ext>
                </a:extLst>
              </p:cNvPr>
              <p:cNvSpPr/>
              <p:nvPr/>
            </p:nvSpPr>
            <p:spPr>
              <a:xfrm rot="10800000">
                <a:off x="5809225" y="4585480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5" name="Teilkreis 404">
                <a:extLst>
                  <a:ext uri="{FF2B5EF4-FFF2-40B4-BE49-F238E27FC236}">
                    <a16:creationId xmlns:a16="http://schemas.microsoft.com/office/drawing/2014/main" id="{5C633569-238D-961D-72D4-A714280E58C1}"/>
                  </a:ext>
                </a:extLst>
              </p:cNvPr>
              <p:cNvSpPr/>
              <p:nvPr/>
            </p:nvSpPr>
            <p:spPr>
              <a:xfrm rot="10800000">
                <a:off x="5934410" y="4585481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6" name="Teilkreis 405">
                <a:extLst>
                  <a:ext uri="{FF2B5EF4-FFF2-40B4-BE49-F238E27FC236}">
                    <a16:creationId xmlns:a16="http://schemas.microsoft.com/office/drawing/2014/main" id="{1DC11237-6C59-80B8-4600-98F0BD40979D}"/>
                  </a:ext>
                </a:extLst>
              </p:cNvPr>
              <p:cNvSpPr/>
              <p:nvPr/>
            </p:nvSpPr>
            <p:spPr>
              <a:xfrm rot="10800000">
                <a:off x="6059594" y="4584675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7" name="Teilkreis 406">
                <a:extLst>
                  <a:ext uri="{FF2B5EF4-FFF2-40B4-BE49-F238E27FC236}">
                    <a16:creationId xmlns:a16="http://schemas.microsoft.com/office/drawing/2014/main" id="{EEF5300D-296B-2786-EE9C-E3EC0BFC2CAD}"/>
                  </a:ext>
                </a:extLst>
              </p:cNvPr>
              <p:cNvSpPr/>
              <p:nvPr/>
            </p:nvSpPr>
            <p:spPr>
              <a:xfrm rot="10800000">
                <a:off x="6184779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8" name="Teilkreis 407">
                <a:extLst>
                  <a:ext uri="{FF2B5EF4-FFF2-40B4-BE49-F238E27FC236}">
                    <a16:creationId xmlns:a16="http://schemas.microsoft.com/office/drawing/2014/main" id="{1F8CC9CE-F10F-9FCA-9113-E389363A59DA}"/>
                  </a:ext>
                </a:extLst>
              </p:cNvPr>
              <p:cNvSpPr/>
              <p:nvPr/>
            </p:nvSpPr>
            <p:spPr>
              <a:xfrm rot="10800000">
                <a:off x="6298307" y="4584675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9" name="Teilkreis 408">
                <a:extLst>
                  <a:ext uri="{FF2B5EF4-FFF2-40B4-BE49-F238E27FC236}">
                    <a16:creationId xmlns:a16="http://schemas.microsoft.com/office/drawing/2014/main" id="{D19675BF-9F04-7839-2C41-FF396E1451AC}"/>
                  </a:ext>
                </a:extLst>
              </p:cNvPr>
              <p:cNvSpPr/>
              <p:nvPr/>
            </p:nvSpPr>
            <p:spPr>
              <a:xfrm rot="10800000">
                <a:off x="6423492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0" name="Teilkreis 409">
                <a:extLst>
                  <a:ext uri="{FF2B5EF4-FFF2-40B4-BE49-F238E27FC236}">
                    <a16:creationId xmlns:a16="http://schemas.microsoft.com/office/drawing/2014/main" id="{63A2D0B7-EBF6-A1F1-B0C4-AECDB971D731}"/>
                  </a:ext>
                </a:extLst>
              </p:cNvPr>
              <p:cNvSpPr/>
              <p:nvPr/>
            </p:nvSpPr>
            <p:spPr>
              <a:xfrm rot="10800000">
                <a:off x="6541041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1" name="Teilkreis 410">
                <a:extLst>
                  <a:ext uri="{FF2B5EF4-FFF2-40B4-BE49-F238E27FC236}">
                    <a16:creationId xmlns:a16="http://schemas.microsoft.com/office/drawing/2014/main" id="{34D73B65-21F3-40C7-3CAA-21FB301630D5}"/>
                  </a:ext>
                </a:extLst>
              </p:cNvPr>
              <p:cNvSpPr/>
              <p:nvPr/>
            </p:nvSpPr>
            <p:spPr>
              <a:xfrm rot="10800000">
                <a:off x="6666226" y="4584677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Teilkreis 411">
                <a:extLst>
                  <a:ext uri="{FF2B5EF4-FFF2-40B4-BE49-F238E27FC236}">
                    <a16:creationId xmlns:a16="http://schemas.microsoft.com/office/drawing/2014/main" id="{3867AF90-34D4-4B27-9B0D-BED9A7234DC4}"/>
                  </a:ext>
                </a:extLst>
              </p:cNvPr>
              <p:cNvSpPr/>
              <p:nvPr/>
            </p:nvSpPr>
            <p:spPr>
              <a:xfrm rot="10800000">
                <a:off x="6779754" y="4584676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Teilkreis 412">
                <a:extLst>
                  <a:ext uri="{FF2B5EF4-FFF2-40B4-BE49-F238E27FC236}">
                    <a16:creationId xmlns:a16="http://schemas.microsoft.com/office/drawing/2014/main" id="{2393D4DF-73B1-F170-6C20-44D37DF71F77}"/>
                  </a:ext>
                </a:extLst>
              </p:cNvPr>
              <p:cNvSpPr/>
              <p:nvPr/>
            </p:nvSpPr>
            <p:spPr>
              <a:xfrm rot="10800000">
                <a:off x="6904939" y="4584677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Teilkreis 413">
                <a:extLst>
                  <a:ext uri="{FF2B5EF4-FFF2-40B4-BE49-F238E27FC236}">
                    <a16:creationId xmlns:a16="http://schemas.microsoft.com/office/drawing/2014/main" id="{5288C9A2-2063-7FC2-EBC6-D320978089C2}"/>
                  </a:ext>
                </a:extLst>
              </p:cNvPr>
              <p:cNvSpPr/>
              <p:nvPr/>
            </p:nvSpPr>
            <p:spPr>
              <a:xfrm rot="10800000">
                <a:off x="7021955" y="4585479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5" name="Teilkreis 414">
                <a:extLst>
                  <a:ext uri="{FF2B5EF4-FFF2-40B4-BE49-F238E27FC236}">
                    <a16:creationId xmlns:a16="http://schemas.microsoft.com/office/drawing/2014/main" id="{6E0B7A1C-959C-4F73-4409-0B85F0515CA3}"/>
                  </a:ext>
                </a:extLst>
              </p:cNvPr>
              <p:cNvSpPr/>
              <p:nvPr/>
            </p:nvSpPr>
            <p:spPr>
              <a:xfrm rot="10800000">
                <a:off x="7147140" y="4585480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6" name="Teilkreis 415">
                <a:extLst>
                  <a:ext uri="{FF2B5EF4-FFF2-40B4-BE49-F238E27FC236}">
                    <a16:creationId xmlns:a16="http://schemas.microsoft.com/office/drawing/2014/main" id="{662B4933-0F81-0762-5B9A-5A97C3F30885}"/>
                  </a:ext>
                </a:extLst>
              </p:cNvPr>
              <p:cNvSpPr/>
              <p:nvPr/>
            </p:nvSpPr>
            <p:spPr>
              <a:xfrm rot="10800000">
                <a:off x="7260668" y="4585479"/>
                <a:ext cx="108000" cy="108000"/>
              </a:xfrm>
              <a:prstGeom prst="pie">
                <a:avLst>
                  <a:gd name="adj1" fmla="val 0"/>
                  <a:gd name="adj2" fmla="val 10788463"/>
                </a:avLst>
              </a:prstGeom>
              <a:solidFill>
                <a:srgbClr val="9298AC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7" name="Ellipse 416">
                <a:extLst>
                  <a:ext uri="{FF2B5EF4-FFF2-40B4-BE49-F238E27FC236}">
                    <a16:creationId xmlns:a16="http://schemas.microsoft.com/office/drawing/2014/main" id="{E2CECF09-EA77-5C38-B86C-34CDE128011B}"/>
                  </a:ext>
                </a:extLst>
              </p:cNvPr>
              <p:cNvSpPr/>
              <p:nvPr/>
            </p:nvSpPr>
            <p:spPr>
              <a:xfrm>
                <a:off x="4590324" y="4664063"/>
                <a:ext cx="54000" cy="54000"/>
              </a:xfrm>
              <a:prstGeom prst="ellipse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8" name="Ellipse 417">
                <a:extLst>
                  <a:ext uri="{FF2B5EF4-FFF2-40B4-BE49-F238E27FC236}">
                    <a16:creationId xmlns:a16="http://schemas.microsoft.com/office/drawing/2014/main" id="{B09D82AD-D548-78B6-FDD9-0C9DD5652BA4}"/>
                  </a:ext>
                </a:extLst>
              </p:cNvPr>
              <p:cNvSpPr/>
              <p:nvPr/>
            </p:nvSpPr>
            <p:spPr>
              <a:xfrm>
                <a:off x="4590324" y="4797449"/>
                <a:ext cx="54000" cy="54000"/>
              </a:xfrm>
              <a:prstGeom prst="ellipse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9" name="Ellipse 418">
                <a:extLst>
                  <a:ext uri="{FF2B5EF4-FFF2-40B4-BE49-F238E27FC236}">
                    <a16:creationId xmlns:a16="http://schemas.microsoft.com/office/drawing/2014/main" id="{74B34BFF-5499-3808-C7B7-9C913C6EFD98}"/>
                  </a:ext>
                </a:extLst>
              </p:cNvPr>
              <p:cNvSpPr/>
              <p:nvPr/>
            </p:nvSpPr>
            <p:spPr>
              <a:xfrm>
                <a:off x="6814326" y="4664063"/>
                <a:ext cx="54000" cy="54000"/>
              </a:xfrm>
              <a:prstGeom prst="ellipse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Ellipse 419">
                <a:extLst>
                  <a:ext uri="{FF2B5EF4-FFF2-40B4-BE49-F238E27FC236}">
                    <a16:creationId xmlns:a16="http://schemas.microsoft.com/office/drawing/2014/main" id="{0443262E-25B1-E996-9842-25666023B082}"/>
                  </a:ext>
                </a:extLst>
              </p:cNvPr>
              <p:cNvSpPr/>
              <p:nvPr/>
            </p:nvSpPr>
            <p:spPr>
              <a:xfrm>
                <a:off x="6814326" y="4797449"/>
                <a:ext cx="54000" cy="54000"/>
              </a:xfrm>
              <a:prstGeom prst="ellipse">
                <a:avLst/>
              </a:prstGeom>
              <a:solidFill>
                <a:srgbClr val="9298AC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39" name="Rechteck: abgerundete Ecken 338">
              <a:extLst>
                <a:ext uri="{FF2B5EF4-FFF2-40B4-BE49-F238E27FC236}">
                  <a16:creationId xmlns:a16="http://schemas.microsoft.com/office/drawing/2014/main" id="{057EE476-EB0B-D0D0-BCDA-13C74EFE3550}"/>
                </a:ext>
              </a:extLst>
            </p:cNvPr>
            <p:cNvSpPr/>
            <p:nvPr/>
          </p:nvSpPr>
          <p:spPr>
            <a:xfrm rot="19975107">
              <a:off x="4571038" y="3880581"/>
              <a:ext cx="634437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0" name="Rechteck: abgerundete Ecken 339">
              <a:extLst>
                <a:ext uri="{FF2B5EF4-FFF2-40B4-BE49-F238E27FC236}">
                  <a16:creationId xmlns:a16="http://schemas.microsoft.com/office/drawing/2014/main" id="{EA910176-17E1-586F-B90B-6192B73999B5}"/>
                </a:ext>
              </a:extLst>
            </p:cNvPr>
            <p:cNvSpPr/>
            <p:nvPr/>
          </p:nvSpPr>
          <p:spPr>
            <a:xfrm rot="19975107">
              <a:off x="5346046" y="3476389"/>
              <a:ext cx="634437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1" name="Rechteck: abgerundete Ecken 340">
              <a:extLst>
                <a:ext uri="{FF2B5EF4-FFF2-40B4-BE49-F238E27FC236}">
                  <a16:creationId xmlns:a16="http://schemas.microsoft.com/office/drawing/2014/main" id="{FC8357AD-1C12-FD99-60F2-1BF0117BD834}"/>
                </a:ext>
              </a:extLst>
            </p:cNvPr>
            <p:cNvSpPr/>
            <p:nvPr/>
          </p:nvSpPr>
          <p:spPr>
            <a:xfrm rot="19975107">
              <a:off x="6191572" y="3033058"/>
              <a:ext cx="634437" cy="108127"/>
            </a:xfrm>
            <a:prstGeom prst="roundRect">
              <a:avLst/>
            </a:prstGeom>
            <a:solidFill>
              <a:srgbClr val="D7DCE6"/>
            </a:solidFill>
            <a:ln w="12700" cap="flat" cmpd="sng" algn="ctr">
              <a:solidFill>
                <a:srgbClr val="1010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42" name="Gruppieren 341">
              <a:extLst>
                <a:ext uri="{FF2B5EF4-FFF2-40B4-BE49-F238E27FC236}">
                  <a16:creationId xmlns:a16="http://schemas.microsoft.com/office/drawing/2014/main" id="{4E2B0DF4-B130-823C-1343-DFE9B08B39CD}"/>
                </a:ext>
              </a:extLst>
            </p:cNvPr>
            <p:cNvGrpSpPr/>
            <p:nvPr/>
          </p:nvGrpSpPr>
          <p:grpSpPr>
            <a:xfrm>
              <a:off x="6832155" y="4813245"/>
              <a:ext cx="316257" cy="166688"/>
              <a:chOff x="1255369" y="3990975"/>
              <a:chExt cx="1081222" cy="806474"/>
            </a:xfrm>
          </p:grpSpPr>
          <p:sp>
            <p:nvSpPr>
              <p:cNvPr id="385" name="Rechteck 384">
                <a:extLst>
                  <a:ext uri="{FF2B5EF4-FFF2-40B4-BE49-F238E27FC236}">
                    <a16:creationId xmlns:a16="http://schemas.microsoft.com/office/drawing/2014/main" id="{A8D43ACB-FF08-525C-DA1E-0C0B1462404C}"/>
                  </a:ext>
                </a:extLst>
              </p:cNvPr>
              <p:cNvSpPr/>
              <p:nvPr/>
            </p:nvSpPr>
            <p:spPr>
              <a:xfrm>
                <a:off x="1255369" y="4475980"/>
                <a:ext cx="1081222" cy="321469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6" name="Trapezoid 385">
                <a:extLst>
                  <a:ext uri="{FF2B5EF4-FFF2-40B4-BE49-F238E27FC236}">
                    <a16:creationId xmlns:a16="http://schemas.microsoft.com/office/drawing/2014/main" id="{3AD87198-9FFA-1B22-80BF-36189D8315BC}"/>
                  </a:ext>
                </a:extLst>
              </p:cNvPr>
              <p:cNvSpPr/>
              <p:nvPr/>
            </p:nvSpPr>
            <p:spPr>
              <a:xfrm>
                <a:off x="1364974" y="4197373"/>
                <a:ext cx="862012" cy="278607"/>
              </a:xfrm>
              <a:prstGeom prst="trapezoid">
                <a:avLst>
                  <a:gd name="adj" fmla="val 55769"/>
                </a:avLst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7" name="Rechteck 386">
                <a:extLst>
                  <a:ext uri="{FF2B5EF4-FFF2-40B4-BE49-F238E27FC236}">
                    <a16:creationId xmlns:a16="http://schemas.microsoft.com/office/drawing/2014/main" id="{C2BA1542-5EDD-FB2A-F8E2-47DC51119089}"/>
                  </a:ext>
                </a:extLst>
              </p:cNvPr>
              <p:cNvSpPr/>
              <p:nvPr/>
            </p:nvSpPr>
            <p:spPr>
              <a:xfrm>
                <a:off x="1640133" y="3990975"/>
                <a:ext cx="311693" cy="206398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43" name="Teilkreis 342">
              <a:extLst>
                <a:ext uri="{FF2B5EF4-FFF2-40B4-BE49-F238E27FC236}">
                  <a16:creationId xmlns:a16="http://schemas.microsoft.com/office/drawing/2014/main" id="{750C9FE9-DF73-1AAD-8289-55B12280DAE4}"/>
                </a:ext>
              </a:extLst>
            </p:cNvPr>
            <p:cNvSpPr/>
            <p:nvPr/>
          </p:nvSpPr>
          <p:spPr>
            <a:xfrm rot="10800000">
              <a:off x="7399243" y="2683685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4" name="Teilkreis 343">
              <a:extLst>
                <a:ext uri="{FF2B5EF4-FFF2-40B4-BE49-F238E27FC236}">
                  <a16:creationId xmlns:a16="http://schemas.microsoft.com/office/drawing/2014/main" id="{80F3806E-5EB3-F57E-6EC8-91DD6D2E09DE}"/>
                </a:ext>
              </a:extLst>
            </p:cNvPr>
            <p:cNvSpPr/>
            <p:nvPr/>
          </p:nvSpPr>
          <p:spPr>
            <a:xfrm rot="10800000">
              <a:off x="7519935" y="2683686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45" name="Gerader Verbinder 344">
              <a:extLst>
                <a:ext uri="{FF2B5EF4-FFF2-40B4-BE49-F238E27FC236}">
                  <a16:creationId xmlns:a16="http://schemas.microsoft.com/office/drawing/2014/main" id="{DDDA2EC1-8935-E6E8-C51F-E744AFBD840B}"/>
                </a:ext>
              </a:extLst>
            </p:cNvPr>
            <p:cNvCxnSpPr>
              <a:cxnSpLocks/>
            </p:cNvCxnSpPr>
            <p:nvPr/>
          </p:nvCxnSpPr>
          <p:spPr>
            <a:xfrm>
              <a:off x="7753545" y="2841405"/>
              <a:ext cx="851562" cy="0"/>
            </a:xfrm>
            <a:prstGeom prst="line">
              <a:avLst/>
            </a:prstGeom>
            <a:noFill/>
            <a:ln w="28575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</p:cxnSp>
        <p:sp>
          <p:nvSpPr>
            <p:cNvPr id="346" name="Teilkreis 345">
              <a:extLst>
                <a:ext uri="{FF2B5EF4-FFF2-40B4-BE49-F238E27FC236}">
                  <a16:creationId xmlns:a16="http://schemas.microsoft.com/office/drawing/2014/main" id="{AFA8D7CE-B83E-BDA7-D1EB-1B9071065AE3}"/>
                </a:ext>
              </a:extLst>
            </p:cNvPr>
            <p:cNvSpPr/>
            <p:nvPr/>
          </p:nvSpPr>
          <p:spPr>
            <a:xfrm rot="10800000">
              <a:off x="7645545" y="2682936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7" name="Teilkreis 346">
              <a:extLst>
                <a:ext uri="{FF2B5EF4-FFF2-40B4-BE49-F238E27FC236}">
                  <a16:creationId xmlns:a16="http://schemas.microsoft.com/office/drawing/2014/main" id="{9EDC9363-746C-B25B-02AE-5BA0C40A71BF}"/>
                </a:ext>
              </a:extLst>
            </p:cNvPr>
            <p:cNvSpPr/>
            <p:nvPr/>
          </p:nvSpPr>
          <p:spPr>
            <a:xfrm rot="10800000">
              <a:off x="7770730" y="2682937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8" name="Teilkreis 347">
              <a:extLst>
                <a:ext uri="{FF2B5EF4-FFF2-40B4-BE49-F238E27FC236}">
                  <a16:creationId xmlns:a16="http://schemas.microsoft.com/office/drawing/2014/main" id="{275CC35E-7F4A-F5E2-0551-CC30A9DF30EB}"/>
                </a:ext>
              </a:extLst>
            </p:cNvPr>
            <p:cNvSpPr/>
            <p:nvPr/>
          </p:nvSpPr>
          <p:spPr>
            <a:xfrm rot="10800000">
              <a:off x="7884258" y="2682936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9" name="Teilkreis 348">
              <a:extLst>
                <a:ext uri="{FF2B5EF4-FFF2-40B4-BE49-F238E27FC236}">
                  <a16:creationId xmlns:a16="http://schemas.microsoft.com/office/drawing/2014/main" id="{F0F1955F-DB70-A8AE-D68E-E4EFA951AD03}"/>
                </a:ext>
              </a:extLst>
            </p:cNvPr>
            <p:cNvSpPr/>
            <p:nvPr/>
          </p:nvSpPr>
          <p:spPr>
            <a:xfrm rot="10800000">
              <a:off x="8009443" y="2682937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0" name="Teilkreis 349">
              <a:extLst>
                <a:ext uri="{FF2B5EF4-FFF2-40B4-BE49-F238E27FC236}">
                  <a16:creationId xmlns:a16="http://schemas.microsoft.com/office/drawing/2014/main" id="{E4481FBD-B6CE-765D-ADB0-C75709F6671E}"/>
                </a:ext>
              </a:extLst>
            </p:cNvPr>
            <p:cNvSpPr/>
            <p:nvPr/>
          </p:nvSpPr>
          <p:spPr>
            <a:xfrm rot="10800000">
              <a:off x="8134627" y="2682131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1" name="Teilkreis 350">
              <a:extLst>
                <a:ext uri="{FF2B5EF4-FFF2-40B4-BE49-F238E27FC236}">
                  <a16:creationId xmlns:a16="http://schemas.microsoft.com/office/drawing/2014/main" id="{5C67245E-6F85-C684-BE7D-315F33C91665}"/>
                </a:ext>
              </a:extLst>
            </p:cNvPr>
            <p:cNvSpPr/>
            <p:nvPr/>
          </p:nvSpPr>
          <p:spPr>
            <a:xfrm rot="10800000">
              <a:off x="8259812" y="2682132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2" name="Teilkreis 351">
              <a:extLst>
                <a:ext uri="{FF2B5EF4-FFF2-40B4-BE49-F238E27FC236}">
                  <a16:creationId xmlns:a16="http://schemas.microsoft.com/office/drawing/2014/main" id="{24B783E2-A675-B863-8CD4-D4D74AE0BECF}"/>
                </a:ext>
              </a:extLst>
            </p:cNvPr>
            <p:cNvSpPr/>
            <p:nvPr/>
          </p:nvSpPr>
          <p:spPr>
            <a:xfrm rot="10800000">
              <a:off x="8373340" y="2682131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3" name="Teilkreis 352">
              <a:extLst>
                <a:ext uri="{FF2B5EF4-FFF2-40B4-BE49-F238E27FC236}">
                  <a16:creationId xmlns:a16="http://schemas.microsoft.com/office/drawing/2014/main" id="{969FFD44-46D7-1D02-6E5D-91AFA45AB989}"/>
                </a:ext>
              </a:extLst>
            </p:cNvPr>
            <p:cNvSpPr/>
            <p:nvPr/>
          </p:nvSpPr>
          <p:spPr>
            <a:xfrm rot="10800000">
              <a:off x="8498525" y="2682132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4" name="Teilkreis 353">
              <a:extLst>
                <a:ext uri="{FF2B5EF4-FFF2-40B4-BE49-F238E27FC236}">
                  <a16:creationId xmlns:a16="http://schemas.microsoft.com/office/drawing/2014/main" id="{83F2A2AB-091E-4DC0-7A32-9B3340EB23EF}"/>
                </a:ext>
              </a:extLst>
            </p:cNvPr>
            <p:cNvSpPr/>
            <p:nvPr/>
          </p:nvSpPr>
          <p:spPr>
            <a:xfrm rot="10800000">
              <a:off x="8616074" y="2682132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5" name="Ellipse 354">
              <a:extLst>
                <a:ext uri="{FF2B5EF4-FFF2-40B4-BE49-F238E27FC236}">
                  <a16:creationId xmlns:a16="http://schemas.microsoft.com/office/drawing/2014/main" id="{5C3D1619-4C15-733F-480F-39BEC0E3C770}"/>
                </a:ext>
              </a:extLst>
            </p:cNvPr>
            <p:cNvSpPr/>
            <p:nvPr/>
          </p:nvSpPr>
          <p:spPr>
            <a:xfrm>
              <a:off x="8130039" y="2761519"/>
              <a:ext cx="54000" cy="54000"/>
            </a:xfrm>
            <a:prstGeom prst="ellipse">
              <a:avLst/>
            </a:prstGeom>
            <a:solidFill>
              <a:srgbClr val="9298AC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6" name="Ellipse 355">
              <a:extLst>
                <a:ext uri="{FF2B5EF4-FFF2-40B4-BE49-F238E27FC236}">
                  <a16:creationId xmlns:a16="http://schemas.microsoft.com/office/drawing/2014/main" id="{2B77E30D-5D96-C964-3CCE-3CCB17E1B74D}"/>
                </a:ext>
              </a:extLst>
            </p:cNvPr>
            <p:cNvSpPr/>
            <p:nvPr/>
          </p:nvSpPr>
          <p:spPr>
            <a:xfrm>
              <a:off x="8130039" y="2894905"/>
              <a:ext cx="54000" cy="54000"/>
            </a:xfrm>
            <a:prstGeom prst="ellipse">
              <a:avLst/>
            </a:prstGeom>
            <a:solidFill>
              <a:srgbClr val="9298AC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57" name="Gerader Verbinder 356">
              <a:extLst>
                <a:ext uri="{FF2B5EF4-FFF2-40B4-BE49-F238E27FC236}">
                  <a16:creationId xmlns:a16="http://schemas.microsoft.com/office/drawing/2014/main" id="{BA34AC5B-7D61-9571-152F-3667D058BA77}"/>
                </a:ext>
              </a:extLst>
            </p:cNvPr>
            <p:cNvCxnSpPr>
              <a:cxnSpLocks/>
            </p:cNvCxnSpPr>
            <p:nvPr/>
          </p:nvCxnSpPr>
          <p:spPr>
            <a:xfrm>
              <a:off x="3654220" y="4373745"/>
              <a:ext cx="806566" cy="4452"/>
            </a:xfrm>
            <a:prstGeom prst="line">
              <a:avLst/>
            </a:prstGeom>
            <a:noFill/>
            <a:ln w="28575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</p:cxnSp>
        <p:sp>
          <p:nvSpPr>
            <p:cNvPr id="358" name="Teilkreis 357">
              <a:extLst>
                <a:ext uri="{FF2B5EF4-FFF2-40B4-BE49-F238E27FC236}">
                  <a16:creationId xmlns:a16="http://schemas.microsoft.com/office/drawing/2014/main" id="{883DF613-4CA8-8A6F-C30F-89B18BB98310}"/>
                </a:ext>
              </a:extLst>
            </p:cNvPr>
            <p:cNvSpPr/>
            <p:nvPr/>
          </p:nvSpPr>
          <p:spPr>
            <a:xfrm rot="10800000">
              <a:off x="3546220" y="4217003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9" name="Teilkreis 358">
              <a:extLst>
                <a:ext uri="{FF2B5EF4-FFF2-40B4-BE49-F238E27FC236}">
                  <a16:creationId xmlns:a16="http://schemas.microsoft.com/office/drawing/2014/main" id="{5F9736FD-E861-9A37-847A-7F70D8FEF50D}"/>
                </a:ext>
              </a:extLst>
            </p:cNvPr>
            <p:cNvSpPr/>
            <p:nvPr/>
          </p:nvSpPr>
          <p:spPr>
            <a:xfrm rot="10800000">
              <a:off x="3663769" y="4217003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0" name="Teilkreis 359">
              <a:extLst>
                <a:ext uri="{FF2B5EF4-FFF2-40B4-BE49-F238E27FC236}">
                  <a16:creationId xmlns:a16="http://schemas.microsoft.com/office/drawing/2014/main" id="{8C5B4FBE-9DE5-2FC9-AB7F-F608CDDF3FA8}"/>
                </a:ext>
              </a:extLst>
            </p:cNvPr>
            <p:cNvSpPr/>
            <p:nvPr/>
          </p:nvSpPr>
          <p:spPr>
            <a:xfrm rot="10800000">
              <a:off x="3788954" y="4217004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1" name="Teilkreis 360">
              <a:extLst>
                <a:ext uri="{FF2B5EF4-FFF2-40B4-BE49-F238E27FC236}">
                  <a16:creationId xmlns:a16="http://schemas.microsoft.com/office/drawing/2014/main" id="{FCCF9BCA-5A95-4FDD-B23E-71FEEE4268A0}"/>
                </a:ext>
              </a:extLst>
            </p:cNvPr>
            <p:cNvSpPr/>
            <p:nvPr/>
          </p:nvSpPr>
          <p:spPr>
            <a:xfrm rot="10800000">
              <a:off x="3902482" y="4217003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2" name="Teilkreis 361">
              <a:extLst>
                <a:ext uri="{FF2B5EF4-FFF2-40B4-BE49-F238E27FC236}">
                  <a16:creationId xmlns:a16="http://schemas.microsoft.com/office/drawing/2014/main" id="{E7264997-E36F-BA31-02B0-58F0F645BAAA}"/>
                </a:ext>
              </a:extLst>
            </p:cNvPr>
            <p:cNvSpPr/>
            <p:nvPr/>
          </p:nvSpPr>
          <p:spPr>
            <a:xfrm rot="10800000">
              <a:off x="4027667" y="4217004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3" name="Teilkreis 362">
              <a:extLst>
                <a:ext uri="{FF2B5EF4-FFF2-40B4-BE49-F238E27FC236}">
                  <a16:creationId xmlns:a16="http://schemas.microsoft.com/office/drawing/2014/main" id="{A4A29C9D-EDD1-C809-9F84-318549EBBEC5}"/>
                </a:ext>
              </a:extLst>
            </p:cNvPr>
            <p:cNvSpPr/>
            <p:nvPr/>
          </p:nvSpPr>
          <p:spPr>
            <a:xfrm rot="10800000">
              <a:off x="4144683" y="4216218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4" name="Teilkreis 363">
              <a:extLst>
                <a:ext uri="{FF2B5EF4-FFF2-40B4-BE49-F238E27FC236}">
                  <a16:creationId xmlns:a16="http://schemas.microsoft.com/office/drawing/2014/main" id="{9E0E707E-9538-8A31-DF9E-F036FCE8E8B7}"/>
                </a:ext>
              </a:extLst>
            </p:cNvPr>
            <p:cNvSpPr/>
            <p:nvPr/>
          </p:nvSpPr>
          <p:spPr>
            <a:xfrm rot="10800000">
              <a:off x="4269868" y="4216219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5" name="Teilkreis 364">
              <a:extLst>
                <a:ext uri="{FF2B5EF4-FFF2-40B4-BE49-F238E27FC236}">
                  <a16:creationId xmlns:a16="http://schemas.microsoft.com/office/drawing/2014/main" id="{C45A0C3A-E2CC-04AF-895B-9C68C256B5DC}"/>
                </a:ext>
              </a:extLst>
            </p:cNvPr>
            <p:cNvSpPr/>
            <p:nvPr/>
          </p:nvSpPr>
          <p:spPr>
            <a:xfrm rot="10800000">
              <a:off x="4383396" y="4216218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6" name="Ellipse 365">
              <a:extLst>
                <a:ext uri="{FF2B5EF4-FFF2-40B4-BE49-F238E27FC236}">
                  <a16:creationId xmlns:a16="http://schemas.microsoft.com/office/drawing/2014/main" id="{5F62C8F5-9A0E-56EB-5D29-4C4FDAEBDECB}"/>
                </a:ext>
              </a:extLst>
            </p:cNvPr>
            <p:cNvSpPr/>
            <p:nvPr/>
          </p:nvSpPr>
          <p:spPr>
            <a:xfrm>
              <a:off x="4017228" y="4290628"/>
              <a:ext cx="54000" cy="54000"/>
            </a:xfrm>
            <a:prstGeom prst="ellipse">
              <a:avLst/>
            </a:prstGeom>
            <a:solidFill>
              <a:srgbClr val="9298AC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7" name="Ellipse 366">
              <a:extLst>
                <a:ext uri="{FF2B5EF4-FFF2-40B4-BE49-F238E27FC236}">
                  <a16:creationId xmlns:a16="http://schemas.microsoft.com/office/drawing/2014/main" id="{7A3FBCB9-F096-AB99-E54C-4A98C242F0DD}"/>
                </a:ext>
              </a:extLst>
            </p:cNvPr>
            <p:cNvSpPr/>
            <p:nvPr/>
          </p:nvSpPr>
          <p:spPr>
            <a:xfrm>
              <a:off x="4017228" y="4424014"/>
              <a:ext cx="54000" cy="54000"/>
            </a:xfrm>
            <a:prstGeom prst="ellipse">
              <a:avLst/>
            </a:prstGeom>
            <a:solidFill>
              <a:srgbClr val="9298AC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68" name="Gruppieren 367">
              <a:extLst>
                <a:ext uri="{FF2B5EF4-FFF2-40B4-BE49-F238E27FC236}">
                  <a16:creationId xmlns:a16="http://schemas.microsoft.com/office/drawing/2014/main" id="{79C0FB3D-385C-453D-624A-95590E2FDCA7}"/>
                </a:ext>
              </a:extLst>
            </p:cNvPr>
            <p:cNvGrpSpPr/>
            <p:nvPr/>
          </p:nvGrpSpPr>
          <p:grpSpPr>
            <a:xfrm>
              <a:off x="3892139" y="4804297"/>
              <a:ext cx="316257" cy="166688"/>
              <a:chOff x="1255369" y="3990975"/>
              <a:chExt cx="1081222" cy="806474"/>
            </a:xfrm>
          </p:grpSpPr>
          <p:sp>
            <p:nvSpPr>
              <p:cNvPr id="382" name="Rechteck 381">
                <a:extLst>
                  <a:ext uri="{FF2B5EF4-FFF2-40B4-BE49-F238E27FC236}">
                    <a16:creationId xmlns:a16="http://schemas.microsoft.com/office/drawing/2014/main" id="{D817360C-2881-689A-7E9F-FEE93C0DA5BD}"/>
                  </a:ext>
                </a:extLst>
              </p:cNvPr>
              <p:cNvSpPr/>
              <p:nvPr/>
            </p:nvSpPr>
            <p:spPr>
              <a:xfrm>
                <a:off x="1255369" y="4475980"/>
                <a:ext cx="1081222" cy="321469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3" name="Trapezoid 382">
                <a:extLst>
                  <a:ext uri="{FF2B5EF4-FFF2-40B4-BE49-F238E27FC236}">
                    <a16:creationId xmlns:a16="http://schemas.microsoft.com/office/drawing/2014/main" id="{565DD0B7-DADE-0A0B-4372-3AACA1AE9D3A}"/>
                  </a:ext>
                </a:extLst>
              </p:cNvPr>
              <p:cNvSpPr/>
              <p:nvPr/>
            </p:nvSpPr>
            <p:spPr>
              <a:xfrm>
                <a:off x="1364974" y="4197373"/>
                <a:ext cx="862012" cy="278607"/>
              </a:xfrm>
              <a:prstGeom prst="trapezoid">
                <a:avLst>
                  <a:gd name="adj" fmla="val 55769"/>
                </a:avLst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4" name="Rechteck 383">
                <a:extLst>
                  <a:ext uri="{FF2B5EF4-FFF2-40B4-BE49-F238E27FC236}">
                    <a16:creationId xmlns:a16="http://schemas.microsoft.com/office/drawing/2014/main" id="{0562F37E-E6AC-C81F-6FFE-FB9E2D8A394B}"/>
                  </a:ext>
                </a:extLst>
              </p:cNvPr>
              <p:cNvSpPr/>
              <p:nvPr/>
            </p:nvSpPr>
            <p:spPr>
              <a:xfrm>
                <a:off x="1640133" y="3990975"/>
                <a:ext cx="311693" cy="206398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369" name="Gerader Verbinder 368">
              <a:extLst>
                <a:ext uri="{FF2B5EF4-FFF2-40B4-BE49-F238E27FC236}">
                  <a16:creationId xmlns:a16="http://schemas.microsoft.com/office/drawing/2014/main" id="{E7CE7497-A5E1-81E9-788B-B416273D9255}"/>
                </a:ext>
              </a:extLst>
            </p:cNvPr>
            <p:cNvCxnSpPr>
              <a:cxnSpLocks/>
            </p:cNvCxnSpPr>
            <p:nvPr/>
          </p:nvCxnSpPr>
          <p:spPr>
            <a:xfrm>
              <a:off x="5119371" y="4673107"/>
              <a:ext cx="1781492" cy="0"/>
            </a:xfrm>
            <a:prstGeom prst="line">
              <a:avLst/>
            </a:prstGeom>
            <a:noFill/>
            <a:ln w="762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</p:cxnSp>
        <p:cxnSp>
          <p:nvCxnSpPr>
            <p:cNvPr id="370" name="Gerader Verbinder 369">
              <a:extLst>
                <a:ext uri="{FF2B5EF4-FFF2-40B4-BE49-F238E27FC236}">
                  <a16:creationId xmlns:a16="http://schemas.microsoft.com/office/drawing/2014/main" id="{2FFD46B3-61D0-D947-6052-DAB604771E07}"/>
                </a:ext>
              </a:extLst>
            </p:cNvPr>
            <p:cNvCxnSpPr>
              <a:cxnSpLocks/>
            </p:cNvCxnSpPr>
            <p:nvPr/>
          </p:nvCxnSpPr>
          <p:spPr>
            <a:xfrm>
              <a:off x="5119371" y="4344628"/>
              <a:ext cx="1781492" cy="0"/>
            </a:xfrm>
            <a:prstGeom prst="line">
              <a:avLst/>
            </a:prstGeom>
            <a:noFill/>
            <a:ln w="762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</p:cxnSp>
        <p:sp>
          <p:nvSpPr>
            <p:cNvPr id="371" name="Rechteck 370">
              <a:extLst>
                <a:ext uri="{FF2B5EF4-FFF2-40B4-BE49-F238E27FC236}">
                  <a16:creationId xmlns:a16="http://schemas.microsoft.com/office/drawing/2014/main" id="{1A449E3D-4F8C-B9FF-0F00-546AEC430F04}"/>
                </a:ext>
              </a:extLst>
            </p:cNvPr>
            <p:cNvSpPr/>
            <p:nvPr/>
          </p:nvSpPr>
          <p:spPr>
            <a:xfrm>
              <a:off x="6005541" y="3877697"/>
              <a:ext cx="487899" cy="855821"/>
            </a:xfrm>
            <a:prstGeom prst="rect">
              <a:avLst/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72" name="Gruppieren 371">
              <a:extLst>
                <a:ext uri="{FF2B5EF4-FFF2-40B4-BE49-F238E27FC236}">
                  <a16:creationId xmlns:a16="http://schemas.microsoft.com/office/drawing/2014/main" id="{0B15EC79-829A-1C5A-BC74-58835FBFD5E1}"/>
                </a:ext>
              </a:extLst>
            </p:cNvPr>
            <p:cNvGrpSpPr/>
            <p:nvPr/>
          </p:nvGrpSpPr>
          <p:grpSpPr>
            <a:xfrm>
              <a:off x="6054152" y="4445404"/>
              <a:ext cx="401205" cy="244769"/>
              <a:chOff x="5184184" y="1136973"/>
              <a:chExt cx="1093593" cy="773773"/>
            </a:xfrm>
          </p:grpSpPr>
          <p:sp>
            <p:nvSpPr>
              <p:cNvPr id="373" name="Rechteck: abgerundete Ecken 372">
                <a:extLst>
                  <a:ext uri="{FF2B5EF4-FFF2-40B4-BE49-F238E27FC236}">
                    <a16:creationId xmlns:a16="http://schemas.microsoft.com/office/drawing/2014/main" id="{0670689B-7100-A45D-5749-39662FA45B4A}"/>
                  </a:ext>
                </a:extLst>
              </p:cNvPr>
              <p:cNvSpPr/>
              <p:nvPr/>
            </p:nvSpPr>
            <p:spPr>
              <a:xfrm>
                <a:off x="5184184" y="1136973"/>
                <a:ext cx="1093593" cy="773773"/>
              </a:xfrm>
              <a:prstGeom prst="roundRect">
                <a:avLst>
                  <a:gd name="adj" fmla="val 6141"/>
                </a:avLst>
              </a:prstGeom>
              <a:solidFill>
                <a:srgbClr val="565B75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4" name="Eckige Klammer links 373">
                <a:extLst>
                  <a:ext uri="{FF2B5EF4-FFF2-40B4-BE49-F238E27FC236}">
                    <a16:creationId xmlns:a16="http://schemas.microsoft.com/office/drawing/2014/main" id="{FB7B216E-C9EB-1BE2-2A31-9F9DD73D299F}"/>
                  </a:ext>
                </a:extLst>
              </p:cNvPr>
              <p:cNvSpPr/>
              <p:nvPr/>
            </p:nvSpPr>
            <p:spPr>
              <a:xfrm rot="5400000">
                <a:off x="5698369" y="796413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5" name="Eckige Klammer links 374">
                <a:extLst>
                  <a:ext uri="{FF2B5EF4-FFF2-40B4-BE49-F238E27FC236}">
                    <a16:creationId xmlns:a16="http://schemas.microsoft.com/office/drawing/2014/main" id="{647B3194-1E47-AC8E-AB8E-00E9726097BD}"/>
                  </a:ext>
                </a:extLst>
              </p:cNvPr>
              <p:cNvSpPr/>
              <p:nvPr/>
            </p:nvSpPr>
            <p:spPr>
              <a:xfrm rot="5400000">
                <a:off x="5710115" y="962966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6" name="Eckige Klammer links 375">
                <a:extLst>
                  <a:ext uri="{FF2B5EF4-FFF2-40B4-BE49-F238E27FC236}">
                    <a16:creationId xmlns:a16="http://schemas.microsoft.com/office/drawing/2014/main" id="{258B2A0F-9314-A76B-3DC2-49963C12CB3A}"/>
                  </a:ext>
                </a:extLst>
              </p:cNvPr>
              <p:cNvSpPr/>
              <p:nvPr/>
            </p:nvSpPr>
            <p:spPr>
              <a:xfrm rot="5400000">
                <a:off x="5710115" y="1129519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7" name="Eckige Klammer links 376">
                <a:extLst>
                  <a:ext uri="{FF2B5EF4-FFF2-40B4-BE49-F238E27FC236}">
                    <a16:creationId xmlns:a16="http://schemas.microsoft.com/office/drawing/2014/main" id="{375A5686-68BA-BCCE-9409-43AC1A859D51}"/>
                  </a:ext>
                </a:extLst>
              </p:cNvPr>
              <p:cNvSpPr/>
              <p:nvPr/>
            </p:nvSpPr>
            <p:spPr>
              <a:xfrm rot="5400000">
                <a:off x="5719118" y="1297279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8" name="Ellipse 377">
                <a:extLst>
                  <a:ext uri="{FF2B5EF4-FFF2-40B4-BE49-F238E27FC236}">
                    <a16:creationId xmlns:a16="http://schemas.microsoft.com/office/drawing/2014/main" id="{A8B71891-770A-6BD7-A378-C5BF95D7586F}"/>
                  </a:ext>
                </a:extLst>
              </p:cNvPr>
              <p:cNvSpPr/>
              <p:nvPr/>
            </p:nvSpPr>
            <p:spPr>
              <a:xfrm>
                <a:off x="6205797" y="1162050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9525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9" name="Ellipse 378">
                <a:extLst>
                  <a:ext uri="{FF2B5EF4-FFF2-40B4-BE49-F238E27FC236}">
                    <a16:creationId xmlns:a16="http://schemas.microsoft.com/office/drawing/2014/main" id="{BACE66FC-60D5-C41F-5A4B-3100D2440974}"/>
                  </a:ext>
                </a:extLst>
              </p:cNvPr>
              <p:cNvSpPr/>
              <p:nvPr/>
            </p:nvSpPr>
            <p:spPr>
              <a:xfrm>
                <a:off x="5212295" y="1159907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9525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0" name="Ellipse 379">
                <a:extLst>
                  <a:ext uri="{FF2B5EF4-FFF2-40B4-BE49-F238E27FC236}">
                    <a16:creationId xmlns:a16="http://schemas.microsoft.com/office/drawing/2014/main" id="{1B66EDF6-2F64-360C-6990-EAF9F1E54A9E}"/>
                  </a:ext>
                </a:extLst>
              </p:cNvPr>
              <p:cNvSpPr/>
              <p:nvPr/>
            </p:nvSpPr>
            <p:spPr>
              <a:xfrm>
                <a:off x="5215219" y="1832035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9525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1" name="Ellipse 380">
                <a:extLst>
                  <a:ext uri="{FF2B5EF4-FFF2-40B4-BE49-F238E27FC236}">
                    <a16:creationId xmlns:a16="http://schemas.microsoft.com/office/drawing/2014/main" id="{B128ED25-7DB2-3C10-EA8E-1D112CB06BF9}"/>
                  </a:ext>
                </a:extLst>
              </p:cNvPr>
              <p:cNvSpPr/>
              <p:nvPr/>
            </p:nvSpPr>
            <p:spPr>
              <a:xfrm>
                <a:off x="6199738" y="1837416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9525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27" name="Gruppieren 426">
            <a:extLst>
              <a:ext uri="{FF2B5EF4-FFF2-40B4-BE49-F238E27FC236}">
                <a16:creationId xmlns:a16="http://schemas.microsoft.com/office/drawing/2014/main" id="{BDF3D6C6-C465-E8A4-DD3B-383CB9E3B90A}"/>
              </a:ext>
            </a:extLst>
          </p:cNvPr>
          <p:cNvGrpSpPr/>
          <p:nvPr/>
        </p:nvGrpSpPr>
        <p:grpSpPr>
          <a:xfrm>
            <a:off x="171249" y="2428033"/>
            <a:ext cx="3393587" cy="2968111"/>
            <a:chOff x="141431" y="1998771"/>
            <a:chExt cx="3393587" cy="2968111"/>
          </a:xfrm>
        </p:grpSpPr>
        <p:sp>
          <p:nvSpPr>
            <p:cNvPr id="428" name="Ellipse 427">
              <a:extLst>
                <a:ext uri="{FF2B5EF4-FFF2-40B4-BE49-F238E27FC236}">
                  <a16:creationId xmlns:a16="http://schemas.microsoft.com/office/drawing/2014/main" id="{B34DB2CA-5431-BF9F-9B6B-AE00635311CB}"/>
                </a:ext>
              </a:extLst>
            </p:cNvPr>
            <p:cNvSpPr/>
            <p:nvPr/>
          </p:nvSpPr>
          <p:spPr>
            <a:xfrm>
              <a:off x="141431" y="3550039"/>
              <a:ext cx="900000" cy="900000"/>
            </a:xfrm>
            <a:prstGeom prst="ellipse">
              <a:avLst/>
            </a:prstGeom>
            <a:solidFill>
              <a:srgbClr val="4472C4">
                <a:lumMod val="20000"/>
                <a:lumOff val="80000"/>
              </a:srgbClr>
            </a:solidFill>
            <a:ln w="1905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429" name="Gerader Verbinder 428">
              <a:extLst>
                <a:ext uri="{FF2B5EF4-FFF2-40B4-BE49-F238E27FC236}">
                  <a16:creationId xmlns:a16="http://schemas.microsoft.com/office/drawing/2014/main" id="{4482A943-6C5F-0605-1650-893E53C921DF}"/>
                </a:ext>
              </a:extLst>
            </p:cNvPr>
            <p:cNvCxnSpPr>
              <a:cxnSpLocks/>
            </p:cNvCxnSpPr>
            <p:nvPr/>
          </p:nvCxnSpPr>
          <p:spPr>
            <a:xfrm>
              <a:off x="572269" y="4008912"/>
              <a:ext cx="575595" cy="365708"/>
            </a:xfrm>
            <a:prstGeom prst="line">
              <a:avLst/>
            </a:prstGeom>
            <a:noFill/>
            <a:ln w="762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</p:cxnSp>
        <p:cxnSp>
          <p:nvCxnSpPr>
            <p:cNvPr id="430" name="Gerader Verbinder 429">
              <a:extLst>
                <a:ext uri="{FF2B5EF4-FFF2-40B4-BE49-F238E27FC236}">
                  <a16:creationId xmlns:a16="http://schemas.microsoft.com/office/drawing/2014/main" id="{9F0AF155-985F-F6C5-C37C-2866F6DA1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431" y="4451895"/>
              <a:ext cx="513790" cy="49"/>
            </a:xfrm>
            <a:prstGeom prst="line">
              <a:avLst/>
            </a:prstGeom>
            <a:noFill/>
            <a:ln w="1905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</p:cxnSp>
        <p:grpSp>
          <p:nvGrpSpPr>
            <p:cNvPr id="431" name="Gruppieren 430">
              <a:extLst>
                <a:ext uri="{FF2B5EF4-FFF2-40B4-BE49-F238E27FC236}">
                  <a16:creationId xmlns:a16="http://schemas.microsoft.com/office/drawing/2014/main" id="{9A7D9AA3-6E27-E4B9-F573-DA1038ADDBF1}"/>
                </a:ext>
              </a:extLst>
            </p:cNvPr>
            <p:cNvGrpSpPr/>
            <p:nvPr/>
          </p:nvGrpSpPr>
          <p:grpSpPr>
            <a:xfrm>
              <a:off x="3101299" y="4800194"/>
              <a:ext cx="316257" cy="166688"/>
              <a:chOff x="1255369" y="3990975"/>
              <a:chExt cx="1081222" cy="806474"/>
            </a:xfrm>
          </p:grpSpPr>
          <p:sp>
            <p:nvSpPr>
              <p:cNvPr id="456" name="Rechteck 455">
                <a:extLst>
                  <a:ext uri="{FF2B5EF4-FFF2-40B4-BE49-F238E27FC236}">
                    <a16:creationId xmlns:a16="http://schemas.microsoft.com/office/drawing/2014/main" id="{62FECB78-087C-14B9-EDD6-367360FB4FA5}"/>
                  </a:ext>
                </a:extLst>
              </p:cNvPr>
              <p:cNvSpPr/>
              <p:nvPr/>
            </p:nvSpPr>
            <p:spPr>
              <a:xfrm>
                <a:off x="1255369" y="4475980"/>
                <a:ext cx="1081222" cy="321469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7" name="Trapezoid 456">
                <a:extLst>
                  <a:ext uri="{FF2B5EF4-FFF2-40B4-BE49-F238E27FC236}">
                    <a16:creationId xmlns:a16="http://schemas.microsoft.com/office/drawing/2014/main" id="{36A728EE-24A4-9126-FBD5-0BAB511AAAFA}"/>
                  </a:ext>
                </a:extLst>
              </p:cNvPr>
              <p:cNvSpPr/>
              <p:nvPr/>
            </p:nvSpPr>
            <p:spPr>
              <a:xfrm>
                <a:off x="1364974" y="4197373"/>
                <a:ext cx="862012" cy="278607"/>
              </a:xfrm>
              <a:prstGeom prst="trapezoid">
                <a:avLst>
                  <a:gd name="adj" fmla="val 55769"/>
                </a:avLst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8" name="Rechteck 457">
                <a:extLst>
                  <a:ext uri="{FF2B5EF4-FFF2-40B4-BE49-F238E27FC236}">
                    <a16:creationId xmlns:a16="http://schemas.microsoft.com/office/drawing/2014/main" id="{A74775A7-B970-8088-EA51-083B8D8AEC0B}"/>
                  </a:ext>
                </a:extLst>
              </p:cNvPr>
              <p:cNvSpPr/>
              <p:nvPr/>
            </p:nvSpPr>
            <p:spPr>
              <a:xfrm>
                <a:off x="1640133" y="3990975"/>
                <a:ext cx="311693" cy="206398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32" name="Gruppieren 431">
              <a:extLst>
                <a:ext uri="{FF2B5EF4-FFF2-40B4-BE49-F238E27FC236}">
                  <a16:creationId xmlns:a16="http://schemas.microsoft.com/office/drawing/2014/main" id="{0C91B236-E9A7-6712-5F08-824E322BFC8F}"/>
                </a:ext>
              </a:extLst>
            </p:cNvPr>
            <p:cNvGrpSpPr/>
            <p:nvPr/>
          </p:nvGrpSpPr>
          <p:grpSpPr>
            <a:xfrm>
              <a:off x="1218465" y="4788302"/>
              <a:ext cx="316257" cy="166688"/>
              <a:chOff x="1255369" y="3990975"/>
              <a:chExt cx="1081222" cy="806474"/>
            </a:xfrm>
          </p:grpSpPr>
          <p:sp>
            <p:nvSpPr>
              <p:cNvPr id="453" name="Rechteck 452">
                <a:extLst>
                  <a:ext uri="{FF2B5EF4-FFF2-40B4-BE49-F238E27FC236}">
                    <a16:creationId xmlns:a16="http://schemas.microsoft.com/office/drawing/2014/main" id="{61855A74-7A45-705B-A779-94C834C00DC8}"/>
                  </a:ext>
                </a:extLst>
              </p:cNvPr>
              <p:cNvSpPr/>
              <p:nvPr/>
            </p:nvSpPr>
            <p:spPr>
              <a:xfrm>
                <a:off x="1255369" y="4475980"/>
                <a:ext cx="1081222" cy="321469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Trapezoid 453">
                <a:extLst>
                  <a:ext uri="{FF2B5EF4-FFF2-40B4-BE49-F238E27FC236}">
                    <a16:creationId xmlns:a16="http://schemas.microsoft.com/office/drawing/2014/main" id="{041DFCBD-5763-C3E7-6414-F34E68745386}"/>
                  </a:ext>
                </a:extLst>
              </p:cNvPr>
              <p:cNvSpPr/>
              <p:nvPr/>
            </p:nvSpPr>
            <p:spPr>
              <a:xfrm>
                <a:off x="1364974" y="4197373"/>
                <a:ext cx="862012" cy="278607"/>
              </a:xfrm>
              <a:prstGeom prst="trapezoid">
                <a:avLst>
                  <a:gd name="adj" fmla="val 55769"/>
                </a:avLst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5" name="Rechteck 454">
                <a:extLst>
                  <a:ext uri="{FF2B5EF4-FFF2-40B4-BE49-F238E27FC236}">
                    <a16:creationId xmlns:a16="http://schemas.microsoft.com/office/drawing/2014/main" id="{E61E5978-69BF-099A-53DC-07143D580E95}"/>
                  </a:ext>
                </a:extLst>
              </p:cNvPr>
              <p:cNvSpPr/>
              <p:nvPr/>
            </p:nvSpPr>
            <p:spPr>
              <a:xfrm>
                <a:off x="1640133" y="3990975"/>
                <a:ext cx="311693" cy="206398"/>
              </a:xfrm>
              <a:prstGeom prst="rect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1112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33" name="Rechteck 432">
              <a:extLst>
                <a:ext uri="{FF2B5EF4-FFF2-40B4-BE49-F238E27FC236}">
                  <a16:creationId xmlns:a16="http://schemas.microsoft.com/office/drawing/2014/main" id="{D422A7AA-A0CB-FF2E-179D-760F7BFDECEC}"/>
                </a:ext>
              </a:extLst>
            </p:cNvPr>
            <p:cNvSpPr/>
            <p:nvPr/>
          </p:nvSpPr>
          <p:spPr>
            <a:xfrm>
              <a:off x="1105221" y="4589632"/>
              <a:ext cx="2429797" cy="196429"/>
            </a:xfrm>
            <a:prstGeom prst="rect">
              <a:avLst/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" name="Rechteck 433">
              <a:extLst>
                <a:ext uri="{FF2B5EF4-FFF2-40B4-BE49-F238E27FC236}">
                  <a16:creationId xmlns:a16="http://schemas.microsoft.com/office/drawing/2014/main" id="{8D448714-DF44-C98B-D519-A7F3F29250AC}"/>
                </a:ext>
              </a:extLst>
            </p:cNvPr>
            <p:cNvSpPr/>
            <p:nvPr/>
          </p:nvSpPr>
          <p:spPr>
            <a:xfrm>
              <a:off x="1181100" y="4543912"/>
              <a:ext cx="2286220" cy="45719"/>
            </a:xfrm>
            <a:prstGeom prst="rect">
              <a:avLst/>
            </a:prstGeom>
            <a:solidFill>
              <a:srgbClr val="2A314B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" name="Rechteck 434">
              <a:extLst>
                <a:ext uri="{FF2B5EF4-FFF2-40B4-BE49-F238E27FC236}">
                  <a16:creationId xmlns:a16="http://schemas.microsoft.com/office/drawing/2014/main" id="{6558F670-7557-2687-9DDE-E56C9526F09A}"/>
                </a:ext>
              </a:extLst>
            </p:cNvPr>
            <p:cNvSpPr/>
            <p:nvPr/>
          </p:nvSpPr>
          <p:spPr>
            <a:xfrm>
              <a:off x="1105221" y="2812855"/>
              <a:ext cx="2429797" cy="1744235"/>
            </a:xfrm>
            <a:prstGeom prst="rect">
              <a:avLst/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36" name="Gerader Verbinder 435">
              <a:extLst>
                <a:ext uri="{FF2B5EF4-FFF2-40B4-BE49-F238E27FC236}">
                  <a16:creationId xmlns:a16="http://schemas.microsoft.com/office/drawing/2014/main" id="{5CF9C351-08E0-92DD-A805-3F3A1F113EEC}"/>
                </a:ext>
              </a:extLst>
            </p:cNvPr>
            <p:cNvCxnSpPr>
              <a:cxnSpLocks/>
            </p:cNvCxnSpPr>
            <p:nvPr/>
          </p:nvCxnSpPr>
          <p:spPr>
            <a:xfrm>
              <a:off x="1516631" y="2108200"/>
              <a:ext cx="19702" cy="700982"/>
            </a:xfrm>
            <a:prstGeom prst="line">
              <a:avLst/>
            </a:prstGeom>
            <a:noFill/>
            <a:ln w="762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</p:cxnSp>
        <p:cxnSp>
          <p:nvCxnSpPr>
            <p:cNvPr id="437" name="Gerader Verbinder 436">
              <a:extLst>
                <a:ext uri="{FF2B5EF4-FFF2-40B4-BE49-F238E27FC236}">
                  <a16:creationId xmlns:a16="http://schemas.microsoft.com/office/drawing/2014/main" id="{CEFA26B4-7BDE-7224-1CBE-30D0C03B11D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791" y="2108200"/>
              <a:ext cx="0" cy="702821"/>
            </a:xfrm>
            <a:prstGeom prst="line">
              <a:avLst/>
            </a:prstGeom>
            <a:noFill/>
            <a:ln w="762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</p:cxnSp>
        <p:cxnSp>
          <p:nvCxnSpPr>
            <p:cNvPr id="438" name="Gerader Verbinder 437">
              <a:extLst>
                <a:ext uri="{FF2B5EF4-FFF2-40B4-BE49-F238E27FC236}">
                  <a16:creationId xmlns:a16="http://schemas.microsoft.com/office/drawing/2014/main" id="{69D7A51C-93C8-5150-FD48-68CCC3B149AB}"/>
                </a:ext>
              </a:extLst>
            </p:cNvPr>
            <p:cNvCxnSpPr>
              <a:cxnSpLocks/>
            </p:cNvCxnSpPr>
            <p:nvPr/>
          </p:nvCxnSpPr>
          <p:spPr>
            <a:xfrm>
              <a:off x="1516631" y="2683723"/>
              <a:ext cx="781160" cy="0"/>
            </a:xfrm>
            <a:prstGeom prst="line">
              <a:avLst/>
            </a:prstGeom>
            <a:noFill/>
            <a:ln w="762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</p:cxnSp>
        <p:sp>
          <p:nvSpPr>
            <p:cNvPr id="439" name="Rechteck: abgerundete Ecken 438">
              <a:extLst>
                <a:ext uri="{FF2B5EF4-FFF2-40B4-BE49-F238E27FC236}">
                  <a16:creationId xmlns:a16="http://schemas.microsoft.com/office/drawing/2014/main" id="{365742C6-9163-52CC-A9C7-47C45FB982F3}"/>
                </a:ext>
              </a:extLst>
            </p:cNvPr>
            <p:cNvSpPr/>
            <p:nvPr/>
          </p:nvSpPr>
          <p:spPr>
            <a:xfrm>
              <a:off x="1534722" y="2997051"/>
              <a:ext cx="929111" cy="812582"/>
            </a:xfrm>
            <a:prstGeom prst="roundRect">
              <a:avLst/>
            </a:prstGeom>
            <a:solidFill>
              <a:srgbClr val="4472C4">
                <a:lumMod val="20000"/>
                <a:lumOff val="80000"/>
              </a:srgbClr>
            </a:solidFill>
            <a:ln w="1905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40" name="Gruppieren 439">
              <a:extLst>
                <a:ext uri="{FF2B5EF4-FFF2-40B4-BE49-F238E27FC236}">
                  <a16:creationId xmlns:a16="http://schemas.microsoft.com/office/drawing/2014/main" id="{7BBC5933-B385-FE1B-2645-3ED5CE29CA9E}"/>
                </a:ext>
              </a:extLst>
            </p:cNvPr>
            <p:cNvGrpSpPr/>
            <p:nvPr/>
          </p:nvGrpSpPr>
          <p:grpSpPr>
            <a:xfrm>
              <a:off x="2821308" y="4052572"/>
              <a:ext cx="634438" cy="397418"/>
              <a:chOff x="5184184" y="1136973"/>
              <a:chExt cx="1093593" cy="773773"/>
            </a:xfrm>
          </p:grpSpPr>
          <p:sp>
            <p:nvSpPr>
              <p:cNvPr id="444" name="Rechteck: abgerundete Ecken 443">
                <a:extLst>
                  <a:ext uri="{FF2B5EF4-FFF2-40B4-BE49-F238E27FC236}">
                    <a16:creationId xmlns:a16="http://schemas.microsoft.com/office/drawing/2014/main" id="{70428C20-FF2F-8FBD-04F6-581E88EE534E}"/>
                  </a:ext>
                </a:extLst>
              </p:cNvPr>
              <p:cNvSpPr/>
              <p:nvPr/>
            </p:nvSpPr>
            <p:spPr>
              <a:xfrm>
                <a:off x="5184184" y="1136973"/>
                <a:ext cx="1093593" cy="773773"/>
              </a:xfrm>
              <a:prstGeom prst="roundRect">
                <a:avLst>
                  <a:gd name="adj" fmla="val 6141"/>
                </a:avLst>
              </a:prstGeom>
              <a:solidFill>
                <a:srgbClr val="565B75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5" name="Eckige Klammer links 444">
                <a:extLst>
                  <a:ext uri="{FF2B5EF4-FFF2-40B4-BE49-F238E27FC236}">
                    <a16:creationId xmlns:a16="http://schemas.microsoft.com/office/drawing/2014/main" id="{C284EAC9-05E7-815C-2B81-B4E646158782}"/>
                  </a:ext>
                </a:extLst>
              </p:cNvPr>
              <p:cNvSpPr/>
              <p:nvPr/>
            </p:nvSpPr>
            <p:spPr>
              <a:xfrm rot="5400000">
                <a:off x="5698369" y="796413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6" name="Eckige Klammer links 445">
                <a:extLst>
                  <a:ext uri="{FF2B5EF4-FFF2-40B4-BE49-F238E27FC236}">
                    <a16:creationId xmlns:a16="http://schemas.microsoft.com/office/drawing/2014/main" id="{B46CF8C0-57D5-B418-DB81-8DB28A6250AA}"/>
                  </a:ext>
                </a:extLst>
              </p:cNvPr>
              <p:cNvSpPr/>
              <p:nvPr/>
            </p:nvSpPr>
            <p:spPr>
              <a:xfrm rot="5400000">
                <a:off x="5710115" y="962966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7" name="Eckige Klammer links 446">
                <a:extLst>
                  <a:ext uri="{FF2B5EF4-FFF2-40B4-BE49-F238E27FC236}">
                    <a16:creationId xmlns:a16="http://schemas.microsoft.com/office/drawing/2014/main" id="{BE9A284B-9CCB-1183-057C-5E80ED2F8B05}"/>
                  </a:ext>
                </a:extLst>
              </p:cNvPr>
              <p:cNvSpPr/>
              <p:nvPr/>
            </p:nvSpPr>
            <p:spPr>
              <a:xfrm rot="5400000">
                <a:off x="5710115" y="1129519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8" name="Eckige Klammer links 447">
                <a:extLst>
                  <a:ext uri="{FF2B5EF4-FFF2-40B4-BE49-F238E27FC236}">
                    <a16:creationId xmlns:a16="http://schemas.microsoft.com/office/drawing/2014/main" id="{BAE14B91-4AAB-5A42-0219-D69A947CA5FC}"/>
                  </a:ext>
                </a:extLst>
              </p:cNvPr>
              <p:cNvSpPr/>
              <p:nvPr/>
            </p:nvSpPr>
            <p:spPr>
              <a:xfrm rot="5400000">
                <a:off x="5719118" y="1297279"/>
                <a:ext cx="69296" cy="933443"/>
              </a:xfrm>
              <a:prstGeom prst="leftBracket">
                <a:avLst>
                  <a:gd name="adj" fmla="val 87367"/>
                </a:avLst>
              </a:prstGeom>
              <a:solidFill>
                <a:srgbClr val="CDD2DF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9" name="Ellipse 448">
                <a:extLst>
                  <a:ext uri="{FF2B5EF4-FFF2-40B4-BE49-F238E27FC236}">
                    <a16:creationId xmlns:a16="http://schemas.microsoft.com/office/drawing/2014/main" id="{275F5A1F-8566-5D29-30FF-C2E6C8FDF4F5}"/>
                  </a:ext>
                </a:extLst>
              </p:cNvPr>
              <p:cNvSpPr/>
              <p:nvPr/>
            </p:nvSpPr>
            <p:spPr>
              <a:xfrm>
                <a:off x="6205797" y="1162050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0" name="Ellipse 449">
                <a:extLst>
                  <a:ext uri="{FF2B5EF4-FFF2-40B4-BE49-F238E27FC236}">
                    <a16:creationId xmlns:a16="http://schemas.microsoft.com/office/drawing/2014/main" id="{4E150CD3-D5DC-190E-948A-0FC447C9B4C8}"/>
                  </a:ext>
                </a:extLst>
              </p:cNvPr>
              <p:cNvSpPr/>
              <p:nvPr/>
            </p:nvSpPr>
            <p:spPr>
              <a:xfrm>
                <a:off x="5212295" y="1159907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1" name="Ellipse 450">
                <a:extLst>
                  <a:ext uri="{FF2B5EF4-FFF2-40B4-BE49-F238E27FC236}">
                    <a16:creationId xmlns:a16="http://schemas.microsoft.com/office/drawing/2014/main" id="{37D1C2B5-803C-10D1-BB4F-AD8DC7A24C9F}"/>
                  </a:ext>
                </a:extLst>
              </p:cNvPr>
              <p:cNvSpPr/>
              <p:nvPr/>
            </p:nvSpPr>
            <p:spPr>
              <a:xfrm>
                <a:off x="5215219" y="1832035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Ellipse 451">
                <a:extLst>
                  <a:ext uri="{FF2B5EF4-FFF2-40B4-BE49-F238E27FC236}">
                    <a16:creationId xmlns:a16="http://schemas.microsoft.com/office/drawing/2014/main" id="{0C115E07-E5B6-5093-51D8-FCBD565E036D}"/>
                  </a:ext>
                </a:extLst>
              </p:cNvPr>
              <p:cNvSpPr/>
              <p:nvPr/>
            </p:nvSpPr>
            <p:spPr>
              <a:xfrm>
                <a:off x="6199738" y="1837416"/>
                <a:ext cx="45719" cy="45719"/>
              </a:xfrm>
              <a:prstGeom prst="ellipse">
                <a:avLst/>
              </a:prstGeom>
              <a:solidFill>
                <a:srgbClr val="565B75"/>
              </a:solidFill>
              <a:ln w="12700" cap="flat" cmpd="sng" algn="ctr">
                <a:solidFill>
                  <a:srgbClr val="1919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41" name="Teilkreis 440">
              <a:extLst>
                <a:ext uri="{FF2B5EF4-FFF2-40B4-BE49-F238E27FC236}">
                  <a16:creationId xmlns:a16="http://schemas.microsoft.com/office/drawing/2014/main" id="{B6C8AF53-07DE-6B79-E15C-7F6873E7617A}"/>
                </a:ext>
              </a:extLst>
            </p:cNvPr>
            <p:cNvSpPr/>
            <p:nvPr/>
          </p:nvSpPr>
          <p:spPr>
            <a:xfrm rot="10800000">
              <a:off x="537494" y="3923171"/>
              <a:ext cx="108000" cy="108000"/>
            </a:xfrm>
            <a:prstGeom prst="pie">
              <a:avLst>
                <a:gd name="adj1" fmla="val 0"/>
                <a:gd name="adj2" fmla="val 10788463"/>
              </a:avLst>
            </a:prstGeom>
            <a:solidFill>
              <a:srgbClr val="9298AC"/>
            </a:solidFill>
            <a:ln w="1905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42" name="Gerader Verbinder 441">
              <a:extLst>
                <a:ext uri="{FF2B5EF4-FFF2-40B4-BE49-F238E27FC236}">
                  <a16:creationId xmlns:a16="http://schemas.microsoft.com/office/drawing/2014/main" id="{CF5E97F1-55DC-E704-B8BC-D10E6C282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545" y="4004476"/>
              <a:ext cx="704194" cy="2217"/>
            </a:xfrm>
            <a:prstGeom prst="line">
              <a:avLst/>
            </a:prstGeom>
            <a:noFill/>
            <a:ln w="762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</p:cxnSp>
        <p:sp>
          <p:nvSpPr>
            <p:cNvPr id="443" name="Trapezoid 442">
              <a:extLst>
                <a:ext uri="{FF2B5EF4-FFF2-40B4-BE49-F238E27FC236}">
                  <a16:creationId xmlns:a16="http://schemas.microsoft.com/office/drawing/2014/main" id="{34449E13-7D7D-3EAE-ADD5-D061420BD37C}"/>
                </a:ext>
              </a:extLst>
            </p:cNvPr>
            <p:cNvSpPr/>
            <p:nvPr/>
          </p:nvSpPr>
          <p:spPr>
            <a:xfrm rot="10800000">
              <a:off x="1223448" y="1998771"/>
              <a:ext cx="1367243" cy="807359"/>
            </a:xfrm>
            <a:prstGeom prst="trapezoid">
              <a:avLst>
                <a:gd name="adj" fmla="val 61481"/>
              </a:avLst>
            </a:prstGeom>
            <a:solidFill>
              <a:srgbClr val="9298AC"/>
            </a:solidFill>
            <a:ln w="12700" cap="flat" cmpd="sng" algn="ctr">
              <a:solidFill>
                <a:srgbClr val="1919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8" name="Rechteck 477">
            <a:extLst>
              <a:ext uri="{FF2B5EF4-FFF2-40B4-BE49-F238E27FC236}">
                <a16:creationId xmlns:a16="http://schemas.microsoft.com/office/drawing/2014/main" id="{8C58E5C7-5EE7-077E-E87D-F0CE4B0567EA}"/>
              </a:ext>
            </a:extLst>
          </p:cNvPr>
          <p:cNvSpPr/>
          <p:nvPr/>
        </p:nvSpPr>
        <p:spPr>
          <a:xfrm>
            <a:off x="215824" y="2044098"/>
            <a:ext cx="961858" cy="6366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FFS Service</a:t>
            </a:r>
          </a:p>
        </p:txBody>
      </p:sp>
      <p:sp>
        <p:nvSpPr>
          <p:cNvPr id="479" name="Rechteck 478">
            <a:extLst>
              <a:ext uri="{FF2B5EF4-FFF2-40B4-BE49-F238E27FC236}">
                <a16:creationId xmlns:a16="http://schemas.microsoft.com/office/drawing/2014/main" id="{8535F9BB-D776-327B-E940-4C03FB7808F5}"/>
              </a:ext>
            </a:extLst>
          </p:cNvPr>
          <p:cNvSpPr/>
          <p:nvPr/>
        </p:nvSpPr>
        <p:spPr>
          <a:xfrm>
            <a:off x="5700000" y="2046240"/>
            <a:ext cx="961858" cy="6366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CONV Service</a:t>
            </a:r>
          </a:p>
        </p:txBody>
      </p:sp>
      <p:sp>
        <p:nvSpPr>
          <p:cNvPr id="480" name="Rechteck 479">
            <a:extLst>
              <a:ext uri="{FF2B5EF4-FFF2-40B4-BE49-F238E27FC236}">
                <a16:creationId xmlns:a16="http://schemas.microsoft.com/office/drawing/2014/main" id="{CFF47E7F-467C-C8EF-CFBD-3180A69D7BAF}"/>
              </a:ext>
            </a:extLst>
          </p:cNvPr>
          <p:cNvSpPr/>
          <p:nvPr/>
        </p:nvSpPr>
        <p:spPr>
          <a:xfrm>
            <a:off x="9756351" y="2046236"/>
            <a:ext cx="961858" cy="6366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PAL Service</a:t>
            </a:r>
          </a:p>
        </p:txBody>
      </p:sp>
      <p:cxnSp>
        <p:nvCxnSpPr>
          <p:cNvPr id="485" name="Gerade Verbindung mit Pfeil 484">
            <a:extLst>
              <a:ext uri="{FF2B5EF4-FFF2-40B4-BE49-F238E27FC236}">
                <a16:creationId xmlns:a16="http://schemas.microsoft.com/office/drawing/2014/main" id="{9969EC1A-CF39-53BB-857C-294E6954F9F0}"/>
              </a:ext>
            </a:extLst>
          </p:cNvPr>
          <p:cNvCxnSpPr>
            <a:endCxn id="463" idx="3"/>
          </p:cNvCxnSpPr>
          <p:nvPr/>
        </p:nvCxnSpPr>
        <p:spPr>
          <a:xfrm flipH="1">
            <a:off x="1819966" y="3011385"/>
            <a:ext cx="7299222" cy="128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3" name="Rechteck 462">
            <a:extLst>
              <a:ext uri="{FF2B5EF4-FFF2-40B4-BE49-F238E27FC236}">
                <a16:creationId xmlns:a16="http://schemas.microsoft.com/office/drawing/2014/main" id="{E61F086E-9B9D-F2E2-FF46-F3F587AB8539}"/>
              </a:ext>
            </a:extLst>
          </p:cNvPr>
          <p:cNvSpPr/>
          <p:nvPr/>
        </p:nvSpPr>
        <p:spPr>
          <a:xfrm>
            <a:off x="442363" y="2683869"/>
            <a:ext cx="1377603" cy="657603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BagQuantity</a:t>
            </a:r>
            <a:r>
              <a:rPr lang="de-DE" dirty="0">
                <a:solidFill>
                  <a:schemeClr val="tx1"/>
                </a:solidFill>
              </a:rPr>
              <a:t> := </a:t>
            </a:r>
            <a:r>
              <a:rPr lang="de-DE" b="1" dirty="0">
                <a:solidFill>
                  <a:schemeClr val="accent1"/>
                </a:solidFill>
              </a:rPr>
              <a:t>50</a:t>
            </a:r>
          </a:p>
        </p:txBody>
      </p:sp>
      <p:sp>
        <p:nvSpPr>
          <p:cNvPr id="474" name="Rechteck 473">
            <a:extLst>
              <a:ext uri="{FF2B5EF4-FFF2-40B4-BE49-F238E27FC236}">
                <a16:creationId xmlns:a16="http://schemas.microsoft.com/office/drawing/2014/main" id="{9ED070A9-536E-5C5B-EE7C-37883A474927}"/>
              </a:ext>
            </a:extLst>
          </p:cNvPr>
          <p:cNvSpPr/>
          <p:nvPr/>
        </p:nvSpPr>
        <p:spPr>
          <a:xfrm>
            <a:off x="9119188" y="2683869"/>
            <a:ext cx="1377603" cy="663267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BagQuantity</a:t>
            </a:r>
            <a:r>
              <a:rPr lang="de-DE" dirty="0">
                <a:solidFill>
                  <a:schemeClr val="tx1"/>
                </a:solidFill>
              </a:rPr>
              <a:t> = </a:t>
            </a:r>
            <a:r>
              <a:rPr lang="de-DE" b="1" dirty="0">
                <a:solidFill>
                  <a:schemeClr val="accent1"/>
                </a:solidFill>
              </a:rPr>
              <a:t>50</a:t>
            </a:r>
          </a:p>
        </p:txBody>
      </p:sp>
      <p:sp>
        <p:nvSpPr>
          <p:cNvPr id="486" name="Textfeld 485">
            <a:extLst>
              <a:ext uri="{FF2B5EF4-FFF2-40B4-BE49-F238E27FC236}">
                <a16:creationId xmlns:a16="http://schemas.microsoft.com/office/drawing/2014/main" id="{5B615A76-0C3C-1095-21BF-E48537566C5B}"/>
              </a:ext>
            </a:extLst>
          </p:cNvPr>
          <p:cNvSpPr txBox="1"/>
          <p:nvPr/>
        </p:nvSpPr>
        <p:spPr>
          <a:xfrm>
            <a:off x="3012746" y="2661101"/>
            <a:ext cx="2971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1"/>
                </a:solidFill>
              </a:rPr>
              <a:t>(1) </a:t>
            </a:r>
            <a:r>
              <a:rPr lang="de-DE" dirty="0" err="1">
                <a:solidFill>
                  <a:schemeClr val="accent1"/>
                </a:solidFill>
              </a:rPr>
              <a:t>Parameterizing</a:t>
            </a:r>
            <a:r>
              <a:rPr lang="de-DE" dirty="0">
                <a:solidFill>
                  <a:schemeClr val="accent1"/>
                </a:solidFill>
              </a:rPr>
              <a:t> Relation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AC528F-3F54-A7CF-5AC4-C899B86D3ACE}"/>
              </a:ext>
            </a:extLst>
          </p:cNvPr>
          <p:cNvSpPr txBox="1"/>
          <p:nvPr/>
        </p:nvSpPr>
        <p:spPr>
          <a:xfrm>
            <a:off x="8974276" y="2256666"/>
            <a:ext cx="107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solidFill>
                  <a:srgbClr val="35842C"/>
                </a:solidFill>
              </a:rPr>
              <a:t>EXECUTE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0B76947E-9F3D-B2E3-A27A-1B6A42519B33}"/>
              </a:ext>
            </a:extLst>
          </p:cNvPr>
          <p:cNvGrpSpPr/>
          <p:nvPr/>
        </p:nvGrpSpPr>
        <p:grpSpPr>
          <a:xfrm>
            <a:off x="9533770" y="1974900"/>
            <a:ext cx="338695" cy="338695"/>
            <a:chOff x="8827733" y="1221850"/>
            <a:chExt cx="338695" cy="338695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D6D5427D-A82D-91C9-E8B6-FA792449DDBD}"/>
                </a:ext>
              </a:extLst>
            </p:cNvPr>
            <p:cNvSpPr/>
            <p:nvPr/>
          </p:nvSpPr>
          <p:spPr>
            <a:xfrm>
              <a:off x="8827733" y="1221850"/>
              <a:ext cx="338695" cy="338695"/>
            </a:xfrm>
            <a:prstGeom prst="rect">
              <a:avLst/>
            </a:prstGeom>
            <a:solidFill>
              <a:srgbClr val="3584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Gleichschenkliges Dreieck 8">
              <a:extLst>
                <a:ext uri="{FF2B5EF4-FFF2-40B4-BE49-F238E27FC236}">
                  <a16:creationId xmlns:a16="http://schemas.microsoft.com/office/drawing/2014/main" id="{BA230915-EE4D-C395-8206-E77D11EBFA9E}"/>
                </a:ext>
              </a:extLst>
            </p:cNvPr>
            <p:cNvSpPr/>
            <p:nvPr/>
          </p:nvSpPr>
          <p:spPr>
            <a:xfrm rot="5400000">
              <a:off x="8905358" y="1326670"/>
              <a:ext cx="209550" cy="129054"/>
            </a:xfrm>
            <a:prstGeom prst="triangle">
              <a:avLst/>
            </a:prstGeom>
            <a:solidFill>
              <a:srgbClr val="C8CD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93CE7F4D-142B-1A8F-1727-57F8C2D18D83}"/>
              </a:ext>
            </a:extLst>
          </p:cNvPr>
          <p:cNvGrpSpPr/>
          <p:nvPr/>
        </p:nvGrpSpPr>
        <p:grpSpPr>
          <a:xfrm>
            <a:off x="6477619" y="1869946"/>
            <a:ext cx="409716" cy="443649"/>
            <a:chOff x="8649196" y="1071723"/>
            <a:chExt cx="409716" cy="443649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4F70B24E-0937-6A4E-4BCF-6EDAA1A15C20}"/>
                </a:ext>
              </a:extLst>
            </p:cNvPr>
            <p:cNvGrpSpPr/>
            <p:nvPr/>
          </p:nvGrpSpPr>
          <p:grpSpPr>
            <a:xfrm>
              <a:off x="8720217" y="1176677"/>
              <a:ext cx="338695" cy="338695"/>
              <a:chOff x="8827733" y="1221850"/>
              <a:chExt cx="338695" cy="338695"/>
            </a:xfrm>
          </p:grpSpPr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C65118CB-5DAB-9F5C-E365-394EC843082A}"/>
                  </a:ext>
                </a:extLst>
              </p:cNvPr>
              <p:cNvSpPr/>
              <p:nvPr/>
            </p:nvSpPr>
            <p:spPr>
              <a:xfrm>
                <a:off x="8827733" y="1221850"/>
                <a:ext cx="338695" cy="338695"/>
              </a:xfrm>
              <a:prstGeom prst="rect">
                <a:avLst/>
              </a:prstGeom>
              <a:solidFill>
                <a:srgbClr val="35842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Gleichschenkliges Dreieck 4">
                <a:extLst>
                  <a:ext uri="{FF2B5EF4-FFF2-40B4-BE49-F238E27FC236}">
                    <a16:creationId xmlns:a16="http://schemas.microsoft.com/office/drawing/2014/main" id="{9A85FE7E-9D8E-03B8-336E-EEF7A094B4D6}"/>
                  </a:ext>
                </a:extLst>
              </p:cNvPr>
              <p:cNvSpPr/>
              <p:nvPr/>
            </p:nvSpPr>
            <p:spPr>
              <a:xfrm rot="5400000">
                <a:off x="8905358" y="1326670"/>
                <a:ext cx="209550" cy="129054"/>
              </a:xfrm>
              <a:prstGeom prst="triangle">
                <a:avLst/>
              </a:prstGeom>
              <a:solidFill>
                <a:srgbClr val="C8CDD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pic>
          <p:nvPicPr>
            <p:cNvPr id="11" name="Grafik 10" descr="Wiederholen Silhouette">
              <a:extLst>
                <a:ext uri="{FF2B5EF4-FFF2-40B4-BE49-F238E27FC236}">
                  <a16:creationId xmlns:a16="http://schemas.microsoft.com/office/drawing/2014/main" id="{295794AF-EE78-1EA8-253E-6A513A03EE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44364" flipH="1">
              <a:off x="8649196" y="1071723"/>
              <a:ext cx="209908" cy="209908"/>
            </a:xfrm>
            <a:prstGeom prst="rect">
              <a:avLst/>
            </a:prstGeom>
          </p:spPr>
        </p:pic>
      </p:grpSp>
      <p:sp>
        <p:nvSpPr>
          <p:cNvPr id="13" name="Textfeld 12">
            <a:extLst>
              <a:ext uri="{FF2B5EF4-FFF2-40B4-BE49-F238E27FC236}">
                <a16:creationId xmlns:a16="http://schemas.microsoft.com/office/drawing/2014/main" id="{745F797B-8A32-CDDE-D234-C6C4BCC4B081}"/>
              </a:ext>
            </a:extLst>
          </p:cNvPr>
          <p:cNvSpPr txBox="1"/>
          <p:nvPr/>
        </p:nvSpPr>
        <p:spPr>
          <a:xfrm>
            <a:off x="6436714" y="2258756"/>
            <a:ext cx="1076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solidFill>
                  <a:srgbClr val="35842C"/>
                </a:solidFill>
              </a:rPr>
              <a:t>STARTING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01D3B5D9-B8CF-5205-9013-F2093F745A34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>
          <a:xfrm flipH="1">
            <a:off x="6887335" y="2144248"/>
            <a:ext cx="2646435" cy="0"/>
          </a:xfrm>
          <a:prstGeom prst="straightConnector1">
            <a:avLst/>
          </a:prstGeom>
          <a:ln w="19050">
            <a:solidFill>
              <a:srgbClr val="35842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79860AED-D9B4-303A-3170-8C9794BA4B15}"/>
              </a:ext>
            </a:extLst>
          </p:cNvPr>
          <p:cNvSpPr txBox="1"/>
          <p:nvPr/>
        </p:nvSpPr>
        <p:spPr>
          <a:xfrm>
            <a:off x="7347212" y="1795315"/>
            <a:ext cx="2152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35842C"/>
                </a:solidFill>
              </a:rPr>
              <a:t>(2) </a:t>
            </a:r>
            <a:r>
              <a:rPr lang="de-DE" dirty="0" err="1">
                <a:solidFill>
                  <a:srgbClr val="35842C"/>
                </a:solidFill>
              </a:rPr>
              <a:t>Procedural</a:t>
            </a:r>
            <a:r>
              <a:rPr lang="de-DE" dirty="0">
                <a:solidFill>
                  <a:srgbClr val="35842C"/>
                </a:solidFill>
              </a:rPr>
              <a:t> Relation</a:t>
            </a:r>
          </a:p>
        </p:txBody>
      </p:sp>
      <p:pic>
        <p:nvPicPr>
          <p:cNvPr id="19" name="Grafik 18" descr="Auge mit einfarbiger Füllung">
            <a:extLst>
              <a:ext uri="{FF2B5EF4-FFF2-40B4-BE49-F238E27FC236}">
                <a16:creationId xmlns:a16="http://schemas.microsoft.com/office/drawing/2014/main" id="{D0308C19-1277-5428-FBCC-B614DE1AF0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1187" y="2755453"/>
            <a:ext cx="479939" cy="479939"/>
          </a:xfrm>
          <a:prstGeom prst="rect">
            <a:avLst/>
          </a:prstGeom>
        </p:spPr>
      </p:pic>
      <p:pic>
        <p:nvPicPr>
          <p:cNvPr id="20" name="Grafik 19" descr="Auge mit einfarbiger Füllung">
            <a:extLst>
              <a:ext uri="{FF2B5EF4-FFF2-40B4-BE49-F238E27FC236}">
                <a16:creationId xmlns:a16="http://schemas.microsoft.com/office/drawing/2014/main" id="{C9867F5C-E384-34E2-6F47-14AD6D2DAB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2894" y="1904278"/>
            <a:ext cx="479939" cy="479939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030F35DC-1443-B522-7B6E-75D290CBC703}"/>
              </a:ext>
            </a:extLst>
          </p:cNvPr>
          <p:cNvSpPr/>
          <p:nvPr/>
        </p:nvSpPr>
        <p:spPr>
          <a:xfrm>
            <a:off x="6121637" y="3974212"/>
            <a:ext cx="1377603" cy="657603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ClearanceIn</a:t>
            </a:r>
            <a:r>
              <a:rPr lang="de-DE" dirty="0">
                <a:solidFill>
                  <a:schemeClr val="tx1"/>
                </a:solidFill>
              </a:rPr>
              <a:t> := </a:t>
            </a:r>
            <a:r>
              <a:rPr lang="de-DE" b="1" dirty="0">
                <a:solidFill>
                  <a:schemeClr val="accent3">
                    <a:lumMod val="75000"/>
                  </a:schemeClr>
                </a:solidFill>
              </a:rPr>
              <a:t>TRUE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1D67356-CBF8-401D-F89F-E3ADCB369845}"/>
              </a:ext>
            </a:extLst>
          </p:cNvPr>
          <p:cNvSpPr/>
          <p:nvPr/>
        </p:nvSpPr>
        <p:spPr>
          <a:xfrm>
            <a:off x="9455554" y="3974211"/>
            <a:ext cx="1577775" cy="657603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ClearanceOut</a:t>
            </a:r>
            <a:r>
              <a:rPr lang="de-DE" dirty="0">
                <a:solidFill>
                  <a:schemeClr val="tx1"/>
                </a:solidFill>
              </a:rPr>
              <a:t> := </a:t>
            </a:r>
            <a:r>
              <a:rPr lang="de-DE" b="1" dirty="0">
                <a:solidFill>
                  <a:schemeClr val="accent3">
                    <a:lumMod val="75000"/>
                  </a:schemeClr>
                </a:solidFill>
              </a:rPr>
              <a:t>TRUE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C798041-29C0-014E-154F-E176B57A3841}"/>
              </a:ext>
            </a:extLst>
          </p:cNvPr>
          <p:cNvSpPr txBox="1"/>
          <p:nvPr/>
        </p:nvSpPr>
        <p:spPr>
          <a:xfrm>
            <a:off x="8016990" y="3708484"/>
            <a:ext cx="1377603" cy="923330"/>
          </a:xfrm>
          <a:prstGeom prst="rect">
            <a:avLst/>
          </a:prstGeom>
          <a:solidFill>
            <a:srgbClr val="D9D9D9">
              <a:alpha val="57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(3) </a:t>
            </a:r>
            <a:r>
              <a:rPr lang="de-DE" dirty="0" err="1">
                <a:solidFill>
                  <a:schemeClr val="accent3">
                    <a:lumMod val="75000"/>
                  </a:schemeClr>
                </a:solidFill>
              </a:rPr>
              <a:t>Interlocking</a:t>
            </a:r>
            <a:endParaRPr lang="de-DE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 Relation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46523469-46F6-2F57-C12A-AF1D211A6F5C}"/>
              </a:ext>
            </a:extLst>
          </p:cNvPr>
          <p:cNvCxnSpPr>
            <a:cxnSpLocks/>
            <a:stCxn id="22" idx="1"/>
            <a:endCxn id="21" idx="3"/>
          </p:cNvCxnSpPr>
          <p:nvPr/>
        </p:nvCxnSpPr>
        <p:spPr>
          <a:xfrm flipH="1">
            <a:off x="7499240" y="4303013"/>
            <a:ext cx="1956314" cy="1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fik 26" descr="Auge mit einfarbiger Füllung">
            <a:extLst>
              <a:ext uri="{FF2B5EF4-FFF2-40B4-BE49-F238E27FC236}">
                <a16:creationId xmlns:a16="http://schemas.microsoft.com/office/drawing/2014/main" id="{5C110344-D4F9-0316-E111-7F15A1CDCB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7809" y="4052766"/>
            <a:ext cx="479939" cy="479939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5CA39753-9967-8FBD-CB42-34474CA74111}"/>
              </a:ext>
            </a:extLst>
          </p:cNvPr>
          <p:cNvSpPr/>
          <p:nvPr/>
        </p:nvSpPr>
        <p:spPr>
          <a:xfrm>
            <a:off x="3012376" y="2680759"/>
            <a:ext cx="369332" cy="369332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/>
              <a:t>1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D991025-4914-C8F7-DCEC-DD78FFC200BF}"/>
              </a:ext>
            </a:extLst>
          </p:cNvPr>
          <p:cNvSpPr/>
          <p:nvPr/>
        </p:nvSpPr>
        <p:spPr>
          <a:xfrm>
            <a:off x="7672126" y="1817247"/>
            <a:ext cx="369332" cy="369332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/>
              <a:t>2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C98D601-AA2E-1860-385E-364E22E46446}"/>
              </a:ext>
            </a:extLst>
          </p:cNvPr>
          <p:cNvSpPr/>
          <p:nvPr/>
        </p:nvSpPr>
        <p:spPr>
          <a:xfrm>
            <a:off x="8521125" y="3676533"/>
            <a:ext cx="369332" cy="369332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6526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1462BEBF-82AA-C010-E6F3-8FF661D39019}"/>
              </a:ext>
            </a:extLst>
          </p:cNvPr>
          <p:cNvSpPr/>
          <p:nvPr/>
        </p:nvSpPr>
        <p:spPr>
          <a:xfrm>
            <a:off x="2330777" y="759699"/>
            <a:ext cx="6193412" cy="3521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8273B972-AA2D-B437-DEFB-288607155BBE}"/>
              </a:ext>
            </a:extLst>
          </p:cNvPr>
          <p:cNvSpPr/>
          <p:nvPr/>
        </p:nvSpPr>
        <p:spPr>
          <a:xfrm>
            <a:off x="2330777" y="1253765"/>
            <a:ext cx="6193411" cy="302729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800" i="1" dirty="0">
                <a:solidFill>
                  <a:srgbClr val="000000"/>
                </a:solidFill>
              </a:rPr>
              <a:t>«choreography»</a:t>
            </a:r>
          </a:p>
          <a:p>
            <a:pPr algn="ctr"/>
            <a:r>
              <a:rPr lang="de-DE" sz="1800" b="1" dirty="0" err="1">
                <a:solidFill>
                  <a:srgbClr val="000000"/>
                </a:solidFill>
              </a:rPr>
              <a:t>Logistics</a:t>
            </a:r>
            <a:r>
              <a:rPr lang="de-DE" sz="1800" b="1">
                <a:solidFill>
                  <a:srgbClr val="000000"/>
                </a:solidFill>
              </a:rPr>
              <a:t> Line</a:t>
            </a:r>
            <a:endParaRPr lang="de-DE" sz="1800" b="1" dirty="0">
              <a:solidFill>
                <a:srgbClr val="000000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DBA2F3F-D949-A26C-F700-02B7932A0ABB}"/>
              </a:ext>
            </a:extLst>
          </p:cNvPr>
          <p:cNvSpPr/>
          <p:nvPr/>
        </p:nvSpPr>
        <p:spPr>
          <a:xfrm>
            <a:off x="2453325" y="1923412"/>
            <a:ext cx="1706252" cy="1852722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i="1" dirty="0">
                <a:solidFill>
                  <a:srgbClr val="000000"/>
                </a:solidFill>
              </a:rPr>
              <a:t>«participant»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</a:rPr>
              <a:t>LEA1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90E385F-B0F0-A4F8-A54C-C982932828B1}"/>
              </a:ext>
            </a:extLst>
          </p:cNvPr>
          <p:cNvSpPr/>
          <p:nvPr/>
        </p:nvSpPr>
        <p:spPr>
          <a:xfrm>
            <a:off x="2630078" y="2778893"/>
            <a:ext cx="1352746" cy="850816"/>
          </a:xfrm>
          <a:prstGeom prst="roundRect">
            <a:avLst/>
          </a:prstGeom>
          <a:solidFill>
            <a:srgbClr val="CCCCC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rgbClr val="000000"/>
                </a:solidFill>
              </a:rPr>
              <a:t>«automation service»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</a:rPr>
              <a:t>LEADienst1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ED0E040-640A-244D-729A-5C3333FF624C}"/>
              </a:ext>
            </a:extLst>
          </p:cNvPr>
          <p:cNvSpPr/>
          <p:nvPr/>
        </p:nvSpPr>
        <p:spPr>
          <a:xfrm>
            <a:off x="6662394" y="1923411"/>
            <a:ext cx="1706252" cy="1852723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i="1" dirty="0">
                <a:solidFill>
                  <a:srgbClr val="000000"/>
                </a:solidFill>
              </a:rPr>
              <a:t>«participant»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</a:rPr>
              <a:t>LEA3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55EC8E9C-423F-135D-5837-7E87DFB4F393}"/>
              </a:ext>
            </a:extLst>
          </p:cNvPr>
          <p:cNvSpPr/>
          <p:nvPr/>
        </p:nvSpPr>
        <p:spPr>
          <a:xfrm>
            <a:off x="6832436" y="2769810"/>
            <a:ext cx="1378670" cy="850816"/>
          </a:xfrm>
          <a:prstGeom prst="roundRect">
            <a:avLst/>
          </a:prstGeom>
          <a:solidFill>
            <a:srgbClr val="CCCCC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rgbClr val="000000"/>
                </a:solidFill>
              </a:rPr>
              <a:t>«automation service»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</a:rPr>
              <a:t>LEADienst3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4A469C1-9998-8D09-2DC7-7BEF58D8CE7A}"/>
              </a:ext>
            </a:extLst>
          </p:cNvPr>
          <p:cNvSpPr/>
          <p:nvPr/>
        </p:nvSpPr>
        <p:spPr>
          <a:xfrm>
            <a:off x="4557859" y="1923411"/>
            <a:ext cx="1706252" cy="1852723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i="1" dirty="0">
                <a:solidFill>
                  <a:srgbClr val="000000"/>
                </a:solidFill>
              </a:rPr>
              <a:t>«participant»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</a:rPr>
              <a:t>LEA2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57FB4C0A-6A64-61D6-3BA7-3BDDDFFCEA65}"/>
              </a:ext>
            </a:extLst>
          </p:cNvPr>
          <p:cNvSpPr/>
          <p:nvPr/>
        </p:nvSpPr>
        <p:spPr>
          <a:xfrm>
            <a:off x="4750387" y="2778893"/>
            <a:ext cx="1352025" cy="850816"/>
          </a:xfrm>
          <a:prstGeom prst="roundRect">
            <a:avLst/>
          </a:prstGeom>
          <a:solidFill>
            <a:srgbClr val="CCCCC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rgbClr val="000000"/>
                </a:solidFill>
              </a:rPr>
              <a:t>«automation service»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</a:rPr>
              <a:t>LEADienst2</a:t>
            </a:r>
          </a:p>
        </p:txBody>
      </p: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85B4B9DB-4F1D-1593-D685-21EC89C7BF54}"/>
              </a:ext>
            </a:extLst>
          </p:cNvPr>
          <p:cNvCxnSpPr>
            <a:cxnSpLocks/>
            <a:stCxn id="7" idx="0"/>
            <a:endCxn id="13" idx="0"/>
          </p:cNvCxnSpPr>
          <p:nvPr/>
        </p:nvCxnSpPr>
        <p:spPr>
          <a:xfrm rot="5400000" flipH="1" flipV="1">
            <a:off x="5409570" y="666692"/>
            <a:ext cx="9083" cy="4215320"/>
          </a:xfrm>
          <a:prstGeom prst="bentConnector3">
            <a:avLst>
              <a:gd name="adj1" fmla="val 2150699"/>
            </a:avLst>
          </a:prstGeom>
          <a:ln w="25400">
            <a:solidFill>
              <a:srgbClr val="0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90BC6D16-893A-917C-C141-6D7A76B90FE2}"/>
              </a:ext>
            </a:extLst>
          </p:cNvPr>
          <p:cNvCxnSpPr>
            <a:cxnSpLocks/>
            <a:stCxn id="16" idx="1"/>
            <a:endCxn id="7" idx="3"/>
          </p:cNvCxnSpPr>
          <p:nvPr/>
        </p:nvCxnSpPr>
        <p:spPr>
          <a:xfrm flipH="1">
            <a:off x="3982824" y="3204301"/>
            <a:ext cx="767563" cy="0"/>
          </a:xfrm>
          <a:prstGeom prst="straightConnector1">
            <a:avLst/>
          </a:prstGeom>
          <a:ln w="25400">
            <a:solidFill>
              <a:srgbClr val="0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47EB3F15-8FF6-78A4-5FC7-5C2DA00A9CE0}"/>
              </a:ext>
            </a:extLst>
          </p:cNvPr>
          <p:cNvCxnSpPr>
            <a:cxnSpLocks/>
            <a:stCxn id="13" idx="1"/>
            <a:endCxn id="16" idx="3"/>
          </p:cNvCxnSpPr>
          <p:nvPr/>
        </p:nvCxnSpPr>
        <p:spPr>
          <a:xfrm flipH="1">
            <a:off x="6102412" y="3195218"/>
            <a:ext cx="730024" cy="9083"/>
          </a:xfrm>
          <a:prstGeom prst="straightConnector1">
            <a:avLst/>
          </a:prstGeom>
          <a:ln w="25400">
            <a:solidFill>
              <a:srgbClr val="0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54">
            <a:extLst>
              <a:ext uri="{FF2B5EF4-FFF2-40B4-BE49-F238E27FC236}">
                <a16:creationId xmlns:a16="http://schemas.microsoft.com/office/drawing/2014/main" id="{12F79BC8-6F88-9C0A-740D-E9AF75750988}"/>
              </a:ext>
            </a:extLst>
          </p:cNvPr>
          <p:cNvSpPr/>
          <p:nvPr/>
        </p:nvSpPr>
        <p:spPr>
          <a:xfrm>
            <a:off x="5299042" y="797363"/>
            <a:ext cx="256879" cy="256879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E4DCBF98-580D-9FE9-47AB-7140C5B186A2}"/>
              </a:ext>
            </a:extLst>
          </p:cNvPr>
          <p:cNvCxnSpPr>
            <a:cxnSpLocks/>
            <a:stCxn id="55" idx="4"/>
            <a:endCxn id="54" idx="0"/>
          </p:cNvCxnSpPr>
          <p:nvPr/>
        </p:nvCxnSpPr>
        <p:spPr>
          <a:xfrm>
            <a:off x="5427482" y="1054242"/>
            <a:ext cx="1" cy="19952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feld 57">
            <a:extLst>
              <a:ext uri="{FF2B5EF4-FFF2-40B4-BE49-F238E27FC236}">
                <a16:creationId xmlns:a16="http://schemas.microsoft.com/office/drawing/2014/main" id="{34D4B6C9-3539-AE99-CD2F-DD5F1FCEB1CC}"/>
              </a:ext>
            </a:extLst>
          </p:cNvPr>
          <p:cNvSpPr txBox="1"/>
          <p:nvPr/>
        </p:nvSpPr>
        <p:spPr>
          <a:xfrm>
            <a:off x="5555920" y="759699"/>
            <a:ext cx="1448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rgbClr val="000000"/>
                </a:solidFill>
              </a:rPr>
              <a:t>LOL / Operator </a:t>
            </a:r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DAEE5292-682F-6F08-B9F4-62299CB5A74F}"/>
              </a:ext>
            </a:extLst>
          </p:cNvPr>
          <p:cNvCxnSpPr>
            <a:cxnSpLocks/>
          </p:cNvCxnSpPr>
          <p:nvPr/>
        </p:nvCxnSpPr>
        <p:spPr>
          <a:xfrm flipH="1">
            <a:off x="2617507" y="4027480"/>
            <a:ext cx="348792" cy="0"/>
          </a:xfrm>
          <a:prstGeom prst="straightConnector1">
            <a:avLst/>
          </a:prstGeom>
          <a:ln w="25400">
            <a:solidFill>
              <a:srgbClr val="0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feld 65">
            <a:extLst>
              <a:ext uri="{FF2B5EF4-FFF2-40B4-BE49-F238E27FC236}">
                <a16:creationId xmlns:a16="http://schemas.microsoft.com/office/drawing/2014/main" id="{723A7E2D-3F8F-DF19-BCA3-B081FF443020}"/>
              </a:ext>
            </a:extLst>
          </p:cNvPr>
          <p:cNvSpPr txBox="1"/>
          <p:nvPr/>
        </p:nvSpPr>
        <p:spPr>
          <a:xfrm>
            <a:off x="2975727" y="3853846"/>
            <a:ext cx="25801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rgbClr val="000000"/>
                </a:solidFill>
              </a:rPr>
              <a:t>LEA-external </a:t>
            </a:r>
            <a:r>
              <a:rPr lang="de-DE" sz="1600" dirty="0" err="1">
                <a:solidFill>
                  <a:srgbClr val="000000"/>
                </a:solidFill>
              </a:rPr>
              <a:t>relation</a:t>
            </a:r>
            <a:endParaRPr lang="de-DE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794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5E764-0165-CE5A-C719-AAFB1AC4D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C7FF15C7-5DA2-FE46-362B-260D41C6299B}"/>
              </a:ext>
            </a:extLst>
          </p:cNvPr>
          <p:cNvSpPr/>
          <p:nvPr/>
        </p:nvSpPr>
        <p:spPr>
          <a:xfrm>
            <a:off x="2392333" y="1061068"/>
            <a:ext cx="7567865" cy="52219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>
                <a:solidFill>
                  <a:srgbClr val="000000"/>
                </a:solidFill>
              </a:rPr>
              <a:t>LEA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BA2261DB-80A3-17A5-F331-C6BB98E5F514}"/>
              </a:ext>
            </a:extLst>
          </p:cNvPr>
          <p:cNvSpPr/>
          <p:nvPr/>
        </p:nvSpPr>
        <p:spPr>
          <a:xfrm>
            <a:off x="3946080" y="2497015"/>
            <a:ext cx="973676" cy="3531037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0A03BA4E-A85A-3B2F-2BAD-5E02EA807C1C}"/>
              </a:ext>
            </a:extLst>
          </p:cNvPr>
          <p:cNvSpPr/>
          <p:nvPr/>
        </p:nvSpPr>
        <p:spPr>
          <a:xfrm>
            <a:off x="7281955" y="2497015"/>
            <a:ext cx="959473" cy="3531037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A1194987-1D7D-C5EC-D47F-DE9A215E4734}"/>
              </a:ext>
            </a:extLst>
          </p:cNvPr>
          <p:cNvSpPr/>
          <p:nvPr/>
        </p:nvSpPr>
        <p:spPr>
          <a:xfrm>
            <a:off x="3946079" y="1156461"/>
            <a:ext cx="4295349" cy="1340555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 algn="ctr"/>
            <a:r>
              <a:rPr lang="de-DE" sz="1600" b="1" dirty="0" err="1">
                <a:solidFill>
                  <a:srgbClr val="000000"/>
                </a:solidFill>
              </a:rPr>
              <a:t>Configurable</a:t>
            </a:r>
            <a:r>
              <a:rPr lang="de-DE" sz="1600" b="1" dirty="0">
                <a:solidFill>
                  <a:srgbClr val="000000"/>
                </a:solidFill>
              </a:rPr>
              <a:t> </a:t>
            </a:r>
            <a:r>
              <a:rPr lang="de-DE" sz="1600" b="1" dirty="0" err="1">
                <a:solidFill>
                  <a:srgbClr val="000000"/>
                </a:solidFill>
              </a:rPr>
              <a:t>Logic</a:t>
            </a:r>
            <a:endParaRPr lang="de-DE" sz="1600" b="1" dirty="0">
              <a:solidFill>
                <a:srgbClr val="000000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519B696-570F-60CB-7A9E-F597E90C5148}"/>
              </a:ext>
            </a:extLst>
          </p:cNvPr>
          <p:cNvSpPr/>
          <p:nvPr/>
        </p:nvSpPr>
        <p:spPr>
          <a:xfrm>
            <a:off x="2231802" y="1726163"/>
            <a:ext cx="1587288" cy="940572"/>
          </a:xfrm>
          <a:prstGeom prst="rect">
            <a:avLst/>
          </a:prstGeom>
          <a:solidFill>
            <a:srgbClr val="DAE8F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>
                <a:solidFill>
                  <a:srgbClr val="000000"/>
                </a:solidFill>
              </a:rPr>
              <a:t>Configurable Communication</a:t>
            </a:r>
          </a:p>
          <a:p>
            <a:pPr algn="ctr"/>
            <a:r>
              <a:rPr lang="en-US" sz="1600" b="1" noProof="0" dirty="0">
                <a:solidFill>
                  <a:srgbClr val="000000"/>
                </a:solidFill>
              </a:rPr>
              <a:t>(Active Reading)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E9B372A-6E01-7B35-766D-8D082ED0D032}"/>
              </a:ext>
            </a:extLst>
          </p:cNvPr>
          <p:cNvSpPr/>
          <p:nvPr/>
        </p:nvSpPr>
        <p:spPr>
          <a:xfrm>
            <a:off x="2231802" y="3267097"/>
            <a:ext cx="1587288" cy="940570"/>
          </a:xfrm>
          <a:prstGeom prst="rect">
            <a:avLst/>
          </a:prstGeom>
          <a:solidFill>
            <a:srgbClr val="DAE8F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</a:rPr>
              <a:t>Configurable Communication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</a:rPr>
              <a:t>(Active Reading)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9A8ACAC-BF89-624B-5635-44878A4240BB}"/>
              </a:ext>
            </a:extLst>
          </p:cNvPr>
          <p:cNvSpPr/>
          <p:nvPr/>
        </p:nvSpPr>
        <p:spPr>
          <a:xfrm>
            <a:off x="2231802" y="4808031"/>
            <a:ext cx="1587288" cy="940568"/>
          </a:xfrm>
          <a:prstGeom prst="rect">
            <a:avLst/>
          </a:prstGeom>
          <a:solidFill>
            <a:srgbClr val="DAE8F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</a:rPr>
              <a:t>Configurable Communication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</a:rPr>
              <a:t>(Active Reading)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EAF3C99-AF9A-0DFC-4267-D6417205404C}"/>
              </a:ext>
            </a:extLst>
          </p:cNvPr>
          <p:cNvSpPr/>
          <p:nvPr/>
        </p:nvSpPr>
        <p:spPr>
          <a:xfrm>
            <a:off x="4076476" y="1599548"/>
            <a:ext cx="685801" cy="4275668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Input List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0AACA6F-B7A5-6E6E-A85E-FD7A6788476D}"/>
              </a:ext>
            </a:extLst>
          </p:cNvPr>
          <p:cNvSpPr/>
          <p:nvPr/>
        </p:nvSpPr>
        <p:spPr>
          <a:xfrm>
            <a:off x="7427953" y="1599548"/>
            <a:ext cx="685801" cy="4275668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Output List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93408E0-16CF-70A7-3B89-05094C0EC655}"/>
              </a:ext>
            </a:extLst>
          </p:cNvPr>
          <p:cNvSpPr/>
          <p:nvPr/>
        </p:nvSpPr>
        <p:spPr>
          <a:xfrm>
            <a:off x="8368418" y="1726163"/>
            <a:ext cx="1815488" cy="940572"/>
          </a:xfrm>
          <a:prstGeom prst="rect">
            <a:avLst/>
          </a:prstGeom>
          <a:solidFill>
            <a:srgbClr val="DAE8F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</a:rPr>
              <a:t>Configurable Communication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</a:rPr>
              <a:t>(Active Writing)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07D362D-247E-833A-96E6-2E1D78947FF1}"/>
              </a:ext>
            </a:extLst>
          </p:cNvPr>
          <p:cNvSpPr/>
          <p:nvPr/>
        </p:nvSpPr>
        <p:spPr>
          <a:xfrm>
            <a:off x="8368418" y="3267097"/>
            <a:ext cx="1815488" cy="940570"/>
          </a:xfrm>
          <a:prstGeom prst="rect">
            <a:avLst/>
          </a:prstGeom>
          <a:solidFill>
            <a:srgbClr val="DAE8F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</a:rPr>
              <a:t>Configurable Communication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</a:rPr>
              <a:t>(Active Writing)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DBF1B8A-8F38-E95E-C17F-9B3CD9D4CCA8}"/>
              </a:ext>
            </a:extLst>
          </p:cNvPr>
          <p:cNvSpPr/>
          <p:nvPr/>
        </p:nvSpPr>
        <p:spPr>
          <a:xfrm>
            <a:off x="8368418" y="4808031"/>
            <a:ext cx="1815488" cy="940568"/>
          </a:xfrm>
          <a:prstGeom prst="rect">
            <a:avLst/>
          </a:prstGeom>
          <a:solidFill>
            <a:srgbClr val="DAE8F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</a:rPr>
              <a:t>Configurable Communication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</a:rPr>
              <a:t>(Active Writing)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E379C21-AF4C-D26F-026A-4A037A92C961}"/>
              </a:ext>
            </a:extLst>
          </p:cNvPr>
          <p:cNvSpPr/>
          <p:nvPr/>
        </p:nvSpPr>
        <p:spPr>
          <a:xfrm>
            <a:off x="5002749" y="1599548"/>
            <a:ext cx="2187453" cy="572941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Logic</a:t>
            </a:r>
            <a:r>
              <a:rPr lang="de-DE" sz="1600" dirty="0">
                <a:solidFill>
                  <a:srgbClr val="000000"/>
                </a:solidFill>
              </a:rPr>
              <a:t> List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D534A53-BBCA-8B4C-F223-C3D9E76B47D9}"/>
              </a:ext>
            </a:extLst>
          </p:cNvPr>
          <p:cNvSpPr/>
          <p:nvPr/>
        </p:nvSpPr>
        <p:spPr>
          <a:xfrm>
            <a:off x="5000028" y="2587002"/>
            <a:ext cx="2187453" cy="3288214"/>
          </a:xfrm>
          <a:prstGeom prst="rect">
            <a:avLst/>
          </a:prstGeom>
          <a:solidFill>
            <a:srgbClr val="FFE6C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t" anchorCtr="0"/>
          <a:lstStyle/>
          <a:p>
            <a:pPr algn="ctr"/>
            <a:r>
              <a:rPr lang="de-DE" sz="1600" b="1" dirty="0">
                <a:solidFill>
                  <a:srgbClr val="000000"/>
                </a:solidFill>
              </a:rPr>
              <a:t>LEA Service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D22559CC-CB1F-E694-8010-1A11D070195D}"/>
              </a:ext>
            </a:extLst>
          </p:cNvPr>
          <p:cNvCxnSpPr>
            <a:cxnSpLocks/>
          </p:cNvCxnSpPr>
          <p:nvPr/>
        </p:nvCxnSpPr>
        <p:spPr>
          <a:xfrm flipH="1">
            <a:off x="4762277" y="2728671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452A7D0-101E-06D5-334A-E694A8D09E7B}"/>
              </a:ext>
            </a:extLst>
          </p:cNvPr>
          <p:cNvCxnSpPr>
            <a:cxnSpLocks/>
          </p:cNvCxnSpPr>
          <p:nvPr/>
        </p:nvCxnSpPr>
        <p:spPr>
          <a:xfrm flipH="1">
            <a:off x="4762276" y="3025851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33843191-2493-BDF2-9038-7809ABF122F7}"/>
              </a:ext>
            </a:extLst>
          </p:cNvPr>
          <p:cNvCxnSpPr>
            <a:cxnSpLocks/>
          </p:cNvCxnSpPr>
          <p:nvPr/>
        </p:nvCxnSpPr>
        <p:spPr>
          <a:xfrm flipH="1">
            <a:off x="4762273" y="3323508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E9A98394-2128-04FE-D79E-B8CD0B73B5CB}"/>
              </a:ext>
            </a:extLst>
          </p:cNvPr>
          <p:cNvCxnSpPr>
            <a:cxnSpLocks/>
          </p:cNvCxnSpPr>
          <p:nvPr/>
        </p:nvCxnSpPr>
        <p:spPr>
          <a:xfrm flipH="1">
            <a:off x="4762276" y="3621163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575A3D4E-EA78-AC8D-4BFE-2CB90A8C2260}"/>
              </a:ext>
            </a:extLst>
          </p:cNvPr>
          <p:cNvCxnSpPr>
            <a:cxnSpLocks/>
          </p:cNvCxnSpPr>
          <p:nvPr/>
        </p:nvCxnSpPr>
        <p:spPr>
          <a:xfrm flipH="1">
            <a:off x="4762275" y="3916439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1787FB25-31B0-644E-496E-15E7B3FA88C7}"/>
              </a:ext>
            </a:extLst>
          </p:cNvPr>
          <p:cNvCxnSpPr>
            <a:cxnSpLocks/>
          </p:cNvCxnSpPr>
          <p:nvPr/>
        </p:nvCxnSpPr>
        <p:spPr>
          <a:xfrm flipH="1">
            <a:off x="4762272" y="4209332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1129CC8-F3CD-83FC-05A0-5517B9908631}"/>
              </a:ext>
            </a:extLst>
          </p:cNvPr>
          <p:cNvCxnSpPr>
            <a:cxnSpLocks/>
          </p:cNvCxnSpPr>
          <p:nvPr/>
        </p:nvCxnSpPr>
        <p:spPr>
          <a:xfrm flipH="1">
            <a:off x="4762267" y="5688816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067FF279-F9C1-EF22-3691-5703973EE94C}"/>
              </a:ext>
            </a:extLst>
          </p:cNvPr>
          <p:cNvCxnSpPr>
            <a:cxnSpLocks/>
          </p:cNvCxnSpPr>
          <p:nvPr/>
        </p:nvCxnSpPr>
        <p:spPr>
          <a:xfrm flipH="1">
            <a:off x="4762269" y="5102566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830221A0-5939-01EB-1F8B-9DC0916FE887}"/>
              </a:ext>
            </a:extLst>
          </p:cNvPr>
          <p:cNvCxnSpPr>
            <a:cxnSpLocks/>
          </p:cNvCxnSpPr>
          <p:nvPr/>
        </p:nvCxnSpPr>
        <p:spPr>
          <a:xfrm flipH="1">
            <a:off x="4762268" y="5392813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EE96C21C-3174-F831-8CAE-E9B9529821AE}"/>
              </a:ext>
            </a:extLst>
          </p:cNvPr>
          <p:cNvCxnSpPr>
            <a:cxnSpLocks/>
          </p:cNvCxnSpPr>
          <p:nvPr/>
        </p:nvCxnSpPr>
        <p:spPr>
          <a:xfrm flipH="1">
            <a:off x="4762270" y="4808152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3AFE1414-73E0-623C-8017-4F9D9D1D648A}"/>
              </a:ext>
            </a:extLst>
          </p:cNvPr>
          <p:cNvCxnSpPr>
            <a:cxnSpLocks/>
          </p:cNvCxnSpPr>
          <p:nvPr/>
        </p:nvCxnSpPr>
        <p:spPr>
          <a:xfrm flipH="1">
            <a:off x="4762271" y="4509370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3AAE9E75-0AE1-91A5-4FE4-DF9093D5CBBE}"/>
              </a:ext>
            </a:extLst>
          </p:cNvPr>
          <p:cNvCxnSpPr>
            <a:cxnSpLocks/>
          </p:cNvCxnSpPr>
          <p:nvPr/>
        </p:nvCxnSpPr>
        <p:spPr>
          <a:xfrm flipH="1">
            <a:off x="7190207" y="2728671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BA7E3FF0-8742-1DB4-A258-63A9DC9249A5}"/>
              </a:ext>
            </a:extLst>
          </p:cNvPr>
          <p:cNvCxnSpPr>
            <a:cxnSpLocks/>
          </p:cNvCxnSpPr>
          <p:nvPr/>
        </p:nvCxnSpPr>
        <p:spPr>
          <a:xfrm flipH="1">
            <a:off x="7190206" y="3025851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D9326D25-D119-6C2B-82C0-CEA199920FED}"/>
              </a:ext>
            </a:extLst>
          </p:cNvPr>
          <p:cNvCxnSpPr>
            <a:cxnSpLocks/>
          </p:cNvCxnSpPr>
          <p:nvPr/>
        </p:nvCxnSpPr>
        <p:spPr>
          <a:xfrm flipH="1">
            <a:off x="7190203" y="3323508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6158017D-247F-4614-A7F1-27FD3D125C95}"/>
              </a:ext>
            </a:extLst>
          </p:cNvPr>
          <p:cNvCxnSpPr>
            <a:cxnSpLocks/>
          </p:cNvCxnSpPr>
          <p:nvPr/>
        </p:nvCxnSpPr>
        <p:spPr>
          <a:xfrm flipH="1">
            <a:off x="7190206" y="3621163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434B6A27-550D-EC97-8C6C-D91B971A59DD}"/>
              </a:ext>
            </a:extLst>
          </p:cNvPr>
          <p:cNvCxnSpPr>
            <a:cxnSpLocks/>
          </p:cNvCxnSpPr>
          <p:nvPr/>
        </p:nvCxnSpPr>
        <p:spPr>
          <a:xfrm flipH="1">
            <a:off x="7190205" y="3916439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02A176DF-DAFD-441E-9F31-F4548113A1D6}"/>
              </a:ext>
            </a:extLst>
          </p:cNvPr>
          <p:cNvCxnSpPr>
            <a:cxnSpLocks/>
          </p:cNvCxnSpPr>
          <p:nvPr/>
        </p:nvCxnSpPr>
        <p:spPr>
          <a:xfrm flipH="1">
            <a:off x="7190202" y="4209332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5AA4A97C-83E9-6316-61F9-A9E3C2638453}"/>
              </a:ext>
            </a:extLst>
          </p:cNvPr>
          <p:cNvCxnSpPr>
            <a:cxnSpLocks/>
          </p:cNvCxnSpPr>
          <p:nvPr/>
        </p:nvCxnSpPr>
        <p:spPr>
          <a:xfrm flipH="1">
            <a:off x="7190197" y="5688816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86A8F414-1DC3-992A-B3D8-CFAB1B988385}"/>
              </a:ext>
            </a:extLst>
          </p:cNvPr>
          <p:cNvCxnSpPr>
            <a:cxnSpLocks/>
          </p:cNvCxnSpPr>
          <p:nvPr/>
        </p:nvCxnSpPr>
        <p:spPr>
          <a:xfrm flipH="1">
            <a:off x="7190199" y="5102566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DBF92F30-BE9A-B9EA-2AF3-C5C11DE721B1}"/>
              </a:ext>
            </a:extLst>
          </p:cNvPr>
          <p:cNvCxnSpPr>
            <a:cxnSpLocks/>
          </p:cNvCxnSpPr>
          <p:nvPr/>
        </p:nvCxnSpPr>
        <p:spPr>
          <a:xfrm flipH="1">
            <a:off x="7190198" y="5392813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4BA6547D-40E6-6BEC-C763-F76C69066882}"/>
              </a:ext>
            </a:extLst>
          </p:cNvPr>
          <p:cNvCxnSpPr>
            <a:cxnSpLocks/>
          </p:cNvCxnSpPr>
          <p:nvPr/>
        </p:nvCxnSpPr>
        <p:spPr>
          <a:xfrm flipH="1">
            <a:off x="7190200" y="4808152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61725DFC-BFD3-698E-1888-6E48D6113779}"/>
              </a:ext>
            </a:extLst>
          </p:cNvPr>
          <p:cNvCxnSpPr>
            <a:cxnSpLocks/>
          </p:cNvCxnSpPr>
          <p:nvPr/>
        </p:nvCxnSpPr>
        <p:spPr>
          <a:xfrm flipH="1">
            <a:off x="7190201" y="4509370"/>
            <a:ext cx="237751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D61624D2-1E60-12A7-F9B4-E8B1F73A149A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819090" y="2196449"/>
            <a:ext cx="257386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26FD2F17-9B79-3A09-2CD7-499B82CEE480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3819090" y="3737382"/>
            <a:ext cx="257386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1AD952FD-13B3-999A-81DC-9AE43A6FA7BB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819090" y="5278315"/>
            <a:ext cx="257386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D6D8D55A-5A4A-6D54-496B-65C73602E8B9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8113754" y="2196449"/>
            <a:ext cx="254664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7BD6A7FA-B136-6440-6EA2-8C99E6191688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>
            <a:off x="8113754" y="3737382"/>
            <a:ext cx="254664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F2A17222-B4F0-DDEA-BF0A-2F5249F7485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8113754" y="5278315"/>
            <a:ext cx="254664" cy="0"/>
          </a:xfrm>
          <a:prstGeom prst="straightConnector1">
            <a:avLst/>
          </a:prstGeom>
          <a:ln w="190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Pfeil: nach rechts 67">
            <a:extLst>
              <a:ext uri="{FF2B5EF4-FFF2-40B4-BE49-F238E27FC236}">
                <a16:creationId xmlns:a16="http://schemas.microsoft.com/office/drawing/2014/main" id="{4E4955FB-94E9-C43F-F25E-9739CB93A965}"/>
              </a:ext>
            </a:extLst>
          </p:cNvPr>
          <p:cNvSpPr/>
          <p:nvPr/>
        </p:nvSpPr>
        <p:spPr>
          <a:xfrm>
            <a:off x="4762277" y="2291000"/>
            <a:ext cx="2641599" cy="111189"/>
          </a:xfrm>
          <a:prstGeom prst="rightArrow">
            <a:avLst>
              <a:gd name="adj1" fmla="val 50000"/>
              <a:gd name="adj2" fmla="val 101399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Pfeil: nach rechts 68">
            <a:extLst>
              <a:ext uri="{FF2B5EF4-FFF2-40B4-BE49-F238E27FC236}">
                <a16:creationId xmlns:a16="http://schemas.microsoft.com/office/drawing/2014/main" id="{733A6839-FC3E-79FE-B232-52AB610E5208}"/>
              </a:ext>
            </a:extLst>
          </p:cNvPr>
          <p:cNvSpPr/>
          <p:nvPr/>
        </p:nvSpPr>
        <p:spPr>
          <a:xfrm>
            <a:off x="4760918" y="1827090"/>
            <a:ext cx="217755" cy="111189"/>
          </a:xfrm>
          <a:prstGeom prst="rightArrow">
            <a:avLst>
              <a:gd name="adj1" fmla="val 50000"/>
              <a:gd name="adj2" fmla="val 101399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Pfeil: nach rechts 69">
            <a:extLst>
              <a:ext uri="{FF2B5EF4-FFF2-40B4-BE49-F238E27FC236}">
                <a16:creationId xmlns:a16="http://schemas.microsoft.com/office/drawing/2014/main" id="{C57257A2-850F-D43D-C6CA-865F484D71D0}"/>
              </a:ext>
            </a:extLst>
          </p:cNvPr>
          <p:cNvSpPr/>
          <p:nvPr/>
        </p:nvSpPr>
        <p:spPr>
          <a:xfrm>
            <a:off x="7194283" y="1833220"/>
            <a:ext cx="209594" cy="111189"/>
          </a:xfrm>
          <a:prstGeom prst="rightArrow">
            <a:avLst>
              <a:gd name="adj1" fmla="val 50000"/>
              <a:gd name="adj2" fmla="val 101399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8A41EEB3-0A52-F78F-236F-D3AA59F99BDB}"/>
              </a:ext>
            </a:extLst>
          </p:cNvPr>
          <p:cNvSpPr/>
          <p:nvPr/>
        </p:nvSpPr>
        <p:spPr>
          <a:xfrm>
            <a:off x="5110621" y="3170083"/>
            <a:ext cx="1970757" cy="517834"/>
          </a:xfrm>
          <a:prstGeom prst="rect">
            <a:avLst/>
          </a:prstGeom>
          <a:solidFill>
            <a:srgbClr val="FFF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State </a:t>
            </a:r>
            <a:r>
              <a:rPr lang="de-DE" sz="1600" dirty="0" err="1">
                <a:solidFill>
                  <a:srgbClr val="000000"/>
                </a:solidFill>
              </a:rPr>
              <a:t>Machine</a:t>
            </a:r>
            <a:endParaRPr lang="de-DE" sz="1600" dirty="0">
              <a:solidFill>
                <a:srgbClr val="000000"/>
              </a:solidFill>
            </a:endParaRPr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F740294B-3FF1-CCA6-BF76-B882C5ED8451}"/>
              </a:ext>
            </a:extLst>
          </p:cNvPr>
          <p:cNvSpPr/>
          <p:nvPr/>
        </p:nvSpPr>
        <p:spPr>
          <a:xfrm>
            <a:off x="5110621" y="3772351"/>
            <a:ext cx="1970757" cy="517834"/>
          </a:xfrm>
          <a:prstGeom prst="rect">
            <a:avLst/>
          </a:prstGeom>
          <a:solidFill>
            <a:srgbClr val="FFF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Service Parameters</a:t>
            </a: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3697689D-D0F6-AF8B-9379-19D99873B322}"/>
              </a:ext>
            </a:extLst>
          </p:cNvPr>
          <p:cNvSpPr/>
          <p:nvPr/>
        </p:nvSpPr>
        <p:spPr>
          <a:xfrm>
            <a:off x="5110621" y="4379839"/>
            <a:ext cx="1970757" cy="517834"/>
          </a:xfrm>
          <a:prstGeom prst="rect">
            <a:avLst/>
          </a:prstGeom>
          <a:solidFill>
            <a:srgbClr val="FFF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Process</a:t>
            </a:r>
            <a:r>
              <a:rPr lang="de-DE" sz="1600" dirty="0">
                <a:solidFill>
                  <a:srgbClr val="000000"/>
                </a:solidFill>
              </a:rPr>
              <a:t> Values</a:t>
            </a: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6676B8BB-1BC8-BB83-964B-1726636D7D43}"/>
              </a:ext>
            </a:extLst>
          </p:cNvPr>
          <p:cNvSpPr/>
          <p:nvPr/>
        </p:nvSpPr>
        <p:spPr>
          <a:xfrm>
            <a:off x="5110621" y="4986360"/>
            <a:ext cx="1970757" cy="517834"/>
          </a:xfrm>
          <a:prstGeom prst="rect">
            <a:avLst/>
          </a:prstGeom>
          <a:solidFill>
            <a:srgbClr val="FFF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Report Values</a:t>
            </a:r>
          </a:p>
        </p:txBody>
      </p:sp>
    </p:spTree>
    <p:extLst>
      <p:ext uri="{BB962C8B-B14F-4D97-AF65-F5344CB8AC3E}">
        <p14:creationId xmlns:p14="http://schemas.microsoft.com/office/powerpoint/2010/main" val="361363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6F8E8AFD-E5ED-2CFB-5E15-9A6097975381}"/>
              </a:ext>
            </a:extLst>
          </p:cNvPr>
          <p:cNvSpPr/>
          <p:nvPr/>
        </p:nvSpPr>
        <p:spPr>
          <a:xfrm>
            <a:off x="3322959" y="1156462"/>
            <a:ext cx="4918469" cy="47133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5960278-FC12-0E25-79C5-28620128E52E}"/>
              </a:ext>
            </a:extLst>
          </p:cNvPr>
          <p:cNvSpPr/>
          <p:nvPr/>
        </p:nvSpPr>
        <p:spPr>
          <a:xfrm>
            <a:off x="3946079" y="1837115"/>
            <a:ext cx="2081095" cy="4032743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71AD3D5-17F4-DBE1-E1A8-21EF8A74ABEB}"/>
              </a:ext>
            </a:extLst>
          </p:cNvPr>
          <p:cNvSpPr/>
          <p:nvPr/>
        </p:nvSpPr>
        <p:spPr>
          <a:xfrm>
            <a:off x="6164829" y="1837115"/>
            <a:ext cx="2076600" cy="2951195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651F69D-6B02-FE3D-B133-8C4AD524442E}"/>
              </a:ext>
            </a:extLst>
          </p:cNvPr>
          <p:cNvSpPr/>
          <p:nvPr/>
        </p:nvSpPr>
        <p:spPr>
          <a:xfrm>
            <a:off x="3946079" y="1156462"/>
            <a:ext cx="4295349" cy="680652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 algn="ctr"/>
            <a:r>
              <a:rPr lang="de-DE" sz="1600" b="1" dirty="0" err="1">
                <a:solidFill>
                  <a:srgbClr val="000000"/>
                </a:solidFill>
              </a:rPr>
              <a:t>Configurable</a:t>
            </a:r>
            <a:r>
              <a:rPr lang="de-DE" sz="1600" b="1" dirty="0">
                <a:solidFill>
                  <a:srgbClr val="000000"/>
                </a:solidFill>
              </a:rPr>
              <a:t> </a:t>
            </a:r>
            <a:r>
              <a:rPr lang="de-DE" sz="1600" b="1" dirty="0" err="1">
                <a:solidFill>
                  <a:srgbClr val="000000"/>
                </a:solidFill>
              </a:rPr>
              <a:t>Logic</a:t>
            </a:r>
            <a:endParaRPr lang="de-DE" sz="1600" b="1" dirty="0">
              <a:solidFill>
                <a:srgbClr val="000000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D5EC5CA-C568-C8EE-52EC-218C3D41F2C4}"/>
              </a:ext>
            </a:extLst>
          </p:cNvPr>
          <p:cNvSpPr/>
          <p:nvPr/>
        </p:nvSpPr>
        <p:spPr>
          <a:xfrm>
            <a:off x="4076476" y="1599549"/>
            <a:ext cx="1817540" cy="414261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Input List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35246E6-F60F-8836-8B3B-F0A602F13A9A}"/>
              </a:ext>
            </a:extLst>
          </p:cNvPr>
          <p:cNvSpPr/>
          <p:nvPr/>
        </p:nvSpPr>
        <p:spPr>
          <a:xfrm>
            <a:off x="4180385" y="1972542"/>
            <a:ext cx="1600987" cy="3608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LEA.Execute</a:t>
            </a:r>
            <a:endParaRPr lang="de-DE" sz="1600" dirty="0">
              <a:solidFill>
                <a:srgbClr val="000000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F63DD33-69D1-F159-6D69-8C0560E7DE2F}"/>
              </a:ext>
            </a:extLst>
          </p:cNvPr>
          <p:cNvSpPr/>
          <p:nvPr/>
        </p:nvSpPr>
        <p:spPr>
          <a:xfrm>
            <a:off x="4180383" y="2415629"/>
            <a:ext cx="1600989" cy="3608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LEA.ProcedureCur</a:t>
            </a:r>
            <a:endParaRPr lang="de-DE" sz="1600" dirty="0">
              <a:solidFill>
                <a:srgbClr val="000000"/>
              </a:solidFill>
            </a:endParaRP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A027097-7330-2BC4-AC4C-FD8162BA865A}"/>
              </a:ext>
            </a:extLst>
          </p:cNvPr>
          <p:cNvCxnSpPr>
            <a:cxnSpLocks/>
          </p:cNvCxnSpPr>
          <p:nvPr/>
        </p:nvCxnSpPr>
        <p:spPr>
          <a:xfrm>
            <a:off x="4080903" y="3429000"/>
            <a:ext cx="1817540" cy="0"/>
          </a:xfrm>
          <a:prstGeom prst="line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47E0FAA3-83EB-0153-8827-50F8ABE13170}"/>
              </a:ext>
            </a:extLst>
          </p:cNvPr>
          <p:cNvSpPr/>
          <p:nvPr/>
        </p:nvSpPr>
        <p:spPr>
          <a:xfrm>
            <a:off x="4180382" y="2852966"/>
            <a:ext cx="1600989" cy="3608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41884A9-0A73-EC1E-73D8-C7FCCDA5CCFA}"/>
              </a:ext>
            </a:extLst>
          </p:cNvPr>
          <p:cNvSpPr/>
          <p:nvPr/>
        </p:nvSpPr>
        <p:spPr>
          <a:xfrm>
            <a:off x="4180385" y="3628694"/>
            <a:ext cx="1600987" cy="3608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ConfigInput1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62E111A-905E-C4FB-8F09-B0875462C16D}"/>
              </a:ext>
            </a:extLst>
          </p:cNvPr>
          <p:cNvSpPr/>
          <p:nvPr/>
        </p:nvSpPr>
        <p:spPr>
          <a:xfrm>
            <a:off x="4180382" y="4071781"/>
            <a:ext cx="1600987" cy="3608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F31C790-D56D-35D3-0FEC-91FF1F61E5B7}"/>
              </a:ext>
            </a:extLst>
          </p:cNvPr>
          <p:cNvSpPr/>
          <p:nvPr/>
        </p:nvSpPr>
        <p:spPr>
          <a:xfrm>
            <a:off x="6292110" y="1599549"/>
            <a:ext cx="1817540" cy="2982283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Output List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28F85CD-254C-C4A1-17BE-386368B40845}"/>
              </a:ext>
            </a:extLst>
          </p:cNvPr>
          <p:cNvSpPr/>
          <p:nvPr/>
        </p:nvSpPr>
        <p:spPr>
          <a:xfrm>
            <a:off x="6376352" y="1972542"/>
            <a:ext cx="1600987" cy="3608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LEA.Start</a:t>
            </a:r>
            <a:endParaRPr lang="de-DE" sz="1600" dirty="0">
              <a:solidFill>
                <a:srgbClr val="000000"/>
              </a:solidFill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CF70B562-06E3-5262-7336-B65D3B3A152D}"/>
              </a:ext>
            </a:extLst>
          </p:cNvPr>
          <p:cNvSpPr/>
          <p:nvPr/>
        </p:nvSpPr>
        <p:spPr>
          <a:xfrm>
            <a:off x="6376350" y="2415629"/>
            <a:ext cx="1600989" cy="3608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LEA.ProcedureSel</a:t>
            </a:r>
            <a:endParaRPr lang="de-DE" sz="1600" dirty="0">
              <a:solidFill>
                <a:srgbClr val="000000"/>
              </a:solidFill>
            </a:endParaRP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D423550-1678-3E7B-F1E6-5352F30EA983}"/>
              </a:ext>
            </a:extLst>
          </p:cNvPr>
          <p:cNvCxnSpPr>
            <a:cxnSpLocks/>
          </p:cNvCxnSpPr>
          <p:nvPr/>
        </p:nvCxnSpPr>
        <p:spPr>
          <a:xfrm>
            <a:off x="6292110" y="3429000"/>
            <a:ext cx="1817540" cy="0"/>
          </a:xfrm>
          <a:prstGeom prst="line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E6B5738F-E3AC-AEA7-1836-AEB8AA316E2B}"/>
              </a:ext>
            </a:extLst>
          </p:cNvPr>
          <p:cNvSpPr/>
          <p:nvPr/>
        </p:nvSpPr>
        <p:spPr>
          <a:xfrm>
            <a:off x="6376349" y="2852966"/>
            <a:ext cx="1600989" cy="3608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869602E-0F33-9613-A73C-0B8E82FE35AE}"/>
              </a:ext>
            </a:extLst>
          </p:cNvPr>
          <p:cNvSpPr/>
          <p:nvPr/>
        </p:nvSpPr>
        <p:spPr>
          <a:xfrm>
            <a:off x="6376352" y="3628694"/>
            <a:ext cx="1600987" cy="3608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ConfigOutput1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D03B290-057C-ADC1-82DB-28CEF2E93D1E}"/>
              </a:ext>
            </a:extLst>
          </p:cNvPr>
          <p:cNvSpPr/>
          <p:nvPr/>
        </p:nvSpPr>
        <p:spPr>
          <a:xfrm>
            <a:off x="6376349" y="4071781"/>
            <a:ext cx="1600987" cy="3608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35" name="Geschweifte Klammer links 34">
            <a:extLst>
              <a:ext uri="{FF2B5EF4-FFF2-40B4-BE49-F238E27FC236}">
                <a16:creationId xmlns:a16="http://schemas.microsoft.com/office/drawing/2014/main" id="{5A78E0ED-769F-C994-29BA-04E42874EFC2}"/>
              </a:ext>
            </a:extLst>
          </p:cNvPr>
          <p:cNvSpPr/>
          <p:nvPr/>
        </p:nvSpPr>
        <p:spPr>
          <a:xfrm>
            <a:off x="3661513" y="1952878"/>
            <a:ext cx="161630" cy="1456458"/>
          </a:xfrm>
          <a:prstGeom prst="leftBrace">
            <a:avLst>
              <a:gd name="adj1" fmla="val 46049"/>
              <a:gd name="adj2" fmla="val 50000"/>
            </a:avLst>
          </a:prstGeom>
          <a:noFill/>
          <a:ln w="1905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36" name="Geschweifte Klammer links 35">
            <a:extLst>
              <a:ext uri="{FF2B5EF4-FFF2-40B4-BE49-F238E27FC236}">
                <a16:creationId xmlns:a16="http://schemas.microsoft.com/office/drawing/2014/main" id="{15C7FCE6-098F-2630-0116-68228E772D7D}"/>
              </a:ext>
            </a:extLst>
          </p:cNvPr>
          <p:cNvSpPr/>
          <p:nvPr/>
        </p:nvSpPr>
        <p:spPr>
          <a:xfrm>
            <a:off x="3661513" y="3448664"/>
            <a:ext cx="161630" cy="1117621"/>
          </a:xfrm>
          <a:prstGeom prst="leftBrace">
            <a:avLst>
              <a:gd name="adj1" fmla="val 46049"/>
              <a:gd name="adj2" fmla="val 50000"/>
            </a:avLst>
          </a:prstGeom>
          <a:noFill/>
          <a:ln w="1905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C882932C-E3B1-E9A0-F037-2619F227A50B}"/>
              </a:ext>
            </a:extLst>
          </p:cNvPr>
          <p:cNvSpPr txBox="1"/>
          <p:nvPr/>
        </p:nvSpPr>
        <p:spPr>
          <a:xfrm rot="16200000">
            <a:off x="2900997" y="2509571"/>
            <a:ext cx="1182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noProof="0" dirty="0" err="1">
                <a:solidFill>
                  <a:srgbClr val="000000"/>
                </a:solidFill>
              </a:rPr>
              <a:t>fixed</a:t>
            </a:r>
            <a:endParaRPr lang="de-DE" sz="1600" noProof="0" dirty="0">
              <a:solidFill>
                <a:srgbClr val="000000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9E973606-8316-C2A1-DA09-CCDAB6B384E8}"/>
              </a:ext>
            </a:extLst>
          </p:cNvPr>
          <p:cNvSpPr txBox="1"/>
          <p:nvPr/>
        </p:nvSpPr>
        <p:spPr>
          <a:xfrm rot="16200000">
            <a:off x="2897331" y="3764973"/>
            <a:ext cx="121073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de-DE" sz="1600" noProof="0" dirty="0" err="1">
                <a:solidFill>
                  <a:srgbClr val="000000"/>
                </a:solidFill>
              </a:rPr>
              <a:t>configurable</a:t>
            </a:r>
            <a:endParaRPr lang="de-DE" sz="1600" noProof="0" dirty="0">
              <a:solidFill>
                <a:srgbClr val="000000"/>
              </a:solidFill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CFDD2387-5A1A-B60A-7162-59E0DBD19077}"/>
              </a:ext>
            </a:extLst>
          </p:cNvPr>
          <p:cNvCxnSpPr>
            <a:cxnSpLocks/>
          </p:cNvCxnSpPr>
          <p:nvPr/>
        </p:nvCxnSpPr>
        <p:spPr>
          <a:xfrm>
            <a:off x="4080903" y="4631544"/>
            <a:ext cx="1817540" cy="0"/>
          </a:xfrm>
          <a:prstGeom prst="line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Rechteck 39">
            <a:extLst>
              <a:ext uri="{FF2B5EF4-FFF2-40B4-BE49-F238E27FC236}">
                <a16:creationId xmlns:a16="http://schemas.microsoft.com/office/drawing/2014/main" id="{E7590EBF-3D3E-7048-7219-BF68217F019E}"/>
              </a:ext>
            </a:extLst>
          </p:cNvPr>
          <p:cNvSpPr/>
          <p:nvPr/>
        </p:nvSpPr>
        <p:spPr>
          <a:xfrm>
            <a:off x="4180385" y="4801742"/>
            <a:ext cx="1600987" cy="3608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WritableInput1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370B77E-EE1B-8864-BF39-569F4B290840}"/>
              </a:ext>
            </a:extLst>
          </p:cNvPr>
          <p:cNvSpPr/>
          <p:nvPr/>
        </p:nvSpPr>
        <p:spPr>
          <a:xfrm>
            <a:off x="4180382" y="5244829"/>
            <a:ext cx="1600987" cy="36087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42" name="Geschweifte Klammer links 41">
            <a:extLst>
              <a:ext uri="{FF2B5EF4-FFF2-40B4-BE49-F238E27FC236}">
                <a16:creationId xmlns:a16="http://schemas.microsoft.com/office/drawing/2014/main" id="{745181D8-C85C-62DA-DFAA-5E8D104C4699}"/>
              </a:ext>
            </a:extLst>
          </p:cNvPr>
          <p:cNvSpPr/>
          <p:nvPr/>
        </p:nvSpPr>
        <p:spPr>
          <a:xfrm>
            <a:off x="3661513" y="4651208"/>
            <a:ext cx="161630" cy="1090951"/>
          </a:xfrm>
          <a:prstGeom prst="leftBrace">
            <a:avLst>
              <a:gd name="adj1" fmla="val 46049"/>
              <a:gd name="adj2" fmla="val 50000"/>
            </a:avLst>
          </a:prstGeom>
          <a:noFill/>
          <a:ln w="1905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5951841B-FCC9-7E3E-BEF5-8C0061E12F3D}"/>
              </a:ext>
            </a:extLst>
          </p:cNvPr>
          <p:cNvSpPr txBox="1"/>
          <p:nvPr/>
        </p:nvSpPr>
        <p:spPr>
          <a:xfrm rot="16200000">
            <a:off x="2981433" y="4948775"/>
            <a:ext cx="101482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de-DE" sz="1600" noProof="0" dirty="0" err="1">
                <a:solidFill>
                  <a:srgbClr val="000000"/>
                </a:solidFill>
              </a:rPr>
              <a:t>writable</a:t>
            </a:r>
            <a:endParaRPr lang="de-DE" sz="1600" noProof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561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2D5E8CDB-E930-D003-71E5-F33F01987D0D}"/>
              </a:ext>
            </a:extLst>
          </p:cNvPr>
          <p:cNvSpPr/>
          <p:nvPr/>
        </p:nvSpPr>
        <p:spPr>
          <a:xfrm>
            <a:off x="3938016" y="1785256"/>
            <a:ext cx="3538347" cy="26090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E21FEFA-B706-65D6-BC2C-B7171FF57784}"/>
              </a:ext>
            </a:extLst>
          </p:cNvPr>
          <p:cNvSpPr/>
          <p:nvPr/>
        </p:nvSpPr>
        <p:spPr>
          <a:xfrm>
            <a:off x="4120373" y="2163799"/>
            <a:ext cx="3173110" cy="20659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dirty="0"/>
              <a:t>LEA Service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6E5125E-97C3-BB39-EEAA-B921E0232228}"/>
              </a:ext>
            </a:extLst>
          </p:cNvPr>
          <p:cNvSpPr/>
          <p:nvPr/>
        </p:nvSpPr>
        <p:spPr>
          <a:xfrm>
            <a:off x="4265082" y="2557670"/>
            <a:ext cx="961858" cy="1468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Service-Control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E926C7E-14AB-1C5C-689A-B90655ADB6E3}"/>
              </a:ext>
            </a:extLst>
          </p:cNvPr>
          <p:cNvSpPr/>
          <p:nvPr/>
        </p:nvSpPr>
        <p:spPr>
          <a:xfrm>
            <a:off x="5288468" y="2561299"/>
            <a:ext cx="187756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230DB4E-68AD-2B05-D28F-7CB38B511483}"/>
              </a:ext>
            </a:extLst>
          </p:cNvPr>
          <p:cNvSpPr/>
          <p:nvPr/>
        </p:nvSpPr>
        <p:spPr>
          <a:xfrm>
            <a:off x="5226940" y="2650557"/>
            <a:ext cx="187756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prstDash val="lg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Service Parameters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3DAFB04-FEFF-110C-CB22-EF2D57F5F25A}"/>
              </a:ext>
            </a:extLst>
          </p:cNvPr>
          <p:cNvSpPr/>
          <p:nvPr/>
        </p:nvSpPr>
        <p:spPr>
          <a:xfrm>
            <a:off x="5288468" y="3086635"/>
            <a:ext cx="187756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368BADA-2FB2-0B4A-5C85-5FA148EDB296}"/>
              </a:ext>
            </a:extLst>
          </p:cNvPr>
          <p:cNvSpPr/>
          <p:nvPr/>
        </p:nvSpPr>
        <p:spPr>
          <a:xfrm>
            <a:off x="5226940" y="3175893"/>
            <a:ext cx="187756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prstDash val="lg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Report Values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EDE628A-4FBD-3636-0DD4-16DFE11DBAAC}"/>
              </a:ext>
            </a:extLst>
          </p:cNvPr>
          <p:cNvSpPr/>
          <p:nvPr/>
        </p:nvSpPr>
        <p:spPr>
          <a:xfrm>
            <a:off x="5288468" y="3611971"/>
            <a:ext cx="187756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CE76B23-21AB-CEAD-D859-B8CDF2D26AA8}"/>
              </a:ext>
            </a:extLst>
          </p:cNvPr>
          <p:cNvSpPr/>
          <p:nvPr/>
        </p:nvSpPr>
        <p:spPr>
          <a:xfrm>
            <a:off x="5226940" y="3701229"/>
            <a:ext cx="187756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prstDash val="lg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Process</a:t>
            </a:r>
            <a:r>
              <a:rPr lang="de-DE" dirty="0">
                <a:solidFill>
                  <a:schemeClr val="tx1"/>
                </a:solidFill>
              </a:rPr>
              <a:t> Values</a:t>
            </a:r>
          </a:p>
        </p:txBody>
      </p:sp>
    </p:spTree>
    <p:extLst>
      <p:ext uri="{BB962C8B-B14F-4D97-AF65-F5344CB8AC3E}">
        <p14:creationId xmlns:p14="http://schemas.microsoft.com/office/powerpoint/2010/main" val="1456149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39">
            <a:extLst>
              <a:ext uri="{FF2B5EF4-FFF2-40B4-BE49-F238E27FC236}">
                <a16:creationId xmlns:a16="http://schemas.microsoft.com/office/drawing/2014/main" id="{AE926C0D-B6AC-EB6B-54C0-C8C9A2589E66}"/>
              </a:ext>
            </a:extLst>
          </p:cNvPr>
          <p:cNvSpPr/>
          <p:nvPr/>
        </p:nvSpPr>
        <p:spPr>
          <a:xfrm>
            <a:off x="1363617" y="653442"/>
            <a:ext cx="8938623" cy="5385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F5CB604D-0E94-70DD-D5AB-6D83D0FB3670}"/>
              </a:ext>
            </a:extLst>
          </p:cNvPr>
          <p:cNvSpPr/>
          <p:nvPr/>
        </p:nvSpPr>
        <p:spPr>
          <a:xfrm>
            <a:off x="1361440" y="648928"/>
            <a:ext cx="8940800" cy="43193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Choreographed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Logistics</a:t>
            </a:r>
            <a:r>
              <a:rPr lang="de-DE" b="1" dirty="0">
                <a:solidFill>
                  <a:schemeClr val="tx1"/>
                </a:solidFill>
              </a:rPr>
              <a:t> Line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D5E8CDB-E930-D003-71E5-F33F01987D0D}"/>
              </a:ext>
            </a:extLst>
          </p:cNvPr>
          <p:cNvSpPr/>
          <p:nvPr/>
        </p:nvSpPr>
        <p:spPr>
          <a:xfrm>
            <a:off x="1472373" y="2237726"/>
            <a:ext cx="2785491" cy="26090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r>
              <a:rPr lang="en-US" b="1" dirty="0">
                <a:solidFill>
                  <a:schemeClr val="tx1"/>
                </a:solidFill>
              </a:rPr>
              <a:t>LEA 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(e.g., FFS)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E21FEFA-B706-65D6-BC2C-B7171FF57784}"/>
              </a:ext>
            </a:extLst>
          </p:cNvPr>
          <p:cNvSpPr/>
          <p:nvPr/>
        </p:nvSpPr>
        <p:spPr>
          <a:xfrm>
            <a:off x="1654730" y="2616269"/>
            <a:ext cx="2435494" cy="20659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r>
              <a:rPr lang="de-DE" dirty="0"/>
              <a:t>LEA Service 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6E5125E-97C3-BB39-EEAA-B921E0232228}"/>
              </a:ext>
            </a:extLst>
          </p:cNvPr>
          <p:cNvSpPr/>
          <p:nvPr/>
        </p:nvSpPr>
        <p:spPr>
          <a:xfrm>
            <a:off x="1799439" y="3010140"/>
            <a:ext cx="961858" cy="1468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Service-Control1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230DB4E-68AD-2B05-D28F-7CB38B511483}"/>
              </a:ext>
            </a:extLst>
          </p:cNvPr>
          <p:cNvSpPr/>
          <p:nvPr/>
        </p:nvSpPr>
        <p:spPr>
          <a:xfrm>
            <a:off x="2761297" y="3010140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Param1.1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3DAFB04-FEFF-110C-CB22-EF2D57F5F25A}"/>
              </a:ext>
            </a:extLst>
          </p:cNvPr>
          <p:cNvSpPr/>
          <p:nvPr/>
        </p:nvSpPr>
        <p:spPr>
          <a:xfrm>
            <a:off x="2761297" y="3391327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Param1.2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368BADA-2FB2-0B4A-5C85-5FA148EDB296}"/>
              </a:ext>
            </a:extLst>
          </p:cNvPr>
          <p:cNvSpPr/>
          <p:nvPr/>
        </p:nvSpPr>
        <p:spPr>
          <a:xfrm>
            <a:off x="2761297" y="4153700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RV1.1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7C0D6F1-8F73-2628-CF4A-FF33DB945E63}"/>
              </a:ext>
            </a:extLst>
          </p:cNvPr>
          <p:cNvSpPr/>
          <p:nvPr/>
        </p:nvSpPr>
        <p:spPr>
          <a:xfrm>
            <a:off x="2761296" y="3772514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Param1.3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F70045E-1689-6857-952B-1532D995200A}"/>
              </a:ext>
            </a:extLst>
          </p:cNvPr>
          <p:cNvSpPr/>
          <p:nvPr/>
        </p:nvSpPr>
        <p:spPr>
          <a:xfrm>
            <a:off x="4440221" y="2237726"/>
            <a:ext cx="2785491" cy="26090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r>
              <a:rPr lang="en-US" b="1" dirty="0">
                <a:solidFill>
                  <a:schemeClr val="tx1"/>
                </a:solidFill>
              </a:rPr>
              <a:t>LEA 2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(e.g., CONV)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CA0087B-DB4F-DA33-E031-577B72DA977E}"/>
              </a:ext>
            </a:extLst>
          </p:cNvPr>
          <p:cNvSpPr/>
          <p:nvPr/>
        </p:nvSpPr>
        <p:spPr>
          <a:xfrm>
            <a:off x="4622578" y="2616269"/>
            <a:ext cx="2435494" cy="20659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r>
              <a:rPr lang="de-DE" dirty="0"/>
              <a:t>LEA Service 2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AD0DFBA-7D6F-34FD-CCD4-B1E2C4B05CBA}"/>
              </a:ext>
            </a:extLst>
          </p:cNvPr>
          <p:cNvSpPr/>
          <p:nvPr/>
        </p:nvSpPr>
        <p:spPr>
          <a:xfrm>
            <a:off x="4767287" y="3010140"/>
            <a:ext cx="961858" cy="1468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Service-Control2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923F1A4-F15C-3484-AA69-BB38975FB443}"/>
              </a:ext>
            </a:extLst>
          </p:cNvPr>
          <p:cNvSpPr/>
          <p:nvPr/>
        </p:nvSpPr>
        <p:spPr>
          <a:xfrm>
            <a:off x="5729145" y="3010140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Prozess2.1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E5A840-B353-827F-9C39-70576AD105EC}"/>
              </a:ext>
            </a:extLst>
          </p:cNvPr>
          <p:cNvSpPr/>
          <p:nvPr/>
        </p:nvSpPr>
        <p:spPr>
          <a:xfrm>
            <a:off x="5729145" y="3391327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RV2.1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1E72A09-F997-40BC-EF6F-4D43341C1373}"/>
              </a:ext>
            </a:extLst>
          </p:cNvPr>
          <p:cNvSpPr/>
          <p:nvPr/>
        </p:nvSpPr>
        <p:spPr>
          <a:xfrm>
            <a:off x="5729144" y="3772514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RV2.2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D7A89E1-5973-B5D0-612B-4D41250354C7}"/>
              </a:ext>
            </a:extLst>
          </p:cNvPr>
          <p:cNvSpPr/>
          <p:nvPr/>
        </p:nvSpPr>
        <p:spPr>
          <a:xfrm>
            <a:off x="7408069" y="2237726"/>
            <a:ext cx="2785491" cy="26090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r>
              <a:rPr lang="en-US" b="1" dirty="0">
                <a:solidFill>
                  <a:schemeClr val="tx1"/>
                </a:solidFill>
              </a:rPr>
              <a:t>LEA 3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(e.g., PAL)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0D83C04-358A-F79F-0821-54FDBA94CE5A}"/>
              </a:ext>
            </a:extLst>
          </p:cNvPr>
          <p:cNvSpPr/>
          <p:nvPr/>
        </p:nvSpPr>
        <p:spPr>
          <a:xfrm>
            <a:off x="7590426" y="2616269"/>
            <a:ext cx="2435494" cy="20659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0000" rtlCol="0" anchor="t" anchorCtr="0"/>
          <a:lstStyle/>
          <a:p>
            <a:r>
              <a:rPr lang="de-DE" dirty="0"/>
              <a:t>LEA Service 3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9CD680-1993-61B4-FE54-210B17C4B101}"/>
              </a:ext>
            </a:extLst>
          </p:cNvPr>
          <p:cNvSpPr/>
          <p:nvPr/>
        </p:nvSpPr>
        <p:spPr>
          <a:xfrm>
            <a:off x="7735135" y="3010140"/>
            <a:ext cx="961858" cy="146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Service-Control3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606B9C5-54F3-6393-FCDB-F62EC68199BF}"/>
              </a:ext>
            </a:extLst>
          </p:cNvPr>
          <p:cNvSpPr/>
          <p:nvPr/>
        </p:nvSpPr>
        <p:spPr>
          <a:xfrm>
            <a:off x="8696993" y="3010140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Param3.1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1C9D27D-988D-7518-950A-78C5CAF7C63E}"/>
              </a:ext>
            </a:extLst>
          </p:cNvPr>
          <p:cNvSpPr/>
          <p:nvPr/>
        </p:nvSpPr>
        <p:spPr>
          <a:xfrm>
            <a:off x="8696993" y="3391327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PVIn3.1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1308FEF6-7214-EABF-9AC2-A2764F368DC2}"/>
              </a:ext>
            </a:extLst>
          </p:cNvPr>
          <p:cNvSpPr/>
          <p:nvPr/>
        </p:nvSpPr>
        <p:spPr>
          <a:xfrm>
            <a:off x="8696992" y="3772514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PVOut3.2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E681E5F-55FB-09C5-463A-3AC21A616C7A}"/>
              </a:ext>
            </a:extLst>
          </p:cNvPr>
          <p:cNvSpPr/>
          <p:nvPr/>
        </p:nvSpPr>
        <p:spPr>
          <a:xfrm>
            <a:off x="1698462" y="5138521"/>
            <a:ext cx="612459" cy="213241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2B232F6F-4E9A-B2FB-6835-C722C828D9C7}"/>
              </a:ext>
            </a:extLst>
          </p:cNvPr>
          <p:cNvSpPr/>
          <p:nvPr/>
        </p:nvSpPr>
        <p:spPr>
          <a:xfrm>
            <a:off x="1698461" y="5609189"/>
            <a:ext cx="612459" cy="213241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2884334D-7635-AD9A-7C1F-04CB0E18091C}"/>
              </a:ext>
            </a:extLst>
          </p:cNvPr>
          <p:cNvSpPr txBox="1"/>
          <p:nvPr/>
        </p:nvSpPr>
        <p:spPr>
          <a:xfrm>
            <a:off x="2310921" y="5060933"/>
            <a:ext cx="299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Elements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Line Interface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BADF74AD-8B10-811E-BA2D-45321DD7E7C8}"/>
              </a:ext>
            </a:extLst>
          </p:cNvPr>
          <p:cNvSpPr txBox="1"/>
          <p:nvPr/>
        </p:nvSpPr>
        <p:spPr>
          <a:xfrm>
            <a:off x="2310920" y="5392645"/>
            <a:ext cx="3395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Choreography</a:t>
            </a:r>
            <a:r>
              <a:rPr lang="de-DE" dirty="0"/>
              <a:t>-internal </a:t>
            </a:r>
            <a:r>
              <a:rPr lang="de-DE" dirty="0" err="1"/>
              <a:t>connected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interface </a:t>
            </a:r>
            <a:r>
              <a:rPr lang="de-DE" dirty="0" err="1"/>
              <a:t>element</a:t>
            </a:r>
            <a:endParaRPr lang="de-DE" dirty="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D05BA6E7-7634-D7F8-D0E8-27D0FAFBE26D}"/>
              </a:ext>
            </a:extLst>
          </p:cNvPr>
          <p:cNvSpPr/>
          <p:nvPr/>
        </p:nvSpPr>
        <p:spPr>
          <a:xfrm>
            <a:off x="5636561" y="5139514"/>
            <a:ext cx="612460" cy="2122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48013E5C-4E43-9AA2-CAA1-3CB68F455C5E}"/>
              </a:ext>
            </a:extLst>
          </p:cNvPr>
          <p:cNvSpPr txBox="1"/>
          <p:nvPr/>
        </p:nvSpPr>
        <p:spPr>
          <a:xfrm>
            <a:off x="6249021" y="5055930"/>
            <a:ext cx="1356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Lead Service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43077FC1-4438-4490-20D4-93AF99E69324}"/>
              </a:ext>
            </a:extLst>
          </p:cNvPr>
          <p:cNvSpPr/>
          <p:nvPr/>
        </p:nvSpPr>
        <p:spPr>
          <a:xfrm>
            <a:off x="5636561" y="5593519"/>
            <a:ext cx="612460" cy="2122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A7B2142-0E26-7E11-95ED-DA6CFE8C648E}"/>
              </a:ext>
            </a:extLst>
          </p:cNvPr>
          <p:cNvSpPr txBox="1"/>
          <p:nvPr/>
        </p:nvSpPr>
        <p:spPr>
          <a:xfrm>
            <a:off x="6249021" y="5509935"/>
            <a:ext cx="1721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Follower Service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E92705E6-16DF-4A3C-C1F1-C6C56D8DCE1B}"/>
              </a:ext>
            </a:extLst>
          </p:cNvPr>
          <p:cNvSpPr/>
          <p:nvPr/>
        </p:nvSpPr>
        <p:spPr>
          <a:xfrm>
            <a:off x="1654730" y="1127760"/>
            <a:ext cx="8371190" cy="9517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 err="1"/>
              <a:t>LineService</a:t>
            </a:r>
            <a:r>
              <a:rPr lang="de-DE" b="1" dirty="0"/>
              <a:t> </a:t>
            </a:r>
            <a:r>
              <a:rPr lang="de-DE" b="1" dirty="0" err="1"/>
              <a:t>with</a:t>
            </a:r>
            <a:r>
              <a:rPr lang="de-DE" b="1" dirty="0"/>
              <a:t> Line Interface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B3D25D91-58DB-95B5-8583-8046EA13D2AE}"/>
              </a:ext>
            </a:extLst>
          </p:cNvPr>
          <p:cNvSpPr/>
          <p:nvPr/>
        </p:nvSpPr>
        <p:spPr>
          <a:xfrm>
            <a:off x="2200090" y="1506238"/>
            <a:ext cx="2136303" cy="442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ServiceControl3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B3AE151C-4A03-EBEA-282B-9C789E7F130A}"/>
              </a:ext>
            </a:extLst>
          </p:cNvPr>
          <p:cNvSpPr/>
          <p:nvPr/>
        </p:nvSpPr>
        <p:spPr>
          <a:xfrm>
            <a:off x="4437438" y="1570116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Param1.1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E3061931-2362-5E42-DE97-D26948187A94}"/>
              </a:ext>
            </a:extLst>
          </p:cNvPr>
          <p:cNvSpPr/>
          <p:nvPr/>
        </p:nvSpPr>
        <p:spPr>
          <a:xfrm>
            <a:off x="5715010" y="1562454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Param1.3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5DBDFE6-E50F-4D0A-D0ED-0F6C49D3FAF7}"/>
              </a:ext>
            </a:extLst>
          </p:cNvPr>
          <p:cNvSpPr/>
          <p:nvPr/>
        </p:nvSpPr>
        <p:spPr>
          <a:xfrm>
            <a:off x="6992582" y="1562454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RV2.2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42C0F9A-C427-A06B-0BBF-D6CB6F63C6F2}"/>
              </a:ext>
            </a:extLst>
          </p:cNvPr>
          <p:cNvSpPr/>
          <p:nvPr/>
        </p:nvSpPr>
        <p:spPr>
          <a:xfrm>
            <a:off x="8270154" y="1561759"/>
            <a:ext cx="1176527" cy="324464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PVOut3.2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1360CD4-574A-8130-8458-DEFE4A150933}"/>
              </a:ext>
            </a:extLst>
          </p:cNvPr>
          <p:cNvSpPr txBox="1"/>
          <p:nvPr/>
        </p:nvSpPr>
        <p:spPr>
          <a:xfrm>
            <a:off x="8071037" y="5060766"/>
            <a:ext cx="1969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Param</a:t>
            </a:r>
            <a:r>
              <a:rPr lang="de-DE" dirty="0"/>
              <a:t>… Parameter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35EE1B3-3895-DA84-E789-577FAC54C417}"/>
              </a:ext>
            </a:extLst>
          </p:cNvPr>
          <p:cNvSpPr txBox="1"/>
          <p:nvPr/>
        </p:nvSpPr>
        <p:spPr>
          <a:xfrm>
            <a:off x="8071038" y="5355907"/>
            <a:ext cx="1868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RV</a:t>
            </a:r>
            <a:r>
              <a:rPr lang="de-DE" dirty="0"/>
              <a:t>… Report Value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0A554D8-8876-86C0-DB56-C03A2546586D}"/>
              </a:ext>
            </a:extLst>
          </p:cNvPr>
          <p:cNvSpPr txBox="1"/>
          <p:nvPr/>
        </p:nvSpPr>
        <p:spPr>
          <a:xfrm>
            <a:off x="8071039" y="5669644"/>
            <a:ext cx="1936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PV</a:t>
            </a:r>
            <a:r>
              <a:rPr lang="de-DE" dirty="0"/>
              <a:t>… </a:t>
            </a:r>
            <a:r>
              <a:rPr lang="de-DE" dirty="0" err="1"/>
              <a:t>Process</a:t>
            </a:r>
            <a:r>
              <a:rPr lang="de-DE" dirty="0"/>
              <a:t> Value</a:t>
            </a:r>
          </a:p>
        </p:txBody>
      </p:sp>
      <p:sp>
        <p:nvSpPr>
          <p:cNvPr id="269" name="Rechteck 268">
            <a:extLst>
              <a:ext uri="{FF2B5EF4-FFF2-40B4-BE49-F238E27FC236}">
                <a16:creationId xmlns:a16="http://schemas.microsoft.com/office/drawing/2014/main" id="{1D1AB2CE-2B30-FA05-7718-085F69D37C76}"/>
              </a:ext>
            </a:extLst>
          </p:cNvPr>
          <p:cNvSpPr/>
          <p:nvPr/>
        </p:nvSpPr>
        <p:spPr>
          <a:xfrm>
            <a:off x="3295842" y="2233141"/>
            <a:ext cx="962022" cy="714730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7" name="Grafik 266">
            <a:extLst>
              <a:ext uri="{FF2B5EF4-FFF2-40B4-BE49-F238E27FC236}">
                <a16:creationId xmlns:a16="http://schemas.microsoft.com/office/drawing/2014/main" id="{A278835C-0E89-2CCA-DC1D-8CF0F8297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287" y="2288969"/>
            <a:ext cx="674146" cy="589727"/>
          </a:xfrm>
          <a:prstGeom prst="rect">
            <a:avLst/>
          </a:prstGeom>
        </p:spPr>
      </p:pic>
      <p:sp>
        <p:nvSpPr>
          <p:cNvPr id="270" name="Rechteck 269">
            <a:extLst>
              <a:ext uri="{FF2B5EF4-FFF2-40B4-BE49-F238E27FC236}">
                <a16:creationId xmlns:a16="http://schemas.microsoft.com/office/drawing/2014/main" id="{E2DFE882-EEED-B203-31E3-916FE3E03F7D}"/>
              </a:ext>
            </a:extLst>
          </p:cNvPr>
          <p:cNvSpPr/>
          <p:nvPr/>
        </p:nvSpPr>
        <p:spPr>
          <a:xfrm>
            <a:off x="6254750" y="2240146"/>
            <a:ext cx="962022" cy="714730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8" name="Grafik 267">
            <a:extLst>
              <a:ext uri="{FF2B5EF4-FFF2-40B4-BE49-F238E27FC236}">
                <a16:creationId xmlns:a16="http://schemas.microsoft.com/office/drawing/2014/main" id="{99713C62-8C69-0338-F1E0-8CB6162B6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62" y="2365088"/>
            <a:ext cx="933282" cy="414671"/>
          </a:xfrm>
          <a:prstGeom prst="rect">
            <a:avLst/>
          </a:prstGeom>
        </p:spPr>
      </p:pic>
      <p:sp>
        <p:nvSpPr>
          <p:cNvPr id="271" name="Rechteck 270">
            <a:extLst>
              <a:ext uri="{FF2B5EF4-FFF2-40B4-BE49-F238E27FC236}">
                <a16:creationId xmlns:a16="http://schemas.microsoft.com/office/drawing/2014/main" id="{FFAA1427-F0DC-5AEF-3B5D-86DBE3871A00}"/>
              </a:ext>
            </a:extLst>
          </p:cNvPr>
          <p:cNvSpPr/>
          <p:nvPr/>
        </p:nvSpPr>
        <p:spPr>
          <a:xfrm>
            <a:off x="9223894" y="2240146"/>
            <a:ext cx="962022" cy="714730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72" name="Grafik 271">
            <a:extLst>
              <a:ext uri="{FF2B5EF4-FFF2-40B4-BE49-F238E27FC236}">
                <a16:creationId xmlns:a16="http://schemas.microsoft.com/office/drawing/2014/main" id="{A5DB11E0-D7FF-608F-566F-1A2DC6A1E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583" y="2299350"/>
            <a:ext cx="754643" cy="58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25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C5091C62-9BFE-9E7F-9BFB-DB94E3A6748C}"/>
              </a:ext>
            </a:extLst>
          </p:cNvPr>
          <p:cNvGrpSpPr/>
          <p:nvPr/>
        </p:nvGrpSpPr>
        <p:grpSpPr>
          <a:xfrm>
            <a:off x="-230542" y="1889436"/>
            <a:ext cx="4120179" cy="3444564"/>
            <a:chOff x="-230542" y="1889436"/>
            <a:chExt cx="4120179" cy="3444564"/>
          </a:xfrm>
        </p:grpSpPr>
        <p:sp>
          <p:nvSpPr>
            <p:cNvPr id="21" name="Rechteck: abgerundete Ecken 20">
              <a:extLst>
                <a:ext uri="{FF2B5EF4-FFF2-40B4-BE49-F238E27FC236}">
                  <a16:creationId xmlns:a16="http://schemas.microsoft.com/office/drawing/2014/main" id="{C667C630-7E65-64FB-D55D-B7100CF3C87A}"/>
                </a:ext>
              </a:extLst>
            </p:cNvPr>
            <p:cNvSpPr/>
            <p:nvPr/>
          </p:nvSpPr>
          <p:spPr>
            <a:xfrm>
              <a:off x="-230542" y="1889436"/>
              <a:ext cx="4120179" cy="3444564"/>
            </a:xfrm>
            <a:prstGeom prst="roundRect">
              <a:avLst>
                <a:gd name="adj" fmla="val 6057"/>
              </a:avLst>
            </a:prstGeom>
            <a:solidFill>
              <a:srgbClr val="695C5D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2400" dirty="0"/>
                <a:t>FFS HMI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3B841D34-8B2C-9CC7-EB5C-47848D750A50}"/>
                </a:ext>
              </a:extLst>
            </p:cNvPr>
            <p:cNvSpPr/>
            <p:nvPr/>
          </p:nvSpPr>
          <p:spPr>
            <a:xfrm>
              <a:off x="-100853" y="2515920"/>
              <a:ext cx="3860800" cy="2682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9" name="Grafik 68">
              <a:extLst>
                <a:ext uri="{FF2B5EF4-FFF2-40B4-BE49-F238E27FC236}">
                  <a16:creationId xmlns:a16="http://schemas.microsoft.com/office/drawing/2014/main" id="{AA8FA643-EC55-8A8B-AB13-C25013402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56403" y="2607360"/>
              <a:ext cx="3771900" cy="2499360"/>
            </a:xfrm>
            <a:prstGeom prst="rect">
              <a:avLst/>
            </a:prstGeom>
          </p:spPr>
        </p:pic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110DA2F3-B760-E7FC-BEC6-F7EEE6C515DE}"/>
              </a:ext>
            </a:extLst>
          </p:cNvPr>
          <p:cNvGrpSpPr/>
          <p:nvPr/>
        </p:nvGrpSpPr>
        <p:grpSpPr>
          <a:xfrm>
            <a:off x="4019326" y="1889436"/>
            <a:ext cx="4120179" cy="3444564"/>
            <a:chOff x="4019326" y="1889436"/>
            <a:chExt cx="4120179" cy="3444564"/>
          </a:xfrm>
        </p:grpSpPr>
        <p:sp>
          <p:nvSpPr>
            <p:cNvPr id="70" name="Rechteck: abgerundete Ecken 69">
              <a:extLst>
                <a:ext uri="{FF2B5EF4-FFF2-40B4-BE49-F238E27FC236}">
                  <a16:creationId xmlns:a16="http://schemas.microsoft.com/office/drawing/2014/main" id="{C517AF0C-AF24-F584-8604-056259C3FEB5}"/>
                </a:ext>
              </a:extLst>
            </p:cNvPr>
            <p:cNvSpPr/>
            <p:nvPr/>
          </p:nvSpPr>
          <p:spPr>
            <a:xfrm>
              <a:off x="4019326" y="1889436"/>
              <a:ext cx="4120179" cy="3444564"/>
            </a:xfrm>
            <a:prstGeom prst="roundRect">
              <a:avLst>
                <a:gd name="adj" fmla="val 6057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2400" dirty="0"/>
                <a:t>CONV HMI</a:t>
              </a: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E4822E70-EBE8-80A0-E3C8-A5CE304DAF9B}"/>
                </a:ext>
              </a:extLst>
            </p:cNvPr>
            <p:cNvSpPr/>
            <p:nvPr/>
          </p:nvSpPr>
          <p:spPr>
            <a:xfrm>
              <a:off x="4149015" y="2515920"/>
              <a:ext cx="3860800" cy="2682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B85807B5-6A52-4760-8E92-6CECE66381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193465" y="3037640"/>
              <a:ext cx="3771900" cy="1638799"/>
            </a:xfrm>
            <a:prstGeom prst="rect">
              <a:avLst/>
            </a:prstGeom>
          </p:spPr>
        </p:pic>
      </p:grpSp>
      <p:grpSp>
        <p:nvGrpSpPr>
          <p:cNvPr id="135" name="Gruppieren 134">
            <a:extLst>
              <a:ext uri="{FF2B5EF4-FFF2-40B4-BE49-F238E27FC236}">
                <a16:creationId xmlns:a16="http://schemas.microsoft.com/office/drawing/2014/main" id="{17B93445-D002-196B-99AC-C1A33D7E8055}"/>
              </a:ext>
            </a:extLst>
          </p:cNvPr>
          <p:cNvGrpSpPr/>
          <p:nvPr/>
        </p:nvGrpSpPr>
        <p:grpSpPr>
          <a:xfrm>
            <a:off x="8269194" y="1889436"/>
            <a:ext cx="4120179" cy="3444564"/>
            <a:chOff x="8269194" y="1889436"/>
            <a:chExt cx="4120179" cy="3444564"/>
          </a:xfrm>
        </p:grpSpPr>
        <p:sp>
          <p:nvSpPr>
            <p:cNvPr id="73" name="Rechteck: abgerundete Ecken 72">
              <a:extLst>
                <a:ext uri="{FF2B5EF4-FFF2-40B4-BE49-F238E27FC236}">
                  <a16:creationId xmlns:a16="http://schemas.microsoft.com/office/drawing/2014/main" id="{7E5FCD7C-F354-6169-9411-F4392DF5D383}"/>
                </a:ext>
              </a:extLst>
            </p:cNvPr>
            <p:cNvSpPr/>
            <p:nvPr/>
          </p:nvSpPr>
          <p:spPr>
            <a:xfrm>
              <a:off x="8269194" y="1889436"/>
              <a:ext cx="4120179" cy="3444564"/>
            </a:xfrm>
            <a:prstGeom prst="roundRect">
              <a:avLst>
                <a:gd name="adj" fmla="val 6057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2400" dirty="0"/>
                <a:t>PAL HMI</a:t>
              </a: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1C217102-7DF4-9CAD-31BC-095E6C11AF76}"/>
                </a:ext>
              </a:extLst>
            </p:cNvPr>
            <p:cNvSpPr/>
            <p:nvPr/>
          </p:nvSpPr>
          <p:spPr>
            <a:xfrm>
              <a:off x="8398883" y="2515920"/>
              <a:ext cx="3860800" cy="2682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9" name="Grafik 128">
              <a:extLst>
                <a:ext uri="{FF2B5EF4-FFF2-40B4-BE49-F238E27FC236}">
                  <a16:creationId xmlns:a16="http://schemas.microsoft.com/office/drawing/2014/main" id="{69DED48F-7250-D9BD-8356-2A5EC9D2F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5776" y="2667709"/>
              <a:ext cx="3747013" cy="23786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0359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C016D-53B7-FDEC-FF40-5AE5841B8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1DB7A3C-7AF3-6524-99F5-73520D10A7E4}"/>
              </a:ext>
            </a:extLst>
          </p:cNvPr>
          <p:cNvSpPr/>
          <p:nvPr/>
        </p:nvSpPr>
        <p:spPr>
          <a:xfrm>
            <a:off x="5084620" y="124429"/>
            <a:ext cx="6413897" cy="1967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C8BEC2D2-6092-47E8-74DB-046FFBD13B1D}"/>
              </a:ext>
            </a:extLst>
          </p:cNvPr>
          <p:cNvGrpSpPr/>
          <p:nvPr/>
        </p:nvGrpSpPr>
        <p:grpSpPr>
          <a:xfrm>
            <a:off x="1065691" y="2092034"/>
            <a:ext cx="13375598" cy="7254118"/>
            <a:chOff x="6562116" y="2042282"/>
            <a:chExt cx="13375598" cy="7254118"/>
          </a:xfrm>
        </p:grpSpPr>
        <p:sp>
          <p:nvSpPr>
            <p:cNvPr id="26" name="Rechteck: abgerundete Ecken 25">
              <a:extLst>
                <a:ext uri="{FF2B5EF4-FFF2-40B4-BE49-F238E27FC236}">
                  <a16:creationId xmlns:a16="http://schemas.microsoft.com/office/drawing/2014/main" id="{107AE424-BF94-B00B-ACBB-DDEE9CFFF931}"/>
                </a:ext>
              </a:extLst>
            </p:cNvPr>
            <p:cNvSpPr/>
            <p:nvPr/>
          </p:nvSpPr>
          <p:spPr>
            <a:xfrm>
              <a:off x="6562116" y="2042282"/>
              <a:ext cx="13375598" cy="7254118"/>
            </a:xfrm>
            <a:prstGeom prst="roundRect">
              <a:avLst>
                <a:gd name="adj" fmla="val 6057"/>
              </a:avLst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Ins="3312000" rtlCol="0" anchor="t" anchorCtr="0"/>
            <a:lstStyle/>
            <a:p>
              <a:pPr algn="r"/>
              <a:r>
                <a:rPr lang="de-DE" sz="2800" dirty="0" err="1"/>
                <a:t>Logistics</a:t>
              </a:r>
              <a:r>
                <a:rPr lang="de-DE" sz="2800" dirty="0"/>
                <a:t> Line HMI</a:t>
              </a:r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E333BE2A-9254-B094-56E4-16401254ED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853959" y="2816453"/>
              <a:ext cx="12791911" cy="6183658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EEBF44ED-42DF-4689-DBEB-41D46E5E2D26}"/>
              </a:ext>
            </a:extLst>
          </p:cNvPr>
          <p:cNvGrpSpPr/>
          <p:nvPr/>
        </p:nvGrpSpPr>
        <p:grpSpPr>
          <a:xfrm>
            <a:off x="300988" y="-56488"/>
            <a:ext cx="4120179" cy="3444564"/>
            <a:chOff x="-230542" y="1889436"/>
            <a:chExt cx="4120179" cy="3444564"/>
          </a:xfrm>
        </p:grpSpPr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FC65120F-31D5-F239-5D4F-8E7852C760DF}"/>
                </a:ext>
              </a:extLst>
            </p:cNvPr>
            <p:cNvSpPr/>
            <p:nvPr/>
          </p:nvSpPr>
          <p:spPr>
            <a:xfrm>
              <a:off x="-230542" y="1889436"/>
              <a:ext cx="4120179" cy="3444564"/>
            </a:xfrm>
            <a:prstGeom prst="roundRect">
              <a:avLst>
                <a:gd name="adj" fmla="val 6057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2800" dirty="0"/>
                <a:t>FFS-Bedienbild (FFS_HMI)</a:t>
              </a: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2396460A-6FFB-9C6A-E99D-EBCFCC4191F4}"/>
                </a:ext>
              </a:extLst>
            </p:cNvPr>
            <p:cNvSpPr/>
            <p:nvPr/>
          </p:nvSpPr>
          <p:spPr>
            <a:xfrm>
              <a:off x="-100853" y="2515920"/>
              <a:ext cx="3860800" cy="2682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3DCBCA9D-FDF3-6002-3BF4-BF7B2A37C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56403" y="2607360"/>
              <a:ext cx="3771900" cy="2499360"/>
            </a:xfrm>
            <a:prstGeom prst="rect">
              <a:avLst/>
            </a:prstGeom>
          </p:spPr>
        </p:pic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1D448545-0BCB-D727-83FF-7321742F1526}"/>
              </a:ext>
            </a:extLst>
          </p:cNvPr>
          <p:cNvGrpSpPr/>
          <p:nvPr/>
        </p:nvGrpSpPr>
        <p:grpSpPr>
          <a:xfrm>
            <a:off x="492473" y="25361"/>
            <a:ext cx="4120179" cy="3444564"/>
            <a:chOff x="4019326" y="1889436"/>
            <a:chExt cx="4120179" cy="3444564"/>
          </a:xfrm>
        </p:grpSpPr>
        <p:sp>
          <p:nvSpPr>
            <p:cNvPr id="33" name="Rechteck: abgerundete Ecken 32">
              <a:extLst>
                <a:ext uri="{FF2B5EF4-FFF2-40B4-BE49-F238E27FC236}">
                  <a16:creationId xmlns:a16="http://schemas.microsoft.com/office/drawing/2014/main" id="{9CDB539B-29B0-93B7-49D6-BBFF0F936D32}"/>
                </a:ext>
              </a:extLst>
            </p:cNvPr>
            <p:cNvSpPr/>
            <p:nvPr/>
          </p:nvSpPr>
          <p:spPr>
            <a:xfrm>
              <a:off x="4019326" y="1889436"/>
              <a:ext cx="4120179" cy="3444564"/>
            </a:xfrm>
            <a:prstGeom prst="roundRect">
              <a:avLst>
                <a:gd name="adj" fmla="val 6057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2800" dirty="0"/>
                <a:t>CONV-Bedienbild (CONV_HMI)</a:t>
              </a: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1A9D72F1-92D2-2BEF-5370-C523A7652740}"/>
                </a:ext>
              </a:extLst>
            </p:cNvPr>
            <p:cNvSpPr/>
            <p:nvPr/>
          </p:nvSpPr>
          <p:spPr>
            <a:xfrm>
              <a:off x="4149015" y="2515920"/>
              <a:ext cx="3860800" cy="2682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62C51747-4357-E4B6-BB2D-15B4DC23FC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193465" y="3037640"/>
              <a:ext cx="3771900" cy="1638799"/>
            </a:xfrm>
            <a:prstGeom prst="rect">
              <a:avLst/>
            </a:prstGeom>
          </p:spPr>
        </p:pic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963362AB-D73D-C1E1-03F9-6493F46E2CE7}"/>
              </a:ext>
            </a:extLst>
          </p:cNvPr>
          <p:cNvGrpSpPr/>
          <p:nvPr/>
        </p:nvGrpSpPr>
        <p:grpSpPr>
          <a:xfrm>
            <a:off x="693483" y="124430"/>
            <a:ext cx="4120179" cy="3444564"/>
            <a:chOff x="8269194" y="1889436"/>
            <a:chExt cx="4120179" cy="3444564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5222B415-68B8-6C92-5B97-6858D7FCD9D8}"/>
                </a:ext>
              </a:extLst>
            </p:cNvPr>
            <p:cNvSpPr/>
            <p:nvPr/>
          </p:nvSpPr>
          <p:spPr>
            <a:xfrm>
              <a:off x="8269194" y="1889436"/>
              <a:ext cx="4120179" cy="3444564"/>
            </a:xfrm>
            <a:prstGeom prst="roundRect">
              <a:avLst>
                <a:gd name="adj" fmla="val 6057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2800" dirty="0"/>
                <a:t>FFS HMI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9AD1EE14-493A-BEF6-80DD-B2D64FCFA8E3}"/>
                </a:ext>
              </a:extLst>
            </p:cNvPr>
            <p:cNvSpPr/>
            <p:nvPr/>
          </p:nvSpPr>
          <p:spPr>
            <a:xfrm>
              <a:off x="8398883" y="2515920"/>
              <a:ext cx="3860800" cy="2682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F3722F08-942E-6971-9601-C8C5C70BD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77" y="842354"/>
            <a:ext cx="3771900" cy="2499360"/>
          </a:xfrm>
          <a:prstGeom prst="rect">
            <a:avLst/>
          </a:prstGeom>
        </p:spPr>
      </p:pic>
      <p:sp>
        <p:nvSpPr>
          <p:cNvPr id="40" name="Rechteck 39">
            <a:extLst>
              <a:ext uri="{FF2B5EF4-FFF2-40B4-BE49-F238E27FC236}">
                <a16:creationId xmlns:a16="http://schemas.microsoft.com/office/drawing/2014/main" id="{E12EE8C3-BA97-B4A2-93CB-DD7D0174DD06}"/>
              </a:ext>
            </a:extLst>
          </p:cNvPr>
          <p:cNvSpPr/>
          <p:nvPr/>
        </p:nvSpPr>
        <p:spPr>
          <a:xfrm>
            <a:off x="1635803" y="1353895"/>
            <a:ext cx="2212297" cy="1970598"/>
          </a:xfrm>
          <a:prstGeom prst="rect">
            <a:avLst/>
          </a:prstGeom>
          <a:noFill/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35D1830-5885-9C03-CBEE-E0C70AFA111F}"/>
              </a:ext>
            </a:extLst>
          </p:cNvPr>
          <p:cNvSpPr/>
          <p:nvPr/>
        </p:nvSpPr>
        <p:spPr>
          <a:xfrm>
            <a:off x="905828" y="896006"/>
            <a:ext cx="658654" cy="577988"/>
          </a:xfrm>
          <a:prstGeom prst="rect">
            <a:avLst/>
          </a:prstGeom>
          <a:noFill/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8893919-366A-BBD2-81E4-708BDB80FEE3}"/>
              </a:ext>
            </a:extLst>
          </p:cNvPr>
          <p:cNvSpPr/>
          <p:nvPr/>
        </p:nvSpPr>
        <p:spPr>
          <a:xfrm>
            <a:off x="1386185" y="3912301"/>
            <a:ext cx="3928765" cy="3444564"/>
          </a:xfrm>
          <a:prstGeom prst="rect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2D5B804-DEFA-5D47-F485-1040F7A919A9}"/>
              </a:ext>
            </a:extLst>
          </p:cNvPr>
          <p:cNvSpPr/>
          <p:nvPr/>
        </p:nvSpPr>
        <p:spPr>
          <a:xfrm>
            <a:off x="3292959" y="7773275"/>
            <a:ext cx="1233976" cy="1161176"/>
          </a:xfrm>
          <a:prstGeom prst="rect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A765D5A-98AE-FCE7-0B1F-A2F98BEA325C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2741952" y="3324493"/>
            <a:ext cx="0" cy="587808"/>
          </a:xfrm>
          <a:prstGeom prst="straightConnector1">
            <a:avLst/>
          </a:prstGeom>
          <a:ln w="38100">
            <a:solidFill>
              <a:schemeClr val="accent6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D103E46A-92F0-791E-D7A7-95DCC0D189DE}"/>
              </a:ext>
            </a:extLst>
          </p:cNvPr>
          <p:cNvSpPr/>
          <p:nvPr/>
        </p:nvSpPr>
        <p:spPr>
          <a:xfrm>
            <a:off x="5697969" y="2962790"/>
            <a:ext cx="1312432" cy="1130239"/>
          </a:xfrm>
          <a:prstGeom prst="rect">
            <a:avLst/>
          </a:pr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A8B2C339-D2CF-5CCC-3C5A-50663301C7CD}"/>
              </a:ext>
            </a:extLst>
          </p:cNvPr>
          <p:cNvSpPr/>
          <p:nvPr/>
        </p:nvSpPr>
        <p:spPr>
          <a:xfrm>
            <a:off x="7519435" y="7773275"/>
            <a:ext cx="1233976" cy="1161176"/>
          </a:xfrm>
          <a:prstGeom prst="rect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58605ECC-E87C-5595-A444-B9FA7B178BDF}"/>
              </a:ext>
            </a:extLst>
          </p:cNvPr>
          <p:cNvSpPr/>
          <p:nvPr/>
        </p:nvSpPr>
        <p:spPr>
          <a:xfrm>
            <a:off x="11402285" y="7773275"/>
            <a:ext cx="1233976" cy="1161176"/>
          </a:xfrm>
          <a:prstGeom prst="rect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61FC3AAD-4323-B280-6C6D-E872AA11E060}"/>
              </a:ext>
            </a:extLst>
          </p:cNvPr>
          <p:cNvSpPr/>
          <p:nvPr/>
        </p:nvSpPr>
        <p:spPr>
          <a:xfrm>
            <a:off x="5463960" y="4711069"/>
            <a:ext cx="4884726" cy="2643710"/>
          </a:xfrm>
          <a:prstGeom prst="rect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0F863476-4D63-EECA-0541-3DB3E1B32E0F}"/>
              </a:ext>
            </a:extLst>
          </p:cNvPr>
          <p:cNvSpPr/>
          <p:nvPr/>
        </p:nvSpPr>
        <p:spPr>
          <a:xfrm>
            <a:off x="10486838" y="4376433"/>
            <a:ext cx="3562991" cy="2978346"/>
          </a:xfrm>
          <a:prstGeom prst="rect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0BB9187A-C3D0-C861-2FA9-FF79F01F6014}"/>
              </a:ext>
            </a:extLst>
          </p:cNvPr>
          <p:cNvSpPr/>
          <p:nvPr/>
        </p:nvSpPr>
        <p:spPr>
          <a:xfrm>
            <a:off x="8485821" y="2947321"/>
            <a:ext cx="1233976" cy="882109"/>
          </a:xfrm>
          <a:prstGeom prst="rect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4A4AA1CA-CD40-A773-2136-AE875FFEC133}"/>
              </a:ext>
            </a:extLst>
          </p:cNvPr>
          <p:cNvSpPr/>
          <p:nvPr/>
        </p:nvSpPr>
        <p:spPr>
          <a:xfrm>
            <a:off x="8485821" y="3960996"/>
            <a:ext cx="1233976" cy="606574"/>
          </a:xfrm>
          <a:prstGeom prst="rect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947E3B54-37C7-48A9-3C92-F4C27DFA29BB}"/>
              </a:ext>
            </a:extLst>
          </p:cNvPr>
          <p:cNvSpPr/>
          <p:nvPr/>
        </p:nvSpPr>
        <p:spPr>
          <a:xfrm>
            <a:off x="11498517" y="2962790"/>
            <a:ext cx="1233976" cy="621562"/>
          </a:xfrm>
          <a:prstGeom prst="rect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77D69DD5-02CC-E0AF-BF7F-03C35CD4A5BA}"/>
              </a:ext>
            </a:extLst>
          </p:cNvPr>
          <p:cNvSpPr/>
          <p:nvPr/>
        </p:nvSpPr>
        <p:spPr>
          <a:xfrm>
            <a:off x="11498517" y="3584352"/>
            <a:ext cx="1233976" cy="606574"/>
          </a:xfrm>
          <a:prstGeom prst="rect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E9183B00-115A-D654-2F8D-C2FEA5F39FE5}"/>
              </a:ext>
            </a:extLst>
          </p:cNvPr>
          <p:cNvCxnSpPr>
            <a:cxnSpLocks/>
          </p:cNvCxnSpPr>
          <p:nvPr/>
        </p:nvCxnSpPr>
        <p:spPr>
          <a:xfrm>
            <a:off x="5463960" y="569996"/>
            <a:ext cx="890225" cy="0"/>
          </a:xfrm>
          <a:prstGeom prst="line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FF2E9481-D394-776D-D2D5-185BE35ECD38}"/>
              </a:ext>
            </a:extLst>
          </p:cNvPr>
          <p:cNvCxnSpPr>
            <a:cxnSpLocks/>
          </p:cNvCxnSpPr>
          <p:nvPr/>
        </p:nvCxnSpPr>
        <p:spPr>
          <a:xfrm>
            <a:off x="5463960" y="1527099"/>
            <a:ext cx="890225" cy="0"/>
          </a:xfrm>
          <a:prstGeom prst="line">
            <a:avLst/>
          </a:pr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Textfeld 75">
            <a:extLst>
              <a:ext uri="{FF2B5EF4-FFF2-40B4-BE49-F238E27FC236}">
                <a16:creationId xmlns:a16="http://schemas.microsoft.com/office/drawing/2014/main" id="{FD226293-6542-DA7D-6D12-F1DE03F48DCE}"/>
              </a:ext>
            </a:extLst>
          </p:cNvPr>
          <p:cNvSpPr txBox="1"/>
          <p:nvPr/>
        </p:nvSpPr>
        <p:spPr>
          <a:xfrm>
            <a:off x="6452765" y="246830"/>
            <a:ext cx="5072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Elements </a:t>
            </a:r>
            <a:r>
              <a:rPr lang="de-DE" sz="2800" dirty="0" err="1"/>
              <a:t>used</a:t>
            </a:r>
            <a:r>
              <a:rPr lang="de-DE" sz="2800" dirty="0"/>
              <a:t> </a:t>
            </a:r>
            <a:r>
              <a:rPr lang="de-DE" sz="2800" dirty="0" err="1"/>
              <a:t>from</a:t>
            </a:r>
            <a:r>
              <a:rPr lang="de-DE" sz="2800" dirty="0"/>
              <a:t> a LEA HMI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A54D8E86-FAE8-6D4C-88D5-2BA34FC6DBDD}"/>
              </a:ext>
            </a:extLst>
          </p:cNvPr>
          <p:cNvSpPr txBox="1"/>
          <p:nvPr/>
        </p:nvSpPr>
        <p:spPr>
          <a:xfrm>
            <a:off x="6452765" y="1272983"/>
            <a:ext cx="5920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Line-</a:t>
            </a:r>
            <a:r>
              <a:rPr lang="de-DE" sz="2800" dirty="0" err="1"/>
              <a:t>specific</a:t>
            </a:r>
            <a:r>
              <a:rPr lang="de-DE" sz="2800" dirty="0"/>
              <a:t> HMI </a:t>
            </a:r>
            <a:r>
              <a:rPr lang="de-DE" sz="2800" dirty="0" err="1"/>
              <a:t>elements</a:t>
            </a:r>
            <a:endParaRPr lang="de-DE" sz="2800" dirty="0"/>
          </a:p>
        </p:txBody>
      </p: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B274B940-A4B4-7F7E-C855-9063E88CB1B4}"/>
              </a:ext>
            </a:extLst>
          </p:cNvPr>
          <p:cNvCxnSpPr>
            <a:cxnSpLocks/>
            <a:stCxn id="3" idx="2"/>
            <a:endCxn id="6" idx="1"/>
          </p:cNvCxnSpPr>
          <p:nvPr/>
        </p:nvCxnSpPr>
        <p:spPr>
          <a:xfrm rot="16200000" flipH="1">
            <a:off x="-1175877" y="3885026"/>
            <a:ext cx="6879869" cy="2057804"/>
          </a:xfrm>
          <a:prstGeom prst="bentConnector2">
            <a:avLst/>
          </a:prstGeom>
          <a:ln w="38100">
            <a:solidFill>
              <a:schemeClr val="accent6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162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CAEA8D-8915-4BE6-1D52-E5A9F2E6A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84" y="1429644"/>
            <a:ext cx="10385362" cy="696682"/>
          </a:xfrm>
        </p:spPr>
        <p:txBody>
          <a:bodyPr/>
          <a:lstStyle/>
          <a:p>
            <a:endParaRPr lang="de-DE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A4B69D1-579C-E323-1537-24C8F220D241}"/>
              </a:ext>
            </a:extLst>
          </p:cNvPr>
          <p:cNvSpPr/>
          <p:nvPr/>
        </p:nvSpPr>
        <p:spPr>
          <a:xfrm>
            <a:off x="-512248" y="1168400"/>
            <a:ext cx="13375598" cy="4679951"/>
          </a:xfrm>
          <a:prstGeom prst="roundRect">
            <a:avLst>
              <a:gd name="adj" fmla="val 6057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r>
              <a:rPr lang="de-DE" sz="2800" dirty="0" err="1"/>
              <a:t>Logistics</a:t>
            </a:r>
            <a:r>
              <a:rPr lang="de-DE" sz="2800" dirty="0"/>
              <a:t> Line HMI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ACF5F07-A326-4D38-6273-F1D4025075BA}"/>
              </a:ext>
            </a:extLst>
          </p:cNvPr>
          <p:cNvSpPr/>
          <p:nvPr/>
        </p:nvSpPr>
        <p:spPr>
          <a:xfrm>
            <a:off x="-149189" y="1879600"/>
            <a:ext cx="12668250" cy="3644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4BAC47A-7A56-01E5-4DC2-17987ED752BF}"/>
              </a:ext>
            </a:extLst>
          </p:cNvPr>
          <p:cNvSpPr/>
          <p:nvPr/>
        </p:nvSpPr>
        <p:spPr>
          <a:xfrm>
            <a:off x="9336" y="2233670"/>
            <a:ext cx="3860800" cy="2682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EE7CCA8-404A-EFE8-2A6F-E4ADFF600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6" y="2325110"/>
            <a:ext cx="3771900" cy="249936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7FA98027-8F80-10D2-4AE3-DCE2E91BA5D1}"/>
              </a:ext>
            </a:extLst>
          </p:cNvPr>
          <p:cNvSpPr/>
          <p:nvPr/>
        </p:nvSpPr>
        <p:spPr>
          <a:xfrm>
            <a:off x="4259204" y="2233670"/>
            <a:ext cx="3860800" cy="2682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3745F01-AB4F-6801-68AE-DAA03309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03654" y="2755390"/>
            <a:ext cx="3771900" cy="1638799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FC4F6E9-5363-F011-5CBF-679279A0858F}"/>
              </a:ext>
            </a:extLst>
          </p:cNvPr>
          <p:cNvSpPr/>
          <p:nvPr/>
        </p:nvSpPr>
        <p:spPr>
          <a:xfrm>
            <a:off x="8509072" y="2233670"/>
            <a:ext cx="3860800" cy="2682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2C9B9575-076C-99AA-8118-721866D24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5965" y="2385459"/>
            <a:ext cx="3747013" cy="2378660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BD73C3CC-0DC8-EFE1-3DF6-4E188EA1705F}"/>
              </a:ext>
            </a:extLst>
          </p:cNvPr>
          <p:cNvSpPr/>
          <p:nvPr/>
        </p:nvSpPr>
        <p:spPr>
          <a:xfrm>
            <a:off x="-24647" y="2152656"/>
            <a:ext cx="3928765" cy="2763254"/>
          </a:xfrm>
          <a:prstGeom prst="rect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A28BD27-4931-870B-245D-0F3DB07FA825}"/>
              </a:ext>
            </a:extLst>
          </p:cNvPr>
          <p:cNvSpPr/>
          <p:nvPr/>
        </p:nvSpPr>
        <p:spPr>
          <a:xfrm>
            <a:off x="4152900" y="2152656"/>
            <a:ext cx="4022883" cy="2763254"/>
          </a:xfrm>
          <a:prstGeom prst="rect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F6E25CD-0EDD-326D-3441-777031FCC2FE}"/>
              </a:ext>
            </a:extLst>
          </p:cNvPr>
          <p:cNvSpPr/>
          <p:nvPr/>
        </p:nvSpPr>
        <p:spPr>
          <a:xfrm>
            <a:off x="8424565" y="2152656"/>
            <a:ext cx="3945307" cy="2763254"/>
          </a:xfrm>
          <a:prstGeom prst="rect">
            <a:avLst/>
          </a:prstGeom>
          <a:noFill/>
          <a:ln w="762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13C15CC-E70E-2761-E276-FA2D1ED84A69}"/>
              </a:ext>
            </a:extLst>
          </p:cNvPr>
          <p:cNvSpPr txBox="1"/>
          <p:nvPr/>
        </p:nvSpPr>
        <p:spPr>
          <a:xfrm>
            <a:off x="-24648" y="4926752"/>
            <a:ext cx="2232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FFS HMI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4109622-BFD0-2EA2-C88B-189891192EBB}"/>
              </a:ext>
            </a:extLst>
          </p:cNvPr>
          <p:cNvSpPr txBox="1"/>
          <p:nvPr/>
        </p:nvSpPr>
        <p:spPr>
          <a:xfrm>
            <a:off x="4152900" y="4926752"/>
            <a:ext cx="2232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CONV HMI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1860687-BCBC-1D2D-278C-72280DA5C7AE}"/>
              </a:ext>
            </a:extLst>
          </p:cNvPr>
          <p:cNvSpPr txBox="1"/>
          <p:nvPr/>
        </p:nvSpPr>
        <p:spPr>
          <a:xfrm>
            <a:off x="8424565" y="4926752"/>
            <a:ext cx="2232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PAL HMI</a:t>
            </a:r>
          </a:p>
        </p:txBody>
      </p:sp>
    </p:spTree>
    <p:extLst>
      <p:ext uri="{BB962C8B-B14F-4D97-AF65-F5344CB8AC3E}">
        <p14:creationId xmlns:p14="http://schemas.microsoft.com/office/powerpoint/2010/main" val="8721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C636FA5-7BF9-8980-B60E-89A501604A4C}"/>
              </a:ext>
            </a:extLst>
          </p:cNvPr>
          <p:cNvSpPr/>
          <p:nvPr/>
        </p:nvSpPr>
        <p:spPr>
          <a:xfrm>
            <a:off x="396240" y="434340"/>
            <a:ext cx="7399020" cy="553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83" name="Verbinder: gewinkelt 82">
            <a:extLst>
              <a:ext uri="{FF2B5EF4-FFF2-40B4-BE49-F238E27FC236}">
                <a16:creationId xmlns:a16="http://schemas.microsoft.com/office/drawing/2014/main" id="{45DCADBE-7988-CA10-94D7-46F8883510BD}"/>
              </a:ext>
            </a:extLst>
          </p:cNvPr>
          <p:cNvCxnSpPr>
            <a:cxnSpLocks/>
            <a:stCxn id="65" idx="2"/>
            <a:endCxn id="63" idx="1"/>
          </p:cNvCxnSpPr>
          <p:nvPr/>
        </p:nvCxnSpPr>
        <p:spPr>
          <a:xfrm rot="16200000" flipH="1">
            <a:off x="4076081" y="1605050"/>
            <a:ext cx="2110375" cy="675083"/>
          </a:xfrm>
          <a:prstGeom prst="bentConnector2">
            <a:avLst/>
          </a:prstGeom>
          <a:noFill/>
          <a:ln w="28575">
            <a:solidFill>
              <a:schemeClr val="accent3"/>
            </a:solidFill>
            <a:tailEnd type="arrow"/>
          </a:ln>
        </p:spPr>
      </p:cxnSp>
      <p:cxnSp>
        <p:nvCxnSpPr>
          <p:cNvPr id="99" name="Verbinder: gewinkelt 98">
            <a:extLst>
              <a:ext uri="{FF2B5EF4-FFF2-40B4-BE49-F238E27FC236}">
                <a16:creationId xmlns:a16="http://schemas.microsoft.com/office/drawing/2014/main" id="{2230C81B-E817-BB1F-02D0-EC2F2F13BF8C}"/>
              </a:ext>
            </a:extLst>
          </p:cNvPr>
          <p:cNvCxnSpPr>
            <a:cxnSpLocks/>
            <a:stCxn id="65" idx="2"/>
            <a:endCxn id="64" idx="1"/>
          </p:cNvCxnSpPr>
          <p:nvPr/>
        </p:nvCxnSpPr>
        <p:spPr>
          <a:xfrm rot="16200000" flipH="1">
            <a:off x="3284782" y="2396349"/>
            <a:ext cx="3719794" cy="701905"/>
          </a:xfrm>
          <a:prstGeom prst="bentConnector2">
            <a:avLst/>
          </a:prstGeom>
          <a:noFill/>
          <a:ln w="28575">
            <a:solidFill>
              <a:schemeClr val="accent3"/>
            </a:solidFill>
            <a:tailEnd type="arrow"/>
          </a:ln>
        </p:spPr>
      </p:cxnSp>
      <p:cxnSp>
        <p:nvCxnSpPr>
          <p:cNvPr id="66" name="Verbinder: gewinkelt 65">
            <a:extLst>
              <a:ext uri="{FF2B5EF4-FFF2-40B4-BE49-F238E27FC236}">
                <a16:creationId xmlns:a16="http://schemas.microsoft.com/office/drawing/2014/main" id="{1F878067-DE4A-42F1-E534-1D01DF2B0457}"/>
              </a:ext>
            </a:extLst>
          </p:cNvPr>
          <p:cNvCxnSpPr>
            <a:cxnSpLocks/>
            <a:stCxn id="65" idx="2"/>
            <a:endCxn id="62" idx="1"/>
          </p:cNvCxnSpPr>
          <p:nvPr/>
        </p:nvCxnSpPr>
        <p:spPr>
          <a:xfrm rot="16200000" flipH="1">
            <a:off x="4880791" y="800341"/>
            <a:ext cx="500956" cy="675084"/>
          </a:xfrm>
          <a:prstGeom prst="bentConnector2">
            <a:avLst/>
          </a:prstGeom>
          <a:noFill/>
          <a:ln w="28575">
            <a:solidFill>
              <a:schemeClr val="accent3"/>
            </a:solidFill>
            <a:tailEnd type="arrow"/>
          </a:ln>
        </p:spPr>
      </p:cxnSp>
      <p:sp>
        <p:nvSpPr>
          <p:cNvPr id="65" name="Rechteck 64">
            <a:extLst>
              <a:ext uri="{FF2B5EF4-FFF2-40B4-BE49-F238E27FC236}">
                <a16:creationId xmlns:a16="http://schemas.microsoft.com/office/drawing/2014/main" id="{B2FE2E56-71A3-EBD4-5D16-03A1BF97B791}"/>
              </a:ext>
            </a:extLst>
          </p:cNvPr>
          <p:cNvSpPr/>
          <p:nvPr/>
        </p:nvSpPr>
        <p:spPr>
          <a:xfrm>
            <a:off x="4668711" y="544510"/>
            <a:ext cx="250032" cy="342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2" name="Verbinder: gewinkelt 111">
            <a:extLst>
              <a:ext uri="{FF2B5EF4-FFF2-40B4-BE49-F238E27FC236}">
                <a16:creationId xmlns:a16="http://schemas.microsoft.com/office/drawing/2014/main" id="{39DE7DF9-2EBA-520F-8511-D6E8AD87EEFF}"/>
              </a:ext>
            </a:extLst>
          </p:cNvPr>
          <p:cNvCxnSpPr>
            <a:cxnSpLocks/>
            <a:stCxn id="111" idx="2"/>
            <a:endCxn id="103" idx="1"/>
          </p:cNvCxnSpPr>
          <p:nvPr/>
        </p:nvCxnSpPr>
        <p:spPr>
          <a:xfrm rot="16200000" flipH="1">
            <a:off x="5605338" y="4791579"/>
            <a:ext cx="523032" cy="484726"/>
          </a:xfrm>
          <a:prstGeom prst="bentConnector2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  <a:tailEnd type="arrow"/>
          </a:ln>
        </p:spPr>
      </p:cxnSp>
      <p:sp>
        <p:nvSpPr>
          <p:cNvPr id="111" name="Rechteck 110">
            <a:extLst>
              <a:ext uri="{FF2B5EF4-FFF2-40B4-BE49-F238E27FC236}">
                <a16:creationId xmlns:a16="http://schemas.microsoft.com/office/drawing/2014/main" id="{4BC74B72-FF78-2212-F4DB-C52A85F479A6}"/>
              </a:ext>
            </a:extLst>
          </p:cNvPr>
          <p:cNvSpPr/>
          <p:nvPr/>
        </p:nvSpPr>
        <p:spPr>
          <a:xfrm>
            <a:off x="5499475" y="4429531"/>
            <a:ext cx="250032" cy="342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1E9FC0C3-A4C6-E718-DB5E-B1252B0BC092}"/>
              </a:ext>
            </a:extLst>
          </p:cNvPr>
          <p:cNvSpPr/>
          <p:nvPr/>
        </p:nvSpPr>
        <p:spPr>
          <a:xfrm>
            <a:off x="5468811" y="2830075"/>
            <a:ext cx="250032" cy="342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2731E136-35BB-F910-786D-F028FCA0B7D4}"/>
              </a:ext>
            </a:extLst>
          </p:cNvPr>
          <p:cNvSpPr/>
          <p:nvPr/>
        </p:nvSpPr>
        <p:spPr>
          <a:xfrm>
            <a:off x="5468811" y="1215787"/>
            <a:ext cx="250032" cy="342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6FE56130-AF2D-4800-63CC-4556FB2E5839}"/>
              </a:ext>
            </a:extLst>
          </p:cNvPr>
          <p:cNvSpPr/>
          <p:nvPr/>
        </p:nvSpPr>
        <p:spPr>
          <a:xfrm>
            <a:off x="454693" y="558639"/>
            <a:ext cx="250032" cy="342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8E581FFC-9407-F3AA-E8A8-28E254F5E63A}"/>
              </a:ext>
            </a:extLst>
          </p:cNvPr>
          <p:cNvGrpSpPr/>
          <p:nvPr/>
        </p:nvGrpSpPr>
        <p:grpSpPr>
          <a:xfrm>
            <a:off x="2098004" y="2298228"/>
            <a:ext cx="1669484" cy="1131051"/>
            <a:chOff x="4050704" y="2515920"/>
            <a:chExt cx="3959111" cy="2682240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DCAABDE4-FA73-951E-6398-CB7C8E920F69}"/>
                </a:ext>
              </a:extLst>
            </p:cNvPr>
            <p:cNvSpPr/>
            <p:nvPr/>
          </p:nvSpPr>
          <p:spPr>
            <a:xfrm>
              <a:off x="4050704" y="2515920"/>
              <a:ext cx="3959111" cy="26822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85DF0790-BB8E-071C-8C32-995E270581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134305" y="3101860"/>
              <a:ext cx="3771901" cy="1638798"/>
            </a:xfrm>
            <a:prstGeom prst="rect">
              <a:avLst/>
            </a:prstGeom>
          </p:spPr>
        </p:pic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C2DF9DE9-A94C-B6CA-3006-B0208044DF0C}"/>
              </a:ext>
            </a:extLst>
          </p:cNvPr>
          <p:cNvGrpSpPr/>
          <p:nvPr/>
        </p:nvGrpSpPr>
        <p:grpSpPr>
          <a:xfrm>
            <a:off x="2098004" y="1044172"/>
            <a:ext cx="1669484" cy="1131051"/>
            <a:chOff x="-199164" y="2515920"/>
            <a:chExt cx="3959111" cy="2682240"/>
          </a:xfrm>
        </p:grpSpPr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EC526068-DCD4-D332-4D63-C480DE09A576}"/>
                </a:ext>
              </a:extLst>
            </p:cNvPr>
            <p:cNvSpPr/>
            <p:nvPr/>
          </p:nvSpPr>
          <p:spPr>
            <a:xfrm>
              <a:off x="-199164" y="2515920"/>
              <a:ext cx="3959111" cy="26822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86CDC702-F3B7-AC15-1CDC-9A7912F9D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99138" y="2607361"/>
              <a:ext cx="3771901" cy="2499360"/>
            </a:xfrm>
            <a:prstGeom prst="rect">
              <a:avLst/>
            </a:prstGeom>
          </p:spPr>
        </p:pic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B4F38F8C-BB14-AFA1-B638-1B2E42472FE5}"/>
              </a:ext>
            </a:extLst>
          </p:cNvPr>
          <p:cNvGrpSpPr/>
          <p:nvPr/>
        </p:nvGrpSpPr>
        <p:grpSpPr>
          <a:xfrm>
            <a:off x="2074013" y="3569880"/>
            <a:ext cx="1693475" cy="1131051"/>
            <a:chOff x="8243678" y="2515920"/>
            <a:chExt cx="4016005" cy="2682240"/>
          </a:xfrm>
        </p:grpSpPr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F6251075-CEE0-8BEB-5FC5-8030526E1A41}"/>
                </a:ext>
              </a:extLst>
            </p:cNvPr>
            <p:cNvSpPr/>
            <p:nvPr/>
          </p:nvSpPr>
          <p:spPr>
            <a:xfrm>
              <a:off x="8243678" y="2515920"/>
              <a:ext cx="4016005" cy="26822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398161BD-6724-1478-CC02-215E62997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78173" y="2667710"/>
              <a:ext cx="3747013" cy="2378660"/>
            </a:xfrm>
            <a:prstGeom prst="rect">
              <a:avLst/>
            </a:prstGeom>
          </p:spPr>
        </p:pic>
      </p:grp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5046C42E-552A-7AEB-C122-AB5540C58C0A}"/>
              </a:ext>
            </a:extLst>
          </p:cNvPr>
          <p:cNvCxnSpPr>
            <a:cxnSpLocks/>
            <a:stCxn id="49" idx="2"/>
            <a:endCxn id="33" idx="1"/>
          </p:cNvCxnSpPr>
          <p:nvPr/>
        </p:nvCxnSpPr>
        <p:spPr>
          <a:xfrm rot="16200000" flipH="1">
            <a:off x="984774" y="496468"/>
            <a:ext cx="708164" cy="1518295"/>
          </a:xfrm>
          <a:prstGeom prst="bentConnector2">
            <a:avLst/>
          </a:prstGeom>
          <a:noFill/>
          <a:ln w="28575">
            <a:solidFill>
              <a:schemeClr val="accent3"/>
            </a:solidFill>
            <a:tailEnd type="arrow"/>
          </a:ln>
        </p:spPr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11EA5B8F-8356-181D-A709-4998F37ED146}"/>
              </a:ext>
            </a:extLst>
          </p:cNvPr>
          <p:cNvCxnSpPr>
            <a:cxnSpLocks/>
            <a:stCxn id="49" idx="2"/>
            <a:endCxn id="39" idx="1"/>
          </p:cNvCxnSpPr>
          <p:nvPr/>
        </p:nvCxnSpPr>
        <p:spPr>
          <a:xfrm rot="16200000" flipH="1">
            <a:off x="357746" y="1123496"/>
            <a:ext cx="1962220" cy="1518295"/>
          </a:xfrm>
          <a:prstGeom prst="bentConnector2">
            <a:avLst/>
          </a:prstGeom>
          <a:noFill/>
          <a:ln w="28575">
            <a:solidFill>
              <a:schemeClr val="accent3"/>
            </a:solidFill>
            <a:tailEnd type="arrow"/>
          </a:ln>
        </p:spPr>
      </p:cxn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F71EDE74-1D57-A686-52F3-F041F9B3D04C}"/>
              </a:ext>
            </a:extLst>
          </p:cNvPr>
          <p:cNvCxnSpPr>
            <a:cxnSpLocks/>
            <a:stCxn id="49" idx="2"/>
            <a:endCxn id="36" idx="1"/>
          </p:cNvCxnSpPr>
          <p:nvPr/>
        </p:nvCxnSpPr>
        <p:spPr>
          <a:xfrm rot="16200000" flipH="1">
            <a:off x="-290075" y="1771318"/>
            <a:ext cx="3233872" cy="1494304"/>
          </a:xfrm>
          <a:prstGeom prst="bentConnector2">
            <a:avLst/>
          </a:prstGeom>
          <a:noFill/>
          <a:ln w="28575">
            <a:solidFill>
              <a:schemeClr val="accent3"/>
            </a:solidFill>
            <a:tailEnd type="arrow"/>
          </a:ln>
        </p:spPr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6021FA53-78AF-2CAF-08F2-0CA90BAA6712}"/>
              </a:ext>
            </a:extLst>
          </p:cNvPr>
          <p:cNvSpPr txBox="1"/>
          <p:nvPr/>
        </p:nvSpPr>
        <p:spPr>
          <a:xfrm>
            <a:off x="555717" y="1270382"/>
            <a:ext cx="1124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FFS HMI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FDF96425-2888-D027-939F-7FD609A18195}"/>
              </a:ext>
            </a:extLst>
          </p:cNvPr>
          <p:cNvSpPr txBox="1"/>
          <p:nvPr/>
        </p:nvSpPr>
        <p:spPr>
          <a:xfrm>
            <a:off x="555716" y="2521502"/>
            <a:ext cx="1475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CONV HMI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2F3F18BF-755A-E86F-E026-8D66BF6E13FF}"/>
              </a:ext>
            </a:extLst>
          </p:cNvPr>
          <p:cNvSpPr txBox="1"/>
          <p:nvPr/>
        </p:nvSpPr>
        <p:spPr>
          <a:xfrm>
            <a:off x="555717" y="3793946"/>
            <a:ext cx="1243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PAL HMI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308558F-38F2-71EF-9071-D6BD35396F3F}"/>
              </a:ext>
            </a:extLst>
          </p:cNvPr>
          <p:cNvSpPr txBox="1"/>
          <p:nvPr/>
        </p:nvSpPr>
        <p:spPr>
          <a:xfrm>
            <a:off x="454693" y="494621"/>
            <a:ext cx="3038475" cy="442674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HMIs </a:t>
            </a:r>
            <a:r>
              <a:rPr lang="de-DE" sz="2000" dirty="0" err="1">
                <a:solidFill>
                  <a:schemeClr val="bg1"/>
                </a:solidFill>
              </a:rPr>
              <a:t>Logistics</a:t>
            </a:r>
            <a:r>
              <a:rPr lang="de-DE" sz="2000" dirty="0">
                <a:solidFill>
                  <a:schemeClr val="bg1"/>
                </a:solidFill>
              </a:rPr>
              <a:t> Line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EF4A824A-C9CE-D114-82C1-5264A561CBD2}"/>
              </a:ext>
            </a:extLst>
          </p:cNvPr>
          <p:cNvSpPr txBox="1"/>
          <p:nvPr/>
        </p:nvSpPr>
        <p:spPr>
          <a:xfrm>
            <a:off x="4668711" y="494621"/>
            <a:ext cx="3038475" cy="442674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38100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HMIs </a:t>
            </a:r>
            <a:r>
              <a:rPr lang="de-DE" sz="2000" dirty="0" err="1">
                <a:solidFill>
                  <a:schemeClr val="bg1"/>
                </a:solidFill>
              </a:rPr>
              <a:t>Logistics</a:t>
            </a:r>
            <a:r>
              <a:rPr lang="de-DE" sz="2000" dirty="0">
                <a:solidFill>
                  <a:schemeClr val="bg1"/>
                </a:solidFill>
              </a:rPr>
              <a:t> Line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50C0F96D-9E71-0A9E-9801-3954CC7EA00A}"/>
              </a:ext>
            </a:extLst>
          </p:cNvPr>
          <p:cNvSpPr txBox="1"/>
          <p:nvPr/>
        </p:nvSpPr>
        <p:spPr>
          <a:xfrm>
            <a:off x="5495632" y="4385862"/>
            <a:ext cx="2238375" cy="442674"/>
          </a:xfrm>
          <a:prstGeom prst="roundRect">
            <a:avLst/>
          </a:prstGeom>
          <a:solidFill>
            <a:srgbClr val="695C5D"/>
          </a:solidFill>
          <a:ln w="38100">
            <a:solidFill>
              <a:srgbClr val="695C5D"/>
            </a:solidFill>
          </a:ln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HMIs PAL</a:t>
            </a:r>
          </a:p>
        </p:txBody>
      </p: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180C375C-8553-AEDC-12D1-7B04A74FBE87}"/>
              </a:ext>
            </a:extLst>
          </p:cNvPr>
          <p:cNvGrpSpPr/>
          <p:nvPr/>
        </p:nvGrpSpPr>
        <p:grpSpPr>
          <a:xfrm>
            <a:off x="6109217" y="1729183"/>
            <a:ext cx="1011206" cy="685077"/>
            <a:chOff x="-199164" y="2515920"/>
            <a:chExt cx="3959111" cy="2682240"/>
          </a:xfrm>
        </p:grpSpPr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BE6FBE3A-58A1-FC82-E155-BF791453EB0F}"/>
                </a:ext>
              </a:extLst>
            </p:cNvPr>
            <p:cNvSpPr/>
            <p:nvPr/>
          </p:nvSpPr>
          <p:spPr>
            <a:xfrm>
              <a:off x="-199164" y="2515920"/>
              <a:ext cx="3959111" cy="26822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7" name="Grafik 76">
              <a:extLst>
                <a:ext uri="{FF2B5EF4-FFF2-40B4-BE49-F238E27FC236}">
                  <a16:creationId xmlns:a16="http://schemas.microsoft.com/office/drawing/2014/main" id="{9165E06D-8067-CA0C-D66A-CDA03169A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99138" y="2607361"/>
              <a:ext cx="3771901" cy="2499360"/>
            </a:xfrm>
            <a:prstGeom prst="rect">
              <a:avLst/>
            </a:prstGeom>
          </p:spPr>
        </p:pic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D8D17270-2646-17D1-932C-DD2FF0D0A26B}"/>
              </a:ext>
            </a:extLst>
          </p:cNvPr>
          <p:cNvGrpSpPr/>
          <p:nvPr/>
        </p:nvGrpSpPr>
        <p:grpSpPr>
          <a:xfrm>
            <a:off x="6198117" y="1834217"/>
            <a:ext cx="1011206" cy="685077"/>
            <a:chOff x="-199164" y="2515920"/>
            <a:chExt cx="3959111" cy="2682240"/>
          </a:xfrm>
        </p:grpSpPr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4FBAD36A-A8D9-180F-E852-A8A3C34F4B3C}"/>
                </a:ext>
              </a:extLst>
            </p:cNvPr>
            <p:cNvSpPr/>
            <p:nvPr/>
          </p:nvSpPr>
          <p:spPr>
            <a:xfrm>
              <a:off x="-199164" y="2515920"/>
              <a:ext cx="3959111" cy="26822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4" name="Grafik 73">
              <a:extLst>
                <a:ext uri="{FF2B5EF4-FFF2-40B4-BE49-F238E27FC236}">
                  <a16:creationId xmlns:a16="http://schemas.microsoft.com/office/drawing/2014/main" id="{611E87E2-6B18-3BCF-8DBA-E9B2A8810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99138" y="2607361"/>
              <a:ext cx="3771901" cy="2499360"/>
            </a:xfrm>
            <a:prstGeom prst="rect">
              <a:avLst/>
            </a:prstGeom>
          </p:spPr>
        </p:pic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9370AA7A-44A9-436F-53E9-D28EBE26C5C0}"/>
              </a:ext>
            </a:extLst>
          </p:cNvPr>
          <p:cNvGrpSpPr/>
          <p:nvPr/>
        </p:nvGrpSpPr>
        <p:grpSpPr>
          <a:xfrm>
            <a:off x="6287017" y="1926139"/>
            <a:ext cx="1011206" cy="685077"/>
            <a:chOff x="-199164" y="2515920"/>
            <a:chExt cx="3959111" cy="2682240"/>
          </a:xfrm>
        </p:grpSpPr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13963AF7-1B65-2F5D-201E-53A1D7C956F1}"/>
                </a:ext>
              </a:extLst>
            </p:cNvPr>
            <p:cNvSpPr/>
            <p:nvPr/>
          </p:nvSpPr>
          <p:spPr>
            <a:xfrm>
              <a:off x="-199164" y="2515920"/>
              <a:ext cx="3959111" cy="26822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1" name="Grafik 70">
              <a:extLst>
                <a:ext uri="{FF2B5EF4-FFF2-40B4-BE49-F238E27FC236}">
                  <a16:creationId xmlns:a16="http://schemas.microsoft.com/office/drawing/2014/main" id="{DE4F7F66-1D99-1370-0E71-5E6BB666C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99138" y="2607361"/>
              <a:ext cx="3771901" cy="2499360"/>
            </a:xfrm>
            <a:prstGeom prst="rect">
              <a:avLst/>
            </a:prstGeom>
          </p:spPr>
        </p:pic>
      </p:grp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DD0C8EF2-76D2-3EF4-4BD6-5ACA0D6A9622}"/>
              </a:ext>
            </a:extLst>
          </p:cNvPr>
          <p:cNvCxnSpPr>
            <a:cxnSpLocks/>
            <a:stCxn id="78" idx="2"/>
            <a:endCxn id="76" idx="1"/>
          </p:cNvCxnSpPr>
          <p:nvPr/>
        </p:nvCxnSpPr>
        <p:spPr>
          <a:xfrm rot="16200000" flipH="1">
            <a:off x="5595002" y="1557507"/>
            <a:ext cx="513040" cy="515390"/>
          </a:xfrm>
          <a:prstGeom prst="bentConnector2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  <a:tailEnd type="arrow"/>
          </a:ln>
        </p:spPr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0137DECC-AE7F-CEBB-7EC8-03C0EA9C4E5B}"/>
              </a:ext>
            </a:extLst>
          </p:cNvPr>
          <p:cNvSpPr txBox="1"/>
          <p:nvPr/>
        </p:nvSpPr>
        <p:spPr>
          <a:xfrm>
            <a:off x="5468811" y="1167024"/>
            <a:ext cx="2238375" cy="442674"/>
          </a:xfrm>
          <a:prstGeom prst="roundRect">
            <a:avLst/>
          </a:prstGeom>
          <a:solidFill>
            <a:srgbClr val="695C5D"/>
          </a:solidFill>
          <a:ln w="38100">
            <a:solidFill>
              <a:srgbClr val="695C5D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HMIs FFS</a:t>
            </a:r>
          </a:p>
        </p:txBody>
      </p: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CB8F9393-3039-73B3-A4EE-D7D7F1687C66}"/>
              </a:ext>
            </a:extLst>
          </p:cNvPr>
          <p:cNvGrpSpPr/>
          <p:nvPr/>
        </p:nvGrpSpPr>
        <p:grpSpPr>
          <a:xfrm>
            <a:off x="6109217" y="3335066"/>
            <a:ext cx="1011206" cy="685077"/>
            <a:chOff x="-199164" y="2515920"/>
            <a:chExt cx="3959111" cy="2682240"/>
          </a:xfrm>
        </p:grpSpPr>
        <p:sp>
          <p:nvSpPr>
            <p:cNvPr id="87" name="Rechteck 86">
              <a:extLst>
                <a:ext uri="{FF2B5EF4-FFF2-40B4-BE49-F238E27FC236}">
                  <a16:creationId xmlns:a16="http://schemas.microsoft.com/office/drawing/2014/main" id="{A7A964AC-EEB8-4D13-AF90-EBA8D7637007}"/>
                </a:ext>
              </a:extLst>
            </p:cNvPr>
            <p:cNvSpPr/>
            <p:nvPr/>
          </p:nvSpPr>
          <p:spPr>
            <a:xfrm>
              <a:off x="-199164" y="2515920"/>
              <a:ext cx="3959111" cy="26822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8" name="Grafik 87">
              <a:extLst>
                <a:ext uri="{FF2B5EF4-FFF2-40B4-BE49-F238E27FC236}">
                  <a16:creationId xmlns:a16="http://schemas.microsoft.com/office/drawing/2014/main" id="{FDACF306-C76B-EBF6-6116-7E12F18428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-99138" y="3037641"/>
              <a:ext cx="3771900" cy="1638798"/>
            </a:xfrm>
            <a:prstGeom prst="rect">
              <a:avLst/>
            </a:prstGeom>
          </p:spPr>
        </p:pic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99E95F79-4473-7A1A-FB33-4E6770D8D59A}"/>
              </a:ext>
            </a:extLst>
          </p:cNvPr>
          <p:cNvGrpSpPr/>
          <p:nvPr/>
        </p:nvGrpSpPr>
        <p:grpSpPr>
          <a:xfrm>
            <a:off x="6200648" y="3419333"/>
            <a:ext cx="1011206" cy="685077"/>
            <a:chOff x="-199164" y="2515920"/>
            <a:chExt cx="3959111" cy="2682240"/>
          </a:xfrm>
        </p:grpSpPr>
        <p:sp>
          <p:nvSpPr>
            <p:cNvPr id="90" name="Rechteck 89">
              <a:extLst>
                <a:ext uri="{FF2B5EF4-FFF2-40B4-BE49-F238E27FC236}">
                  <a16:creationId xmlns:a16="http://schemas.microsoft.com/office/drawing/2014/main" id="{C4A696B4-5A24-E084-E0B0-95EB948F1262}"/>
                </a:ext>
              </a:extLst>
            </p:cNvPr>
            <p:cNvSpPr/>
            <p:nvPr/>
          </p:nvSpPr>
          <p:spPr>
            <a:xfrm>
              <a:off x="-199164" y="2515920"/>
              <a:ext cx="3959111" cy="26822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91" name="Grafik 90">
              <a:extLst>
                <a:ext uri="{FF2B5EF4-FFF2-40B4-BE49-F238E27FC236}">
                  <a16:creationId xmlns:a16="http://schemas.microsoft.com/office/drawing/2014/main" id="{5703298F-0CB8-ED52-2F67-77349AB6E1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-99138" y="3037641"/>
              <a:ext cx="3771900" cy="1638798"/>
            </a:xfrm>
            <a:prstGeom prst="rect">
              <a:avLst/>
            </a:prstGeom>
          </p:spPr>
        </p:pic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E818E925-27F6-7CBD-E442-D4319AD8EDFB}"/>
              </a:ext>
            </a:extLst>
          </p:cNvPr>
          <p:cNvGrpSpPr/>
          <p:nvPr/>
        </p:nvGrpSpPr>
        <p:grpSpPr>
          <a:xfrm>
            <a:off x="6287017" y="3505625"/>
            <a:ext cx="1011206" cy="685077"/>
            <a:chOff x="-199164" y="2515920"/>
            <a:chExt cx="3959111" cy="2682240"/>
          </a:xfrm>
        </p:grpSpPr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1EBF278B-C0DA-4F24-3CED-71CA68569F5F}"/>
                </a:ext>
              </a:extLst>
            </p:cNvPr>
            <p:cNvSpPr/>
            <p:nvPr/>
          </p:nvSpPr>
          <p:spPr>
            <a:xfrm>
              <a:off x="-199164" y="2515920"/>
              <a:ext cx="3959111" cy="26822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4" name="Grafik 93">
              <a:extLst>
                <a:ext uri="{FF2B5EF4-FFF2-40B4-BE49-F238E27FC236}">
                  <a16:creationId xmlns:a16="http://schemas.microsoft.com/office/drawing/2014/main" id="{8DB41281-EFC3-2100-205B-0846BD44CF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-99138" y="3037641"/>
              <a:ext cx="3771900" cy="1638798"/>
            </a:xfrm>
            <a:prstGeom prst="rect">
              <a:avLst/>
            </a:prstGeom>
          </p:spPr>
        </p:pic>
      </p:grpSp>
      <p:cxnSp>
        <p:nvCxnSpPr>
          <p:cNvPr id="96" name="Verbinder: gewinkelt 95">
            <a:extLst>
              <a:ext uri="{FF2B5EF4-FFF2-40B4-BE49-F238E27FC236}">
                <a16:creationId xmlns:a16="http://schemas.microsoft.com/office/drawing/2014/main" id="{3F503693-C6BE-0F4A-095B-274F7C35A32C}"/>
              </a:ext>
            </a:extLst>
          </p:cNvPr>
          <p:cNvCxnSpPr>
            <a:cxnSpLocks/>
            <a:stCxn id="95" idx="2"/>
            <a:endCxn id="87" idx="1"/>
          </p:cNvCxnSpPr>
          <p:nvPr/>
        </p:nvCxnSpPr>
        <p:spPr>
          <a:xfrm rot="16200000" flipH="1">
            <a:off x="5599205" y="3167592"/>
            <a:ext cx="504635" cy="515390"/>
          </a:xfrm>
          <a:prstGeom prst="bentConnector2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  <a:tailEnd type="arrow"/>
          </a:ln>
        </p:spPr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7202F0D9-B14E-C543-E2DB-59FFA0BC4267}"/>
              </a:ext>
            </a:extLst>
          </p:cNvPr>
          <p:cNvSpPr txBox="1"/>
          <p:nvPr/>
        </p:nvSpPr>
        <p:spPr>
          <a:xfrm>
            <a:off x="5468810" y="2776443"/>
            <a:ext cx="2238375" cy="442674"/>
          </a:xfrm>
          <a:prstGeom prst="roundRect">
            <a:avLst/>
          </a:prstGeom>
          <a:solidFill>
            <a:srgbClr val="695C5D"/>
          </a:solidFill>
          <a:ln w="38100">
            <a:solidFill>
              <a:srgbClr val="695C5D"/>
            </a:solidFill>
          </a:ln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HMIs CONV</a:t>
            </a:r>
          </a:p>
        </p:txBody>
      </p:sp>
      <p:grpSp>
        <p:nvGrpSpPr>
          <p:cNvPr id="102" name="Gruppieren 101">
            <a:extLst>
              <a:ext uri="{FF2B5EF4-FFF2-40B4-BE49-F238E27FC236}">
                <a16:creationId xmlns:a16="http://schemas.microsoft.com/office/drawing/2014/main" id="{732C61B0-4489-F7BA-15DC-AE4902BE85B9}"/>
              </a:ext>
            </a:extLst>
          </p:cNvPr>
          <p:cNvGrpSpPr/>
          <p:nvPr/>
        </p:nvGrpSpPr>
        <p:grpSpPr>
          <a:xfrm>
            <a:off x="6109217" y="4952919"/>
            <a:ext cx="1011206" cy="685077"/>
            <a:chOff x="-199164" y="2515920"/>
            <a:chExt cx="3959111" cy="2682240"/>
          </a:xfrm>
        </p:grpSpPr>
        <p:sp>
          <p:nvSpPr>
            <p:cNvPr id="103" name="Rechteck 102">
              <a:extLst>
                <a:ext uri="{FF2B5EF4-FFF2-40B4-BE49-F238E27FC236}">
                  <a16:creationId xmlns:a16="http://schemas.microsoft.com/office/drawing/2014/main" id="{1EAD0BC9-FBD1-C022-7187-938ADB0A2AB4}"/>
                </a:ext>
              </a:extLst>
            </p:cNvPr>
            <p:cNvSpPr/>
            <p:nvPr/>
          </p:nvSpPr>
          <p:spPr>
            <a:xfrm>
              <a:off x="-199164" y="2515920"/>
              <a:ext cx="3959111" cy="26822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04" name="Grafik 103">
              <a:extLst>
                <a:ext uri="{FF2B5EF4-FFF2-40B4-BE49-F238E27FC236}">
                  <a16:creationId xmlns:a16="http://schemas.microsoft.com/office/drawing/2014/main" id="{B83B3EDB-871E-2B6F-B643-10D615F82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-99138" y="2655565"/>
              <a:ext cx="3771900" cy="2402946"/>
            </a:xfrm>
            <a:prstGeom prst="rect">
              <a:avLst/>
            </a:prstGeom>
          </p:spPr>
        </p:pic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DF12DABC-C4A4-4331-F4E7-1D8DB5577A36}"/>
              </a:ext>
            </a:extLst>
          </p:cNvPr>
          <p:cNvGrpSpPr/>
          <p:nvPr/>
        </p:nvGrpSpPr>
        <p:grpSpPr>
          <a:xfrm>
            <a:off x="6198117" y="5042302"/>
            <a:ext cx="1011206" cy="685077"/>
            <a:chOff x="-199164" y="2515920"/>
            <a:chExt cx="3959111" cy="2682240"/>
          </a:xfrm>
        </p:grpSpPr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99F988F9-69AA-B969-DBB3-96E49B056228}"/>
                </a:ext>
              </a:extLst>
            </p:cNvPr>
            <p:cNvSpPr/>
            <p:nvPr/>
          </p:nvSpPr>
          <p:spPr>
            <a:xfrm>
              <a:off x="-199164" y="2515920"/>
              <a:ext cx="3959111" cy="26822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7" name="Grafik 106">
              <a:extLst>
                <a:ext uri="{FF2B5EF4-FFF2-40B4-BE49-F238E27FC236}">
                  <a16:creationId xmlns:a16="http://schemas.microsoft.com/office/drawing/2014/main" id="{FBFC3F9A-D090-CF91-C5E7-C15147B5D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-99138" y="2655565"/>
              <a:ext cx="3771900" cy="2402946"/>
            </a:xfrm>
            <a:prstGeom prst="rect">
              <a:avLst/>
            </a:prstGeom>
          </p:spPr>
        </p:pic>
      </p:grpSp>
      <p:grpSp>
        <p:nvGrpSpPr>
          <p:cNvPr id="108" name="Gruppieren 107">
            <a:extLst>
              <a:ext uri="{FF2B5EF4-FFF2-40B4-BE49-F238E27FC236}">
                <a16:creationId xmlns:a16="http://schemas.microsoft.com/office/drawing/2014/main" id="{E22D0651-1F5E-9861-58E2-A6DDF4813CCD}"/>
              </a:ext>
            </a:extLst>
          </p:cNvPr>
          <p:cNvGrpSpPr/>
          <p:nvPr/>
        </p:nvGrpSpPr>
        <p:grpSpPr>
          <a:xfrm>
            <a:off x="6287017" y="5131017"/>
            <a:ext cx="1011206" cy="685077"/>
            <a:chOff x="-199164" y="2515920"/>
            <a:chExt cx="3959111" cy="2682240"/>
          </a:xfrm>
        </p:grpSpPr>
        <p:sp>
          <p:nvSpPr>
            <p:cNvPr id="109" name="Rechteck 108">
              <a:extLst>
                <a:ext uri="{FF2B5EF4-FFF2-40B4-BE49-F238E27FC236}">
                  <a16:creationId xmlns:a16="http://schemas.microsoft.com/office/drawing/2014/main" id="{4BC8E12C-6126-4DB6-971A-86010F1FB086}"/>
                </a:ext>
              </a:extLst>
            </p:cNvPr>
            <p:cNvSpPr/>
            <p:nvPr/>
          </p:nvSpPr>
          <p:spPr>
            <a:xfrm>
              <a:off x="-199164" y="2515920"/>
              <a:ext cx="3959111" cy="26822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0" name="Grafik 109">
              <a:extLst>
                <a:ext uri="{FF2B5EF4-FFF2-40B4-BE49-F238E27FC236}">
                  <a16:creationId xmlns:a16="http://schemas.microsoft.com/office/drawing/2014/main" id="{B74B10B6-A1C5-9D47-2BF7-302F55689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-99138" y="2655565"/>
              <a:ext cx="3771900" cy="2402946"/>
            </a:xfrm>
            <a:prstGeom prst="rect">
              <a:avLst/>
            </a:prstGeom>
          </p:spPr>
        </p:pic>
      </p:grpSp>
      <p:sp>
        <p:nvSpPr>
          <p:cNvPr id="115" name="Textfeld 114">
            <a:extLst>
              <a:ext uri="{FF2B5EF4-FFF2-40B4-BE49-F238E27FC236}">
                <a16:creationId xmlns:a16="http://schemas.microsoft.com/office/drawing/2014/main" id="{C74639D2-92DD-1463-FF79-796A9C065EF3}"/>
              </a:ext>
            </a:extLst>
          </p:cNvPr>
          <p:cNvSpPr txBox="1"/>
          <p:nvPr/>
        </p:nvSpPr>
        <p:spPr>
          <a:xfrm>
            <a:off x="579709" y="5520289"/>
            <a:ext cx="1551018" cy="40011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/>
            </a:lvl1pPr>
          </a:lstStyle>
          <a:p>
            <a:r>
              <a:rPr lang="de-DE" sz="2000" dirty="0"/>
              <a:t>Variant 3</a:t>
            </a:r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49F01811-01A9-22CD-F4B8-543F7C013718}"/>
              </a:ext>
            </a:extLst>
          </p:cNvPr>
          <p:cNvSpPr txBox="1"/>
          <p:nvPr/>
        </p:nvSpPr>
        <p:spPr>
          <a:xfrm>
            <a:off x="4668711" y="5520289"/>
            <a:ext cx="1247511" cy="40011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Variant 4</a:t>
            </a:r>
          </a:p>
        </p:txBody>
      </p:sp>
    </p:spTree>
    <p:extLst>
      <p:ext uri="{BB962C8B-B14F-4D97-AF65-F5344CB8AC3E}">
        <p14:creationId xmlns:p14="http://schemas.microsoft.com/office/powerpoint/2010/main" val="108068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82F11-74BE-38AF-5EC4-6D4A5A4F4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D6F330-B5DF-8564-9FB8-0B78E308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BB8F652-FBD1-A12E-172F-F3EF1FDDFE91}"/>
              </a:ext>
            </a:extLst>
          </p:cNvPr>
          <p:cNvSpPr/>
          <p:nvPr/>
        </p:nvSpPr>
        <p:spPr>
          <a:xfrm>
            <a:off x="3164016" y="1678393"/>
            <a:ext cx="5863967" cy="28911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Composed</a:t>
            </a:r>
            <a:r>
              <a:rPr lang="de-DE" b="1" dirty="0">
                <a:solidFill>
                  <a:schemeClr val="tx1"/>
                </a:solidFill>
              </a:rPr>
              <a:t> MTP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AD56C2F-7FAE-2A41-01E8-AAFC553A6FD8}"/>
              </a:ext>
            </a:extLst>
          </p:cNvPr>
          <p:cNvSpPr/>
          <p:nvPr/>
        </p:nvSpPr>
        <p:spPr>
          <a:xfrm>
            <a:off x="3775352" y="2135317"/>
            <a:ext cx="4292645" cy="122038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695C5D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de-DE" dirty="0" err="1">
                <a:solidFill>
                  <a:srgbClr val="695C5D"/>
                </a:solidFill>
              </a:rPr>
              <a:t>Semantic</a:t>
            </a:r>
            <a:r>
              <a:rPr lang="de-DE" dirty="0">
                <a:solidFill>
                  <a:srgbClr val="695C5D"/>
                </a:solidFill>
              </a:rPr>
              <a:t> Models</a:t>
            </a:r>
          </a:p>
          <a:p>
            <a:pPr algn="ctr"/>
            <a:r>
              <a:rPr lang="de-DE" sz="1600" dirty="0">
                <a:solidFill>
                  <a:srgbClr val="695C5D"/>
                </a:solidFill>
              </a:rPr>
              <a:t>(</a:t>
            </a:r>
            <a:r>
              <a:rPr lang="de-DE" sz="1600" dirty="0" err="1">
                <a:solidFill>
                  <a:srgbClr val="695C5D"/>
                </a:solidFill>
              </a:rPr>
              <a:t>Aspects</a:t>
            </a:r>
            <a:r>
              <a:rPr lang="de-DE" sz="1600" dirty="0">
                <a:solidFill>
                  <a:srgbClr val="695C5D"/>
                </a:solidFill>
              </a:rPr>
              <a:t> </a:t>
            </a:r>
            <a:r>
              <a:rPr lang="de-DE" sz="1600" dirty="0" err="1">
                <a:solidFill>
                  <a:srgbClr val="695C5D"/>
                </a:solidFill>
              </a:rPr>
              <a:t>of</a:t>
            </a:r>
            <a:r>
              <a:rPr lang="de-DE" sz="1600" dirty="0">
                <a:solidFill>
                  <a:srgbClr val="695C5D"/>
                </a:solidFill>
              </a:rPr>
              <a:t> </a:t>
            </a:r>
            <a:r>
              <a:rPr lang="de-DE" sz="1600" dirty="0" err="1">
                <a:solidFill>
                  <a:srgbClr val="695C5D"/>
                </a:solidFill>
              </a:rPr>
              <a:t>the</a:t>
            </a:r>
            <a:r>
              <a:rPr lang="de-DE" sz="1600" dirty="0">
                <a:solidFill>
                  <a:srgbClr val="695C5D"/>
                </a:solidFill>
              </a:rPr>
              <a:t> </a:t>
            </a:r>
            <a:r>
              <a:rPr lang="de-DE" sz="1600" dirty="0" err="1">
                <a:solidFill>
                  <a:srgbClr val="695C5D"/>
                </a:solidFill>
              </a:rPr>
              <a:t>Composed</a:t>
            </a:r>
            <a:r>
              <a:rPr lang="de-DE" sz="1600" dirty="0">
                <a:solidFill>
                  <a:srgbClr val="695C5D"/>
                </a:solidFill>
              </a:rPr>
              <a:t> MTP)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D7E3773-CBE0-E99C-E35D-4CC2B19B916D}"/>
              </a:ext>
            </a:extLst>
          </p:cNvPr>
          <p:cNvSpPr/>
          <p:nvPr/>
        </p:nvSpPr>
        <p:spPr>
          <a:xfrm>
            <a:off x="3764534" y="3446077"/>
            <a:ext cx="2705503" cy="2707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Attachments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AD940804-44B5-A66A-B382-13128A820C5F}"/>
              </a:ext>
            </a:extLst>
          </p:cNvPr>
          <p:cNvSpPr/>
          <p:nvPr/>
        </p:nvSpPr>
        <p:spPr>
          <a:xfrm>
            <a:off x="4258221" y="3807231"/>
            <a:ext cx="3809774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de-DE" sz="1600" dirty="0"/>
              <a:t>LEA1MTP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F3A490E-81F0-EDE1-19CA-A9710AEA0DBB}"/>
              </a:ext>
            </a:extLst>
          </p:cNvPr>
          <p:cNvSpPr/>
          <p:nvPr/>
        </p:nvSpPr>
        <p:spPr>
          <a:xfrm>
            <a:off x="4258221" y="4129475"/>
            <a:ext cx="3809776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de-DE" sz="1600" dirty="0"/>
              <a:t>LEA2MTP</a:t>
            </a:r>
          </a:p>
        </p:txBody>
      </p:sp>
      <p:sp>
        <p:nvSpPr>
          <p:cNvPr id="37" name="Geschweifte Klammer rechts 36">
            <a:extLst>
              <a:ext uri="{FF2B5EF4-FFF2-40B4-BE49-F238E27FC236}">
                <a16:creationId xmlns:a16="http://schemas.microsoft.com/office/drawing/2014/main" id="{DDF440C9-1FFA-F6D3-BC32-B23FE5AB30E3}"/>
              </a:ext>
            </a:extLst>
          </p:cNvPr>
          <p:cNvSpPr/>
          <p:nvPr/>
        </p:nvSpPr>
        <p:spPr>
          <a:xfrm>
            <a:off x="8206382" y="3424854"/>
            <a:ext cx="202276" cy="975395"/>
          </a:xfrm>
          <a:prstGeom prst="rightBrace">
            <a:avLst>
              <a:gd name="adj1" fmla="val 49772"/>
              <a:gd name="adj2" fmla="val 50000"/>
            </a:avLst>
          </a:prstGeom>
          <a:ln w="19050">
            <a:solidFill>
              <a:srgbClr val="695C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22789430-DEFE-3C92-732B-A0CCB0B8B6CC}"/>
              </a:ext>
            </a:extLst>
          </p:cNvPr>
          <p:cNvSpPr txBox="1"/>
          <p:nvPr/>
        </p:nvSpPr>
        <p:spPr>
          <a:xfrm rot="5400000">
            <a:off x="8031519" y="3727886"/>
            <a:ext cx="1135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695C5D"/>
                </a:solidFill>
              </a:rPr>
              <a:t>LEA MTPs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9FDA0350-349C-801A-87C2-2A4C2AF68052}"/>
              </a:ext>
            </a:extLst>
          </p:cNvPr>
          <p:cNvCxnSpPr>
            <a:cxnSpLocks/>
            <a:stCxn id="27" idx="1"/>
            <a:endCxn id="33" idx="1"/>
          </p:cNvCxnSpPr>
          <p:nvPr/>
        </p:nvCxnSpPr>
        <p:spPr>
          <a:xfrm rot="10800000" flipH="1" flipV="1">
            <a:off x="3775351" y="2745506"/>
            <a:ext cx="482869" cy="1197111"/>
          </a:xfrm>
          <a:prstGeom prst="bentConnector3">
            <a:avLst>
              <a:gd name="adj1" fmla="val -47342"/>
            </a:avLst>
          </a:prstGeom>
          <a:ln w="19050">
            <a:solidFill>
              <a:srgbClr val="695C5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Verbinder: gewinkelt 47">
            <a:extLst>
              <a:ext uri="{FF2B5EF4-FFF2-40B4-BE49-F238E27FC236}">
                <a16:creationId xmlns:a16="http://schemas.microsoft.com/office/drawing/2014/main" id="{FEB4283F-BC19-7C9C-A946-7D952A9DD97B}"/>
              </a:ext>
            </a:extLst>
          </p:cNvPr>
          <p:cNvCxnSpPr>
            <a:cxnSpLocks/>
            <a:stCxn id="27" idx="1"/>
            <a:endCxn id="34" idx="1"/>
          </p:cNvCxnSpPr>
          <p:nvPr/>
        </p:nvCxnSpPr>
        <p:spPr>
          <a:xfrm rot="10800000" flipH="1" flipV="1">
            <a:off x="3775351" y="2745506"/>
            <a:ext cx="482869" cy="1519355"/>
          </a:xfrm>
          <a:prstGeom prst="bentConnector3">
            <a:avLst>
              <a:gd name="adj1" fmla="val -47342"/>
            </a:avLst>
          </a:prstGeom>
          <a:ln w="19050">
            <a:solidFill>
              <a:srgbClr val="695C5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E6D45692-8C6A-A86B-79BB-89E181FA0B56}"/>
              </a:ext>
            </a:extLst>
          </p:cNvPr>
          <p:cNvSpPr txBox="1"/>
          <p:nvPr/>
        </p:nvSpPr>
        <p:spPr>
          <a:xfrm rot="16200000">
            <a:off x="2711655" y="3321951"/>
            <a:ext cx="1298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695C5D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023881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D6860F17-9CEB-76B0-A012-74007EEA8725}"/>
              </a:ext>
            </a:extLst>
          </p:cNvPr>
          <p:cNvSpPr/>
          <p:nvPr/>
        </p:nvSpPr>
        <p:spPr>
          <a:xfrm>
            <a:off x="441959" y="1388433"/>
            <a:ext cx="8565516" cy="367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BC4B6F7-E441-D93F-9E47-D6C21E8CD768}"/>
              </a:ext>
            </a:extLst>
          </p:cNvPr>
          <p:cNvSpPr/>
          <p:nvPr/>
        </p:nvSpPr>
        <p:spPr>
          <a:xfrm>
            <a:off x="7981308" y="3260536"/>
            <a:ext cx="489078" cy="401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CE0EEAA-1A53-4D1B-C352-C7F1ED381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31154B2-320D-B5EA-D384-029631326A93}"/>
              </a:ext>
            </a:extLst>
          </p:cNvPr>
          <p:cNvSpPr/>
          <p:nvPr/>
        </p:nvSpPr>
        <p:spPr>
          <a:xfrm>
            <a:off x="441960" y="1388433"/>
            <a:ext cx="5228747" cy="36712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Composed</a:t>
            </a:r>
            <a:r>
              <a:rPr lang="de-DE" b="1" dirty="0">
                <a:solidFill>
                  <a:schemeClr val="tx1"/>
                </a:solidFill>
              </a:rPr>
              <a:t> MTP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A900070-D330-1395-FA18-5076EFCFE51C}"/>
              </a:ext>
            </a:extLst>
          </p:cNvPr>
          <p:cNvSpPr/>
          <p:nvPr/>
        </p:nvSpPr>
        <p:spPr>
          <a:xfrm>
            <a:off x="875968" y="1760704"/>
            <a:ext cx="3276932" cy="2707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Manifest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8549BAD-F688-AF53-2C41-DA149140C166}"/>
              </a:ext>
            </a:extLst>
          </p:cNvPr>
          <p:cNvSpPr/>
          <p:nvPr/>
        </p:nvSpPr>
        <p:spPr>
          <a:xfrm>
            <a:off x="1127760" y="2125139"/>
            <a:ext cx="3853900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Aspect1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C9088F5-336A-7236-BB48-55D2F13DA019}"/>
              </a:ext>
            </a:extLst>
          </p:cNvPr>
          <p:cNvSpPr/>
          <p:nvPr/>
        </p:nvSpPr>
        <p:spPr>
          <a:xfrm>
            <a:off x="1127760" y="2489574"/>
            <a:ext cx="3853900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Attachments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CBA2395-B405-FA30-45ED-5050D64A327A}"/>
              </a:ext>
            </a:extLst>
          </p:cNvPr>
          <p:cNvSpPr/>
          <p:nvPr/>
        </p:nvSpPr>
        <p:spPr>
          <a:xfrm>
            <a:off x="875968" y="2850875"/>
            <a:ext cx="3276932" cy="2707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Aspect1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596CF7F-BB58-1F95-EA82-BF103B34E0D9}"/>
              </a:ext>
            </a:extLst>
          </p:cNvPr>
          <p:cNvSpPr/>
          <p:nvPr/>
        </p:nvSpPr>
        <p:spPr>
          <a:xfrm>
            <a:off x="1134235" y="3210712"/>
            <a:ext cx="3847425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0" rtlCol="0" anchor="ctr"/>
          <a:lstStyle/>
          <a:p>
            <a:r>
              <a:rPr lang="de-DE" sz="1600" dirty="0" err="1"/>
              <a:t>InternalElement</a:t>
            </a:r>
            <a:r>
              <a:rPr lang="de-DE" sz="1600" dirty="0"/>
              <a:t> (</a:t>
            </a:r>
            <a:r>
              <a:rPr lang="de-DE" sz="1600" dirty="0" err="1"/>
              <a:t>HasExternalMtpContext</a:t>
            </a:r>
            <a:r>
              <a:rPr lang="de-DE" sz="1600" dirty="0"/>
              <a:t>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9110309-5AB0-3E70-3886-E1880661F80B}"/>
              </a:ext>
            </a:extLst>
          </p:cNvPr>
          <p:cNvSpPr/>
          <p:nvPr/>
        </p:nvSpPr>
        <p:spPr>
          <a:xfrm>
            <a:off x="1127760" y="3573477"/>
            <a:ext cx="3853900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/>
              <a:t>InternalElement</a:t>
            </a:r>
            <a:endParaRPr lang="de-DE" sz="160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C5802F0-51C4-A9BD-DB5C-833EF7477130}"/>
              </a:ext>
            </a:extLst>
          </p:cNvPr>
          <p:cNvSpPr/>
          <p:nvPr/>
        </p:nvSpPr>
        <p:spPr>
          <a:xfrm>
            <a:off x="875968" y="3934778"/>
            <a:ext cx="3276932" cy="2707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Attachments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A41B2EF-8F08-290F-490D-B9085AD83529}"/>
              </a:ext>
            </a:extLst>
          </p:cNvPr>
          <p:cNvSpPr/>
          <p:nvPr/>
        </p:nvSpPr>
        <p:spPr>
          <a:xfrm>
            <a:off x="1127759" y="4657547"/>
            <a:ext cx="3852329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ReferenceLEA2MTP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347D14A-D9FD-6F06-34CF-9A2DEBCBE411}"/>
              </a:ext>
            </a:extLst>
          </p:cNvPr>
          <p:cNvSpPr/>
          <p:nvPr/>
        </p:nvSpPr>
        <p:spPr>
          <a:xfrm>
            <a:off x="6146964" y="1388433"/>
            <a:ext cx="2860511" cy="227378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LEA1 MTP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C194835-EA8A-9A39-F313-F538A3718B6B}"/>
              </a:ext>
            </a:extLst>
          </p:cNvPr>
          <p:cNvSpPr/>
          <p:nvPr/>
        </p:nvSpPr>
        <p:spPr>
          <a:xfrm>
            <a:off x="6331715" y="1774681"/>
            <a:ext cx="2199502" cy="2707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Manifest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C7998AB-4DE6-A3BA-8B2F-9F0D61832BAA}"/>
              </a:ext>
            </a:extLst>
          </p:cNvPr>
          <p:cNvSpPr/>
          <p:nvPr/>
        </p:nvSpPr>
        <p:spPr>
          <a:xfrm>
            <a:off x="6583506" y="2139116"/>
            <a:ext cx="2199502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/>
              <a:t>AspectA</a:t>
            </a:r>
            <a:endParaRPr lang="de-DE" sz="1600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679BDC9-38D0-1BA0-83F7-29A80EF2769B}"/>
              </a:ext>
            </a:extLst>
          </p:cNvPr>
          <p:cNvSpPr/>
          <p:nvPr/>
        </p:nvSpPr>
        <p:spPr>
          <a:xfrm>
            <a:off x="6331715" y="2503551"/>
            <a:ext cx="2199502" cy="2707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/>
              <a:t>AspectA</a:t>
            </a:r>
            <a:endParaRPr lang="de-DE" sz="1600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42B8C4A-613B-959B-E1E6-D49EB7AA502D}"/>
              </a:ext>
            </a:extLst>
          </p:cNvPr>
          <p:cNvSpPr/>
          <p:nvPr/>
        </p:nvSpPr>
        <p:spPr>
          <a:xfrm>
            <a:off x="6583506" y="2864852"/>
            <a:ext cx="2199502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/>
              <a:t>ExternalElement</a:t>
            </a:r>
            <a:endParaRPr lang="de-DE" sz="1600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5E266FB-6403-8464-19CF-7BAB3F69CDEC}"/>
              </a:ext>
            </a:extLst>
          </p:cNvPr>
          <p:cNvSpPr/>
          <p:nvPr/>
        </p:nvSpPr>
        <p:spPr>
          <a:xfrm>
            <a:off x="6583506" y="3204687"/>
            <a:ext cx="2199502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/>
              <a:t>ExternalElement</a:t>
            </a:r>
            <a:endParaRPr lang="de-DE" sz="1600" dirty="0"/>
          </a:p>
        </p:txBody>
      </p: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37161854-AE21-B1F2-0557-CB7D22ABECD1}"/>
              </a:ext>
            </a:extLst>
          </p:cNvPr>
          <p:cNvCxnSpPr>
            <a:cxnSpLocks/>
            <a:stCxn id="68" idx="3"/>
            <a:endCxn id="29" idx="2"/>
          </p:cNvCxnSpPr>
          <p:nvPr/>
        </p:nvCxnSpPr>
        <p:spPr>
          <a:xfrm flipV="1">
            <a:off x="4980352" y="3662220"/>
            <a:ext cx="3245495" cy="769413"/>
          </a:xfrm>
          <a:prstGeom prst="bentConnector2">
            <a:avLst/>
          </a:prstGeom>
          <a:ln w="1905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BD648A60-0485-CB9C-B98C-87DDF7D74E2F}"/>
              </a:ext>
            </a:extLst>
          </p:cNvPr>
          <p:cNvSpPr txBox="1"/>
          <p:nvPr/>
        </p:nvSpPr>
        <p:spPr>
          <a:xfrm>
            <a:off x="5230838" y="4092582"/>
            <a:ext cx="3065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 err="1">
                <a:solidFill>
                  <a:schemeClr val="accent5">
                    <a:lumMod val="75000"/>
                  </a:schemeClr>
                </a:solidFill>
              </a:rPr>
              <a:t>according</a:t>
            </a:r>
            <a:r>
              <a:rPr lang="de-DE" sz="1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accent5">
                    <a:lumMod val="75000"/>
                  </a:schemeClr>
                </a:solidFill>
              </a:rPr>
              <a:t>to</a:t>
            </a:r>
            <a:r>
              <a:rPr lang="de-DE" sz="1400" dirty="0">
                <a:solidFill>
                  <a:schemeClr val="accent5">
                    <a:lumMod val="75000"/>
                  </a:schemeClr>
                </a:solidFill>
              </a:rPr>
              <a:t> [MTP </a:t>
            </a:r>
            <a:r>
              <a:rPr lang="de-DE" sz="1400" dirty="0" err="1">
                <a:solidFill>
                  <a:schemeClr val="accent5">
                    <a:lumMod val="75000"/>
                  </a:schemeClr>
                </a:solidFill>
              </a:rPr>
              <a:t>Specification</a:t>
            </a:r>
            <a:r>
              <a:rPr lang="de-DE" sz="1400" dirty="0">
                <a:solidFill>
                  <a:schemeClr val="accent5">
                    <a:lumMod val="75000"/>
                  </a:schemeClr>
                </a:solidFill>
              </a:rPr>
              <a:t> Part 1]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FAA1C50E-D76B-8B92-51E4-EA3CADC68F62}"/>
              </a:ext>
            </a:extLst>
          </p:cNvPr>
          <p:cNvCxnSpPr>
            <a:cxnSpLocks/>
            <a:stCxn id="9" idx="3"/>
            <a:endCxn id="22" idx="1"/>
          </p:cNvCxnSpPr>
          <p:nvPr/>
        </p:nvCxnSpPr>
        <p:spPr>
          <a:xfrm flipV="1">
            <a:off x="4981660" y="3340074"/>
            <a:ext cx="1601846" cy="6025"/>
          </a:xfrm>
          <a:prstGeom prst="straightConnector1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BC173817-60CA-282A-3071-DF697D335C18}"/>
              </a:ext>
            </a:extLst>
          </p:cNvPr>
          <p:cNvSpPr txBox="1"/>
          <p:nvPr/>
        </p:nvSpPr>
        <p:spPr>
          <a:xfrm>
            <a:off x="4943380" y="2860936"/>
            <a:ext cx="1771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 err="1">
                <a:solidFill>
                  <a:schemeClr val="accent1"/>
                </a:solidFill>
              </a:rPr>
              <a:t>LinkedObject</a:t>
            </a:r>
            <a:r>
              <a:rPr lang="de-DE" sz="1400" dirty="0">
                <a:solidFill>
                  <a:schemeClr val="accent1"/>
                </a:solidFill>
              </a:rPr>
              <a:t>/</a:t>
            </a:r>
          </a:p>
          <a:p>
            <a:r>
              <a:rPr lang="de-DE" sz="1400" dirty="0">
                <a:solidFill>
                  <a:schemeClr val="accent1"/>
                </a:solidFill>
              </a:rPr>
              <a:t>ID-Link/ 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E90BA89B-79BC-1BFB-539C-DCC7329EB1B8}"/>
              </a:ext>
            </a:extLst>
          </p:cNvPr>
          <p:cNvSpPr txBox="1"/>
          <p:nvPr/>
        </p:nvSpPr>
        <p:spPr>
          <a:xfrm>
            <a:off x="4935596" y="3327701"/>
            <a:ext cx="1289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CustomSymbol</a:t>
            </a:r>
            <a:endParaRPr lang="de-DE" dirty="0">
              <a:solidFill>
                <a:schemeClr val="accent1"/>
              </a:solidFill>
            </a:endParaRPr>
          </a:p>
        </p:txBody>
      </p:sp>
      <p:cxnSp>
        <p:nvCxnSpPr>
          <p:cNvPr id="52" name="Verbinder: gewinkelt 51">
            <a:extLst>
              <a:ext uri="{FF2B5EF4-FFF2-40B4-BE49-F238E27FC236}">
                <a16:creationId xmlns:a16="http://schemas.microsoft.com/office/drawing/2014/main" id="{1A987DA2-9065-5835-A7F6-D38AA8AFC47A}"/>
              </a:ext>
            </a:extLst>
          </p:cNvPr>
          <p:cNvCxnSpPr>
            <a:cxnSpLocks/>
            <a:stCxn id="9" idx="1"/>
            <a:endCxn id="68" idx="1"/>
          </p:cNvCxnSpPr>
          <p:nvPr/>
        </p:nvCxnSpPr>
        <p:spPr>
          <a:xfrm rot="10800000" flipV="1">
            <a:off x="1126453" y="3346099"/>
            <a:ext cx="7783" cy="1085534"/>
          </a:xfrm>
          <a:prstGeom prst="bentConnector3">
            <a:avLst>
              <a:gd name="adj1" fmla="val 7540833"/>
            </a:avLst>
          </a:prstGeom>
          <a:ln w="19050">
            <a:solidFill>
              <a:srgbClr val="0066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73E33E76-965C-45EE-A053-07F095F5D86E}"/>
              </a:ext>
            </a:extLst>
          </p:cNvPr>
          <p:cNvSpPr txBox="1"/>
          <p:nvPr/>
        </p:nvSpPr>
        <p:spPr>
          <a:xfrm>
            <a:off x="507027" y="3340356"/>
            <a:ext cx="707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66B8"/>
                </a:solidFill>
              </a:rPr>
              <a:t>ID-Link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F0A9921E-2F56-F3A6-EC8E-A213CB4BE14A}"/>
              </a:ext>
            </a:extLst>
          </p:cNvPr>
          <p:cNvSpPr/>
          <p:nvPr/>
        </p:nvSpPr>
        <p:spPr>
          <a:xfrm>
            <a:off x="1126452" y="4296246"/>
            <a:ext cx="3853900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de-DE" sz="1600" dirty="0"/>
              <a:t>ReferenceLEA1MTP</a:t>
            </a:r>
          </a:p>
        </p:txBody>
      </p:sp>
    </p:spTree>
    <p:extLst>
      <p:ext uri="{BB962C8B-B14F-4D97-AF65-F5344CB8AC3E}">
        <p14:creationId xmlns:p14="http://schemas.microsoft.com/office/powerpoint/2010/main" val="3820363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4E243-8DA4-5B74-E3F4-348A111D4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25BA039-B1E3-84FD-885C-4C10CC9FBE41}"/>
              </a:ext>
            </a:extLst>
          </p:cNvPr>
          <p:cNvSpPr/>
          <p:nvPr/>
        </p:nvSpPr>
        <p:spPr>
          <a:xfrm>
            <a:off x="2331720" y="477338"/>
            <a:ext cx="5920740" cy="5032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Composed</a:t>
            </a:r>
            <a:r>
              <a:rPr lang="de-DE" b="1" dirty="0">
                <a:solidFill>
                  <a:schemeClr val="tx1"/>
                </a:solidFill>
              </a:rPr>
              <a:t> MTP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9E90B960-F6EB-09A0-640A-82760D4BF281}"/>
              </a:ext>
            </a:extLst>
          </p:cNvPr>
          <p:cNvSpPr/>
          <p:nvPr/>
        </p:nvSpPr>
        <p:spPr>
          <a:xfrm rot="5400000">
            <a:off x="3585118" y="-166466"/>
            <a:ext cx="3175961" cy="531700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695C5D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dirty="0">
              <a:solidFill>
                <a:srgbClr val="695C5D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DC3A42B-585C-8BCF-4DB3-8F7C4673A501}"/>
              </a:ext>
            </a:extLst>
          </p:cNvPr>
          <p:cNvSpPr/>
          <p:nvPr/>
        </p:nvSpPr>
        <p:spPr>
          <a:xfrm>
            <a:off x="2856921" y="1368626"/>
            <a:ext cx="4061567" cy="270774"/>
          </a:xfrm>
          <a:prstGeom prst="rect">
            <a:avLst/>
          </a:prstGeom>
          <a:solidFill>
            <a:srgbClr val="A79B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/>
              <a:t>LogisticsLine</a:t>
            </a:r>
            <a:r>
              <a:rPr lang="de-DE" sz="1600" dirty="0"/>
              <a:t> (</a:t>
            </a:r>
            <a:r>
              <a:rPr lang="de-DE" sz="1600" dirty="0" err="1"/>
              <a:t>ComposedModuleTypePackage</a:t>
            </a:r>
            <a:r>
              <a:rPr lang="de-DE" sz="1600" dirty="0"/>
              <a:t>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EE1492F-5CC6-B69C-9E03-48E76E9B85A8}"/>
              </a:ext>
            </a:extLst>
          </p:cNvPr>
          <p:cNvSpPr/>
          <p:nvPr/>
        </p:nvSpPr>
        <p:spPr>
          <a:xfrm>
            <a:off x="3108712" y="1679237"/>
            <a:ext cx="3809775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Services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B1B840D-25E2-3BB5-F87C-C730F0BCFEE7}"/>
              </a:ext>
            </a:extLst>
          </p:cNvPr>
          <p:cNvSpPr/>
          <p:nvPr/>
        </p:nvSpPr>
        <p:spPr>
          <a:xfrm>
            <a:off x="3108712" y="2634429"/>
            <a:ext cx="3809775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/>
              <a:t>Attachments</a:t>
            </a:r>
            <a:endParaRPr lang="de-DE" sz="160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6A872BB-90C5-21BF-174A-B7513AECE795}"/>
              </a:ext>
            </a:extLst>
          </p:cNvPr>
          <p:cNvSpPr/>
          <p:nvPr/>
        </p:nvSpPr>
        <p:spPr>
          <a:xfrm>
            <a:off x="2615024" y="2995730"/>
            <a:ext cx="2705503" cy="2707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Services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8E7A52E-6632-8C1A-840D-EA03307FF4AF}"/>
              </a:ext>
            </a:extLst>
          </p:cNvPr>
          <p:cNvSpPr/>
          <p:nvPr/>
        </p:nvSpPr>
        <p:spPr>
          <a:xfrm>
            <a:off x="2615025" y="1007325"/>
            <a:ext cx="2705503" cy="2707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/>
              <a:t>ModuleTypePackage</a:t>
            </a:r>
            <a:endParaRPr lang="de-DE" sz="160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B0BAEDD-2FAE-8058-3768-70452711576F}"/>
              </a:ext>
            </a:extLst>
          </p:cNvPr>
          <p:cNvSpPr/>
          <p:nvPr/>
        </p:nvSpPr>
        <p:spPr>
          <a:xfrm>
            <a:off x="3108712" y="1995988"/>
            <a:ext cx="3809775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/>
              <a:t>ProcessValues</a:t>
            </a:r>
            <a:endParaRPr lang="de-DE" sz="160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FFBC84F-E7F2-F4F5-AA75-5213712B9128}"/>
              </a:ext>
            </a:extLst>
          </p:cNvPr>
          <p:cNvSpPr/>
          <p:nvPr/>
        </p:nvSpPr>
        <p:spPr>
          <a:xfrm>
            <a:off x="3108712" y="2318085"/>
            <a:ext cx="3809775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Pictures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0EF94CA-2985-F7ED-0812-98C25048F6D4}"/>
              </a:ext>
            </a:extLst>
          </p:cNvPr>
          <p:cNvSpPr/>
          <p:nvPr/>
        </p:nvSpPr>
        <p:spPr>
          <a:xfrm>
            <a:off x="2615023" y="3352318"/>
            <a:ext cx="2705503" cy="2707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err="1"/>
              <a:t>ProcessValues</a:t>
            </a:r>
            <a:endParaRPr lang="de-DE" sz="1600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374138B-6B32-4245-D525-81A46A36A8B3}"/>
              </a:ext>
            </a:extLst>
          </p:cNvPr>
          <p:cNvSpPr/>
          <p:nvPr/>
        </p:nvSpPr>
        <p:spPr>
          <a:xfrm>
            <a:off x="2615022" y="3708906"/>
            <a:ext cx="2705503" cy="2707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Pictures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7A04673-C551-6817-E0BE-C98D72AE7F06}"/>
              </a:ext>
            </a:extLst>
          </p:cNvPr>
          <p:cNvSpPr/>
          <p:nvPr/>
        </p:nvSpPr>
        <p:spPr>
          <a:xfrm>
            <a:off x="2615025" y="4148597"/>
            <a:ext cx="2705503" cy="2707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Attachments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C3B5E7A-40D6-C569-108B-2C9FBE963C55}"/>
              </a:ext>
            </a:extLst>
          </p:cNvPr>
          <p:cNvSpPr/>
          <p:nvPr/>
        </p:nvSpPr>
        <p:spPr>
          <a:xfrm>
            <a:off x="3108712" y="4509751"/>
            <a:ext cx="3809774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de-DE" sz="1600" dirty="0"/>
              <a:t>LEA1MTP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5A0F4DE-7257-B910-5E93-B83195F9AE80}"/>
              </a:ext>
            </a:extLst>
          </p:cNvPr>
          <p:cNvSpPr/>
          <p:nvPr/>
        </p:nvSpPr>
        <p:spPr>
          <a:xfrm>
            <a:off x="3108712" y="4831995"/>
            <a:ext cx="3809776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de-DE" sz="1600" dirty="0"/>
              <a:t>LEA2MTP</a:t>
            </a:r>
          </a:p>
        </p:txBody>
      </p:sp>
      <p:sp>
        <p:nvSpPr>
          <p:cNvPr id="11" name="Geschweifte Klammer rechts 10">
            <a:extLst>
              <a:ext uri="{FF2B5EF4-FFF2-40B4-BE49-F238E27FC236}">
                <a16:creationId xmlns:a16="http://schemas.microsoft.com/office/drawing/2014/main" id="{5542C3DF-30DE-60FF-09BF-C1F2CA47557C}"/>
              </a:ext>
            </a:extLst>
          </p:cNvPr>
          <p:cNvSpPr/>
          <p:nvPr/>
        </p:nvSpPr>
        <p:spPr>
          <a:xfrm>
            <a:off x="7056873" y="1007325"/>
            <a:ext cx="202276" cy="1897878"/>
          </a:xfrm>
          <a:prstGeom prst="rightBrace">
            <a:avLst>
              <a:gd name="adj1" fmla="val 49772"/>
              <a:gd name="adj2" fmla="val 50000"/>
            </a:avLst>
          </a:prstGeom>
          <a:ln w="19050">
            <a:solidFill>
              <a:srgbClr val="695C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695C5D"/>
              </a:solidFill>
            </a:endParaRPr>
          </a:p>
        </p:txBody>
      </p:sp>
      <p:sp>
        <p:nvSpPr>
          <p:cNvPr id="12" name="Geschweifte Klammer rechts 11">
            <a:extLst>
              <a:ext uri="{FF2B5EF4-FFF2-40B4-BE49-F238E27FC236}">
                <a16:creationId xmlns:a16="http://schemas.microsoft.com/office/drawing/2014/main" id="{058B0027-F62A-0F24-799D-407EE6B9D89B}"/>
              </a:ext>
            </a:extLst>
          </p:cNvPr>
          <p:cNvSpPr/>
          <p:nvPr/>
        </p:nvSpPr>
        <p:spPr>
          <a:xfrm>
            <a:off x="7056873" y="2984317"/>
            <a:ext cx="202276" cy="995363"/>
          </a:xfrm>
          <a:prstGeom prst="rightBrace">
            <a:avLst>
              <a:gd name="adj1" fmla="val 49772"/>
              <a:gd name="adj2" fmla="val 50000"/>
            </a:avLst>
          </a:prstGeom>
          <a:ln w="19050">
            <a:solidFill>
              <a:srgbClr val="695C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695C5D"/>
              </a:solidFill>
            </a:endParaRPr>
          </a:p>
        </p:txBody>
      </p:sp>
      <p:sp>
        <p:nvSpPr>
          <p:cNvPr id="14" name="Geschweifte Klammer rechts 13">
            <a:extLst>
              <a:ext uri="{FF2B5EF4-FFF2-40B4-BE49-F238E27FC236}">
                <a16:creationId xmlns:a16="http://schemas.microsoft.com/office/drawing/2014/main" id="{F2162B84-31FE-F168-85A5-9AB11C410C65}"/>
              </a:ext>
            </a:extLst>
          </p:cNvPr>
          <p:cNvSpPr/>
          <p:nvPr/>
        </p:nvSpPr>
        <p:spPr>
          <a:xfrm>
            <a:off x="7056873" y="4509751"/>
            <a:ext cx="202276" cy="593018"/>
          </a:xfrm>
          <a:prstGeom prst="rightBrace">
            <a:avLst>
              <a:gd name="adj1" fmla="val 49772"/>
              <a:gd name="adj2" fmla="val 50000"/>
            </a:avLst>
          </a:prstGeom>
          <a:ln w="19050">
            <a:solidFill>
              <a:srgbClr val="695C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695C5D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D4927AB-071D-5DC2-617D-9F5CBE151EEB}"/>
              </a:ext>
            </a:extLst>
          </p:cNvPr>
          <p:cNvSpPr txBox="1"/>
          <p:nvPr/>
        </p:nvSpPr>
        <p:spPr>
          <a:xfrm rot="5400000">
            <a:off x="6757069" y="1765345"/>
            <a:ext cx="120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695C5D"/>
                </a:solidFill>
              </a:rPr>
              <a:t>Manifest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64FB27D-9BA7-58D4-5F3F-3D4F09C4BF89}"/>
              </a:ext>
            </a:extLst>
          </p:cNvPr>
          <p:cNvSpPr txBox="1"/>
          <p:nvPr/>
        </p:nvSpPr>
        <p:spPr>
          <a:xfrm rot="5400000">
            <a:off x="6771342" y="3140285"/>
            <a:ext cx="1474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rgbClr val="695C5D"/>
                </a:solidFill>
              </a:rPr>
              <a:t>Aspect</a:t>
            </a:r>
            <a:r>
              <a:rPr lang="de-DE" dirty="0">
                <a:solidFill>
                  <a:srgbClr val="695C5D"/>
                </a:solidFill>
              </a:rPr>
              <a:t> Models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41D47CF-1454-D8CA-C8D0-8D574C49FE12}"/>
              </a:ext>
            </a:extLst>
          </p:cNvPr>
          <p:cNvSpPr txBox="1"/>
          <p:nvPr/>
        </p:nvSpPr>
        <p:spPr>
          <a:xfrm rot="5400000">
            <a:off x="6881777" y="4621594"/>
            <a:ext cx="1135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695C5D"/>
                </a:solidFill>
              </a:rPr>
              <a:t>LEA MTPs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8CFE6F47-6BDE-F9CD-6C5B-834F06DBF359}"/>
              </a:ext>
            </a:extLst>
          </p:cNvPr>
          <p:cNvSpPr txBox="1"/>
          <p:nvPr/>
        </p:nvSpPr>
        <p:spPr>
          <a:xfrm rot="5400000">
            <a:off x="6894360" y="2307371"/>
            <a:ext cx="2225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 err="1">
                <a:solidFill>
                  <a:srgbClr val="695C5D"/>
                </a:solidFill>
              </a:rPr>
              <a:t>Semantic</a:t>
            </a:r>
            <a:r>
              <a:rPr lang="de-DE" dirty="0">
                <a:solidFill>
                  <a:srgbClr val="695C5D"/>
                </a:solidFill>
              </a:rPr>
              <a:t> Models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5F473A9D-F910-861B-9A11-DCA7655FCFCA}"/>
              </a:ext>
            </a:extLst>
          </p:cNvPr>
          <p:cNvSpPr/>
          <p:nvPr/>
        </p:nvSpPr>
        <p:spPr>
          <a:xfrm>
            <a:off x="3108712" y="5152861"/>
            <a:ext cx="3809776" cy="270774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de-DE" sz="1600" dirty="0" err="1"/>
              <a:t>Choreography</a:t>
            </a:r>
            <a:r>
              <a:rPr lang="de-DE" sz="1600" dirty="0"/>
              <a:t> </a:t>
            </a:r>
            <a:r>
              <a:rPr lang="de-DE" sz="1600" dirty="0" err="1"/>
              <a:t>Configuration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090096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hteck 94">
            <a:extLst>
              <a:ext uri="{FF2B5EF4-FFF2-40B4-BE49-F238E27FC236}">
                <a16:creationId xmlns:a16="http://schemas.microsoft.com/office/drawing/2014/main" id="{89AD2962-C700-00DC-2925-7F0EA5419120}"/>
              </a:ext>
            </a:extLst>
          </p:cNvPr>
          <p:cNvSpPr/>
          <p:nvPr/>
        </p:nvSpPr>
        <p:spPr>
          <a:xfrm>
            <a:off x="1524000" y="5288741"/>
            <a:ext cx="9003222" cy="8216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Legende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143FAF9-714C-D79A-ED3D-125AB747C2F2}"/>
              </a:ext>
            </a:extLst>
          </p:cNvPr>
          <p:cNvSpPr/>
          <p:nvPr/>
        </p:nvSpPr>
        <p:spPr>
          <a:xfrm>
            <a:off x="1524000" y="845820"/>
            <a:ext cx="9003222" cy="2535976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>
                <a:solidFill>
                  <a:schemeClr val="bg1"/>
                </a:solidFill>
              </a:rPr>
              <a:t>Logistics</a:t>
            </a:r>
            <a:r>
              <a:rPr lang="de-DE" sz="1600" dirty="0">
                <a:solidFill>
                  <a:schemeClr val="bg1"/>
                </a:solidFill>
              </a:rPr>
              <a:t> Orchestration Layer </a:t>
            </a:r>
            <a:r>
              <a:rPr lang="de-DE" b="1" dirty="0">
                <a:solidFill>
                  <a:schemeClr val="bg1"/>
                </a:solidFill>
              </a:rPr>
              <a:t>(LOL)</a:t>
            </a:r>
            <a:endParaRPr lang="de-DE" sz="1600" b="1" dirty="0">
              <a:solidFill>
                <a:schemeClr val="bg1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D706E60-5888-1F69-0E4E-1F37BA95D1CC}"/>
              </a:ext>
            </a:extLst>
          </p:cNvPr>
          <p:cNvSpPr/>
          <p:nvPr/>
        </p:nvSpPr>
        <p:spPr>
          <a:xfrm>
            <a:off x="1524000" y="3425330"/>
            <a:ext cx="9003222" cy="177697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b="1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 Area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6A7518A-C516-3BBD-9069-C2C20E878E3B}"/>
              </a:ext>
            </a:extLst>
          </p:cNvPr>
          <p:cNvSpPr/>
          <p:nvPr/>
        </p:nvSpPr>
        <p:spPr>
          <a:xfrm>
            <a:off x="8222341" y="3537985"/>
            <a:ext cx="2068661" cy="13688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A6A2D66-5693-3545-91E3-AE9B6F2F92C2}"/>
              </a:ext>
            </a:extLst>
          </p:cNvPr>
          <p:cNvSpPr/>
          <p:nvPr/>
        </p:nvSpPr>
        <p:spPr>
          <a:xfrm>
            <a:off x="4509274" y="3976114"/>
            <a:ext cx="3604193" cy="1012175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B07FDBA-1CCC-65AD-70FD-063BEB2A5B12}"/>
              </a:ext>
            </a:extLst>
          </p:cNvPr>
          <p:cNvSpPr/>
          <p:nvPr/>
        </p:nvSpPr>
        <p:spPr>
          <a:xfrm>
            <a:off x="4368150" y="1203960"/>
            <a:ext cx="6047312" cy="20873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Transport-Management (TM)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9A8003F-9C79-D774-73E5-74D887360C0A}"/>
              </a:ext>
            </a:extLst>
          </p:cNvPr>
          <p:cNvSpPr/>
          <p:nvPr/>
        </p:nvSpPr>
        <p:spPr>
          <a:xfrm>
            <a:off x="4459176" y="1565721"/>
            <a:ext cx="958764" cy="161886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LEA-Manage-</a:t>
            </a:r>
            <a:r>
              <a:rPr lang="de-DE" sz="1600" b="1" dirty="0" err="1">
                <a:solidFill>
                  <a:schemeClr val="tx2">
                    <a:lumMod val="50000"/>
                  </a:schemeClr>
                </a:solidFill>
              </a:rPr>
              <a:t>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216DB50-810C-D2B4-33DF-7D76C7B670BF}"/>
              </a:ext>
            </a:extLst>
          </p:cNvPr>
          <p:cNvSpPr/>
          <p:nvPr/>
        </p:nvSpPr>
        <p:spPr>
          <a:xfrm>
            <a:off x="5692683" y="2675655"/>
            <a:ext cx="2550651" cy="508928"/>
          </a:xfrm>
          <a:prstGeom prst="rect">
            <a:avLst/>
          </a:prstGeom>
          <a:solidFill>
            <a:srgbClr val="E2DEDE">
              <a:alpha val="32000"/>
            </a:srgbClr>
          </a:solidFill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Ins="39600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OPC UA </a:t>
            </a:r>
          </a:p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Server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131C441-CEF7-ACA4-B46C-3CD2AA3ACC0A}"/>
              </a:ext>
            </a:extLst>
          </p:cNvPr>
          <p:cNvSpPr/>
          <p:nvPr/>
        </p:nvSpPr>
        <p:spPr>
          <a:xfrm>
            <a:off x="8334359" y="2675655"/>
            <a:ext cx="1846567" cy="508928"/>
          </a:xfrm>
          <a:prstGeom prst="rect">
            <a:avLst/>
          </a:prstGeom>
          <a:solidFill>
            <a:srgbClr val="E2DEDE">
              <a:alpha val="32000"/>
            </a:srgbClr>
          </a:solidFill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AGV-System-Adapter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BFA5197B-FDB1-794F-95C6-E4BEE5F8B597}"/>
              </a:ext>
            </a:extLst>
          </p:cNvPr>
          <p:cNvGrpSpPr/>
          <p:nvPr/>
        </p:nvGrpSpPr>
        <p:grpSpPr>
          <a:xfrm>
            <a:off x="4459175" y="4022784"/>
            <a:ext cx="3604193" cy="1012175"/>
            <a:chOff x="1641270" y="3360420"/>
            <a:chExt cx="1380900" cy="784860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8B5BEAA3-517F-B3BA-CAFC-A3A36482B211}"/>
                </a:ext>
              </a:extLst>
            </p:cNvPr>
            <p:cNvSpPr/>
            <p:nvPr/>
          </p:nvSpPr>
          <p:spPr>
            <a:xfrm>
              <a:off x="1641270" y="3360420"/>
              <a:ext cx="1380900" cy="7848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b" anchorCtr="0"/>
            <a:lstStyle/>
            <a:p>
              <a:pPr algn="ctr"/>
              <a:endParaRPr lang="de-DE" sz="160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B2380C1F-6FC4-1D96-F8E4-E3685FD2B535}"/>
                </a:ext>
              </a:extLst>
            </p:cNvPr>
            <p:cNvSpPr/>
            <p:nvPr/>
          </p:nvSpPr>
          <p:spPr>
            <a:xfrm>
              <a:off x="1641270" y="3360420"/>
              <a:ext cx="1380900" cy="784860"/>
            </a:xfrm>
            <a:prstGeom prst="rect">
              <a:avLst/>
            </a:prstGeom>
            <a:solidFill>
              <a:schemeClr val="accent1">
                <a:alpha val="31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b" anchorCtr="0"/>
            <a:lstStyle/>
            <a:p>
              <a:pPr algn="ctr"/>
              <a:r>
                <a:rPr lang="de-DE" sz="1600" b="1" dirty="0" err="1">
                  <a:solidFill>
                    <a:schemeClr val="tx2">
                      <a:lumMod val="50000"/>
                    </a:schemeClr>
                  </a:solidFill>
                </a:rPr>
                <a:t>Logistics</a:t>
              </a:r>
              <a:r>
                <a:rPr lang="de-DE" sz="1600" b="1" dirty="0">
                  <a:solidFill>
                    <a:schemeClr val="tx2">
                      <a:lumMod val="50000"/>
                    </a:schemeClr>
                  </a:solidFill>
                </a:rPr>
                <a:t> Equipment Assembly (LEA)</a:t>
              </a:r>
            </a:p>
          </p:txBody>
        </p:sp>
      </p:grpSp>
      <p:sp>
        <p:nvSpPr>
          <p:cNvPr id="12" name="Ellipse 11">
            <a:extLst>
              <a:ext uri="{FF2B5EF4-FFF2-40B4-BE49-F238E27FC236}">
                <a16:creationId xmlns:a16="http://schemas.microsoft.com/office/drawing/2014/main" id="{9DB9B9A1-BC84-0B92-19BF-F3C5D312C7D0}"/>
              </a:ext>
            </a:extLst>
          </p:cNvPr>
          <p:cNvSpPr/>
          <p:nvPr/>
        </p:nvSpPr>
        <p:spPr>
          <a:xfrm>
            <a:off x="8608729" y="4099687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BD9187D-0F3B-2095-F5FD-F978FD5BD84F}"/>
              </a:ext>
            </a:extLst>
          </p:cNvPr>
          <p:cNvSpPr/>
          <p:nvPr/>
        </p:nvSpPr>
        <p:spPr>
          <a:xfrm>
            <a:off x="8334359" y="3623730"/>
            <a:ext cx="1846567" cy="285601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78EE087-2EC6-DD7B-7718-2985CDACB464}"/>
              </a:ext>
            </a:extLst>
          </p:cNvPr>
          <p:cNvSpPr/>
          <p:nvPr/>
        </p:nvSpPr>
        <p:spPr>
          <a:xfrm>
            <a:off x="9457700" y="4095554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9F28067-8179-8A9F-EFFB-62BD33CDC140}"/>
              </a:ext>
            </a:extLst>
          </p:cNvPr>
          <p:cNvCxnSpPr>
            <a:cxnSpLocks/>
            <a:stCxn id="13" idx="2"/>
            <a:endCxn id="12" idx="7"/>
          </p:cNvCxnSpPr>
          <p:nvPr/>
        </p:nvCxnSpPr>
        <p:spPr>
          <a:xfrm flipH="1">
            <a:off x="9017384" y="3909331"/>
            <a:ext cx="240259" cy="260470"/>
          </a:xfrm>
          <a:prstGeom prst="straightConnector1">
            <a:avLst/>
          </a:prstGeom>
          <a:ln w="25400">
            <a:solidFill>
              <a:schemeClr val="tx1">
                <a:lumMod val="60000"/>
                <a:lumOff val="40000"/>
              </a:schemeClr>
            </a:solidFill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595CD33-EAA3-819D-1C1F-3672864EFF21}"/>
              </a:ext>
            </a:extLst>
          </p:cNvPr>
          <p:cNvCxnSpPr>
            <a:cxnSpLocks/>
            <a:stCxn id="13" idx="2"/>
            <a:endCxn id="14" idx="1"/>
          </p:cNvCxnSpPr>
          <p:nvPr/>
        </p:nvCxnSpPr>
        <p:spPr>
          <a:xfrm>
            <a:off x="9257643" y="3909331"/>
            <a:ext cx="270171" cy="256337"/>
          </a:xfrm>
          <a:prstGeom prst="straightConnector1">
            <a:avLst/>
          </a:prstGeom>
          <a:ln w="25400">
            <a:solidFill>
              <a:schemeClr val="tx1">
                <a:lumMod val="60000"/>
                <a:lumOff val="40000"/>
              </a:schemeClr>
            </a:solidFill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2E481ADE-2DD4-E309-F447-E0C1A433BE6F}"/>
              </a:ext>
            </a:extLst>
          </p:cNvPr>
          <p:cNvGrpSpPr/>
          <p:nvPr/>
        </p:nvGrpSpPr>
        <p:grpSpPr>
          <a:xfrm rot="10800000">
            <a:off x="7331400" y="3559978"/>
            <a:ext cx="243923" cy="243923"/>
            <a:chOff x="2481603" y="2856692"/>
            <a:chExt cx="243923" cy="243923"/>
          </a:xfrm>
        </p:grpSpPr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1AFDA7A3-4B63-F25F-62F7-4739B3A1EBB6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rgbClr val="E2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82" name="Gruppieren 81">
              <a:extLst>
                <a:ext uri="{FF2B5EF4-FFF2-40B4-BE49-F238E27FC236}">
                  <a16:creationId xmlns:a16="http://schemas.microsoft.com/office/drawing/2014/main" id="{C0E0F7F7-6BCA-D9EB-AB1D-77CE4B566C84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9EDCC5A8-EAEC-FC1A-5689-1897E28C37B7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4" name="Halbbogen 83">
                <a:extLst>
                  <a:ext uri="{FF2B5EF4-FFF2-40B4-BE49-F238E27FC236}">
                    <a16:creationId xmlns:a16="http://schemas.microsoft.com/office/drawing/2014/main" id="{15F5DCB2-294E-BE3A-A153-605FFEEC38A7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81A01094-EE93-E039-7D58-2079697E05E2}"/>
              </a:ext>
            </a:extLst>
          </p:cNvPr>
          <p:cNvCxnSpPr>
            <a:cxnSpLocks/>
            <a:stCxn id="81" idx="0"/>
          </p:cNvCxnSpPr>
          <p:nvPr/>
        </p:nvCxnSpPr>
        <p:spPr>
          <a:xfrm flipH="1">
            <a:off x="7452588" y="3796281"/>
            <a:ext cx="773" cy="329188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feld 89">
            <a:extLst>
              <a:ext uri="{FF2B5EF4-FFF2-40B4-BE49-F238E27FC236}">
                <a16:creationId xmlns:a16="http://schemas.microsoft.com/office/drawing/2014/main" id="{4462583C-37DC-8EA7-719C-E71187814A63}"/>
              </a:ext>
            </a:extLst>
          </p:cNvPr>
          <p:cNvSpPr txBox="1"/>
          <p:nvPr/>
        </p:nvSpPr>
        <p:spPr>
          <a:xfrm>
            <a:off x="6104083" y="3488483"/>
            <a:ext cx="1425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accent1">
                    <a:lumMod val="75000"/>
                  </a:schemeClr>
                </a:solidFill>
              </a:rPr>
              <a:t>Dezentrale Orchestrierung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3F27C60D-C79F-0735-37AD-0F7E52407DE2}"/>
              </a:ext>
            </a:extLst>
          </p:cNvPr>
          <p:cNvSpPr/>
          <p:nvPr/>
        </p:nvSpPr>
        <p:spPr>
          <a:xfrm>
            <a:off x="5508966" y="1565721"/>
            <a:ext cx="4671961" cy="103145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Order-Management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4A1FED9D-9D3C-D561-EBA8-14C6546433CC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9257643" y="2480757"/>
            <a:ext cx="0" cy="194898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53D4F21D-12FD-C71D-8C49-97CE1953765C}"/>
              </a:ext>
            </a:extLst>
          </p:cNvPr>
          <p:cNvCxnSpPr>
            <a:cxnSpLocks/>
            <a:stCxn id="13" idx="0"/>
            <a:endCxn id="8" idx="2"/>
          </p:cNvCxnSpPr>
          <p:nvPr/>
        </p:nvCxnSpPr>
        <p:spPr>
          <a:xfrm flipV="1">
            <a:off x="9257643" y="3184583"/>
            <a:ext cx="0" cy="439147"/>
          </a:xfrm>
          <a:prstGeom prst="straightConnector1">
            <a:avLst/>
          </a:prstGeom>
          <a:ln w="25400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E4EF3786-65E2-E674-4942-C193690C4E08}"/>
              </a:ext>
            </a:extLst>
          </p:cNvPr>
          <p:cNvSpPr/>
          <p:nvPr/>
        </p:nvSpPr>
        <p:spPr>
          <a:xfrm>
            <a:off x="8160241" y="2135991"/>
            <a:ext cx="1957613" cy="294389"/>
          </a:xfrm>
          <a:prstGeom prst="rect">
            <a:avLst/>
          </a:prstGeom>
          <a:solidFill>
            <a:srgbClr val="1F674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031E2F3-2C56-F81B-1E35-234C65C5408E}"/>
              </a:ext>
            </a:extLst>
          </p:cNvPr>
          <p:cNvSpPr/>
          <p:nvPr/>
        </p:nvSpPr>
        <p:spPr>
          <a:xfrm>
            <a:off x="8112409" y="2186368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0AB0932D-BC08-9731-80BC-939171807525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4723691" y="3178522"/>
            <a:ext cx="0" cy="499235"/>
          </a:xfrm>
          <a:prstGeom prst="line">
            <a:avLst/>
          </a:prstGeom>
          <a:ln w="25400">
            <a:solidFill>
              <a:schemeClr val="tx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07906516-E499-407E-3016-0CAF00928BD2}"/>
              </a:ext>
            </a:extLst>
          </p:cNvPr>
          <p:cNvGrpSpPr/>
          <p:nvPr/>
        </p:nvGrpSpPr>
        <p:grpSpPr>
          <a:xfrm rot="10800000">
            <a:off x="5954404" y="3559978"/>
            <a:ext cx="243923" cy="243923"/>
            <a:chOff x="2481603" y="2856692"/>
            <a:chExt cx="243923" cy="243923"/>
          </a:xfrm>
        </p:grpSpPr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1D4B57C4-8E60-7879-44FE-E4E8683E2279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rgbClr val="E2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025EDBAD-CE82-B25F-7EE9-0C2CE3B7B8EE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8C685D93-FD22-345D-83F8-46D289945C8F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63" name="Halbbogen 62">
                <a:extLst>
                  <a:ext uri="{FF2B5EF4-FFF2-40B4-BE49-F238E27FC236}">
                    <a16:creationId xmlns:a16="http://schemas.microsoft.com/office/drawing/2014/main" id="{59FE6A64-DC26-1C90-2817-C5A6C6FEA719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6320E974-B278-5D00-E65A-99D5157B260E}"/>
              </a:ext>
            </a:extLst>
          </p:cNvPr>
          <p:cNvCxnSpPr>
            <a:cxnSpLocks/>
            <a:stCxn id="60" idx="0"/>
          </p:cNvCxnSpPr>
          <p:nvPr/>
        </p:nvCxnSpPr>
        <p:spPr>
          <a:xfrm flipH="1">
            <a:off x="6075592" y="3796281"/>
            <a:ext cx="773" cy="329188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hteck 73">
            <a:extLst>
              <a:ext uri="{FF2B5EF4-FFF2-40B4-BE49-F238E27FC236}">
                <a16:creationId xmlns:a16="http://schemas.microsoft.com/office/drawing/2014/main" id="{46479824-A3B2-2714-74C5-A62A58E24CC0}"/>
              </a:ext>
            </a:extLst>
          </p:cNvPr>
          <p:cNvSpPr/>
          <p:nvPr/>
        </p:nvSpPr>
        <p:spPr>
          <a:xfrm>
            <a:off x="5642488" y="1735915"/>
            <a:ext cx="1047590" cy="337518"/>
          </a:xfrm>
          <a:prstGeom prst="rect">
            <a:avLst/>
          </a:prstGeom>
          <a:ln w="25400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36000" rtlCol="0" anchor="ctr"/>
          <a:lstStyle/>
          <a:p>
            <a:pPr algn="r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TK-Proxy</a:t>
            </a:r>
          </a:p>
        </p:txBody>
      </p: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9789CFF0-FA5F-9B43-ABED-D56226287387}"/>
              </a:ext>
            </a:extLst>
          </p:cNvPr>
          <p:cNvCxnSpPr>
            <a:cxnSpLocks/>
            <a:stCxn id="88" idx="3"/>
            <a:endCxn id="22" idx="1"/>
          </p:cNvCxnSpPr>
          <p:nvPr/>
        </p:nvCxnSpPr>
        <p:spPr>
          <a:xfrm>
            <a:off x="7749101" y="2331394"/>
            <a:ext cx="363308" cy="216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4AA7B7F6-0004-27D1-3957-D92400430BC7}"/>
              </a:ext>
            </a:extLst>
          </p:cNvPr>
          <p:cNvCxnSpPr>
            <a:cxnSpLocks/>
            <a:endCxn id="83" idx="4"/>
          </p:cNvCxnSpPr>
          <p:nvPr/>
        </p:nvCxnSpPr>
        <p:spPr>
          <a:xfrm>
            <a:off x="7453361" y="3184583"/>
            <a:ext cx="0" cy="414185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0F618032-5443-3332-E12E-CBD441DB9BEE}"/>
              </a:ext>
            </a:extLst>
          </p:cNvPr>
          <p:cNvCxnSpPr>
            <a:cxnSpLocks/>
            <a:endCxn id="62" idx="4"/>
          </p:cNvCxnSpPr>
          <p:nvPr/>
        </p:nvCxnSpPr>
        <p:spPr>
          <a:xfrm flipH="1">
            <a:off x="6076365" y="3182198"/>
            <a:ext cx="1611" cy="416570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2BF17C43-3EE1-207B-0289-A6421F0C89A5}"/>
              </a:ext>
            </a:extLst>
          </p:cNvPr>
          <p:cNvCxnSpPr>
            <a:cxnSpLocks/>
          </p:cNvCxnSpPr>
          <p:nvPr/>
        </p:nvCxnSpPr>
        <p:spPr>
          <a:xfrm>
            <a:off x="7451084" y="2500153"/>
            <a:ext cx="2277" cy="695291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A1752BC1-44C2-D50A-29C8-030E527848E9}"/>
              </a:ext>
            </a:extLst>
          </p:cNvPr>
          <p:cNvCxnSpPr>
            <a:cxnSpLocks/>
          </p:cNvCxnSpPr>
          <p:nvPr/>
        </p:nvCxnSpPr>
        <p:spPr>
          <a:xfrm>
            <a:off x="6075795" y="2073433"/>
            <a:ext cx="2292" cy="1113941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uppieren 124">
            <a:extLst>
              <a:ext uri="{FF2B5EF4-FFF2-40B4-BE49-F238E27FC236}">
                <a16:creationId xmlns:a16="http://schemas.microsoft.com/office/drawing/2014/main" id="{77363630-BD9B-9EC9-6B90-6D9430CC383A}"/>
              </a:ext>
            </a:extLst>
          </p:cNvPr>
          <p:cNvGrpSpPr/>
          <p:nvPr/>
        </p:nvGrpSpPr>
        <p:grpSpPr>
          <a:xfrm>
            <a:off x="3450710" y="5360432"/>
            <a:ext cx="245212" cy="244896"/>
            <a:chOff x="2427469" y="3130607"/>
            <a:chExt cx="337956" cy="337520"/>
          </a:xfrm>
        </p:grpSpPr>
        <p:sp>
          <p:nvSpPr>
            <p:cNvPr id="126" name="Rechteck 185">
              <a:extLst>
                <a:ext uri="{FF2B5EF4-FFF2-40B4-BE49-F238E27FC236}">
                  <a16:creationId xmlns:a16="http://schemas.microsoft.com/office/drawing/2014/main" id="{800551A7-1A62-0056-2916-7D715710D8A9}"/>
                </a:ext>
              </a:extLst>
            </p:cNvPr>
            <p:cNvSpPr/>
            <p:nvPr/>
          </p:nvSpPr>
          <p:spPr>
            <a:xfrm>
              <a:off x="2427469" y="3130607"/>
              <a:ext cx="337956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175202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252356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2260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9425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956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73601"/>
                  </a:lnTo>
                  <a:lnTo>
                    <a:pt x="337220" y="194252"/>
                  </a:lnTo>
                  <a:cubicBezTo>
                    <a:pt x="337465" y="219970"/>
                    <a:pt x="337711" y="279026"/>
                    <a:pt x="337956" y="304744"/>
                  </a:cubicBezTo>
                  <a:cubicBezTo>
                    <a:pt x="337811" y="333132"/>
                    <a:pt x="337665" y="309132"/>
                    <a:pt x="337520" y="337520"/>
                  </a:cubicBez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27" name="Rechteck 126">
              <a:extLst>
                <a:ext uri="{FF2B5EF4-FFF2-40B4-BE49-F238E27FC236}">
                  <a16:creationId xmlns:a16="http://schemas.microsoft.com/office/drawing/2014/main" id="{40A352E3-78D8-DDD3-7AC3-B0E6596285A2}"/>
                </a:ext>
              </a:extLst>
            </p:cNvPr>
            <p:cNvSpPr/>
            <p:nvPr/>
          </p:nvSpPr>
          <p:spPr>
            <a:xfrm>
              <a:off x="2471292" y="3184602"/>
              <a:ext cx="40939" cy="23881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28" name="Gleichschenkliges Dreieck 127">
              <a:extLst>
                <a:ext uri="{FF2B5EF4-FFF2-40B4-BE49-F238E27FC236}">
                  <a16:creationId xmlns:a16="http://schemas.microsoft.com/office/drawing/2014/main" id="{4068AEBA-B608-5E35-59DE-7252FF308038}"/>
                </a:ext>
              </a:extLst>
            </p:cNvPr>
            <p:cNvSpPr/>
            <p:nvPr/>
          </p:nvSpPr>
          <p:spPr>
            <a:xfrm rot="5400000">
              <a:off x="2625283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29" name="Gleichschenkliges Dreieck 128">
              <a:extLst>
                <a:ext uri="{FF2B5EF4-FFF2-40B4-BE49-F238E27FC236}">
                  <a16:creationId xmlns:a16="http://schemas.microsoft.com/office/drawing/2014/main" id="{6A56B9DB-F142-F1DA-D44B-BAB49F9D9FAD}"/>
                </a:ext>
              </a:extLst>
            </p:cNvPr>
            <p:cNvSpPr/>
            <p:nvPr/>
          </p:nvSpPr>
          <p:spPr>
            <a:xfrm rot="16200000">
              <a:off x="2512116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130" name="Textfeld 242">
            <a:extLst>
              <a:ext uri="{FF2B5EF4-FFF2-40B4-BE49-F238E27FC236}">
                <a16:creationId xmlns:a16="http://schemas.microsoft.com/office/drawing/2014/main" id="{BFF50E7F-1BB0-30C6-CEB8-A7FA4FF8ED98}"/>
              </a:ext>
            </a:extLst>
          </p:cNvPr>
          <p:cNvSpPr txBox="1"/>
          <p:nvPr/>
        </p:nvSpPr>
        <p:spPr>
          <a:xfrm>
            <a:off x="3695921" y="5326380"/>
            <a:ext cx="1861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400" dirty="0" err="1">
                <a:solidFill>
                  <a:schemeClr val="accent1">
                    <a:lumMod val="75000"/>
                  </a:schemeClr>
                </a:solidFill>
              </a:rPr>
              <a:t>InOutbound</a:t>
            </a:r>
            <a:r>
              <a:rPr lang="de-DE" sz="1400" dirty="0">
                <a:solidFill>
                  <a:schemeClr val="accent1">
                    <a:lumMod val="75000"/>
                  </a:schemeClr>
                </a:solidFill>
              </a:rPr>
              <a:t>-Knoten</a:t>
            </a:r>
          </a:p>
        </p:txBody>
      </p:sp>
      <p:sp>
        <p:nvSpPr>
          <p:cNvPr id="136" name="Textfeld 241">
            <a:extLst>
              <a:ext uri="{FF2B5EF4-FFF2-40B4-BE49-F238E27FC236}">
                <a16:creationId xmlns:a16="http://schemas.microsoft.com/office/drawing/2014/main" id="{BA4C36E0-9AD3-E673-42D0-554FBB0B7A31}"/>
              </a:ext>
            </a:extLst>
          </p:cNvPr>
          <p:cNvSpPr txBox="1"/>
          <p:nvPr/>
        </p:nvSpPr>
        <p:spPr>
          <a:xfrm>
            <a:off x="3695921" y="5634157"/>
            <a:ext cx="1660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400" dirty="0">
                <a:solidFill>
                  <a:schemeClr val="accent1">
                    <a:lumMod val="75000"/>
                  </a:schemeClr>
                </a:solidFill>
              </a:rPr>
              <a:t>Order-Knoten</a:t>
            </a:r>
          </a:p>
        </p:txBody>
      </p:sp>
      <p:sp>
        <p:nvSpPr>
          <p:cNvPr id="138" name="Rechteck 137">
            <a:extLst>
              <a:ext uri="{FF2B5EF4-FFF2-40B4-BE49-F238E27FC236}">
                <a16:creationId xmlns:a16="http://schemas.microsoft.com/office/drawing/2014/main" id="{B581CE0C-F1FD-6177-F4F9-C9D92EBDECC5}"/>
              </a:ext>
            </a:extLst>
          </p:cNvPr>
          <p:cNvSpPr/>
          <p:nvPr/>
        </p:nvSpPr>
        <p:spPr>
          <a:xfrm>
            <a:off x="5684742" y="1800516"/>
            <a:ext cx="38378" cy="22387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9" name="Gleichschenkliges Dreieck 138">
            <a:extLst>
              <a:ext uri="{FF2B5EF4-FFF2-40B4-BE49-F238E27FC236}">
                <a16:creationId xmlns:a16="http://schemas.microsoft.com/office/drawing/2014/main" id="{4F2D63C6-B165-0A15-1095-699CB9433845}"/>
              </a:ext>
            </a:extLst>
          </p:cNvPr>
          <p:cNvSpPr/>
          <p:nvPr/>
        </p:nvSpPr>
        <p:spPr>
          <a:xfrm rot="5400000">
            <a:off x="5829099" y="1865488"/>
            <a:ext cx="108954" cy="93926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0" name="Gleichschenkliges Dreieck 139">
            <a:extLst>
              <a:ext uri="{FF2B5EF4-FFF2-40B4-BE49-F238E27FC236}">
                <a16:creationId xmlns:a16="http://schemas.microsoft.com/office/drawing/2014/main" id="{BF18F323-5335-4262-7CE7-3CABA354750E}"/>
              </a:ext>
            </a:extLst>
          </p:cNvPr>
          <p:cNvSpPr/>
          <p:nvPr/>
        </p:nvSpPr>
        <p:spPr>
          <a:xfrm rot="16200000">
            <a:off x="5723012" y="1865488"/>
            <a:ext cx="108954" cy="93926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355E47EC-A4C8-1008-CAB0-353B52515A35}"/>
              </a:ext>
            </a:extLst>
          </p:cNvPr>
          <p:cNvGrpSpPr/>
          <p:nvPr/>
        </p:nvGrpSpPr>
        <p:grpSpPr>
          <a:xfrm>
            <a:off x="3447917" y="5668209"/>
            <a:ext cx="248004" cy="244896"/>
            <a:chOff x="2353966" y="6379436"/>
            <a:chExt cx="268926" cy="265556"/>
          </a:xfrm>
        </p:grpSpPr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AC7A4B76-40A9-BCA9-FA57-EA662F1C211D}"/>
                </a:ext>
              </a:extLst>
            </p:cNvPr>
            <p:cNvSpPr/>
            <p:nvPr/>
          </p:nvSpPr>
          <p:spPr>
            <a:xfrm>
              <a:off x="2357336" y="6379436"/>
              <a:ext cx="265556" cy="26555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pic>
          <p:nvPicPr>
            <p:cNvPr id="148" name="Grafik 147" descr="Glocke mit einfarbiger Füllung">
              <a:extLst>
                <a:ext uri="{FF2B5EF4-FFF2-40B4-BE49-F238E27FC236}">
                  <a16:creationId xmlns:a16="http://schemas.microsoft.com/office/drawing/2014/main" id="{43C548FB-4B30-2B8D-BEC2-F337062928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353966" y="6379436"/>
              <a:ext cx="257675" cy="257675"/>
            </a:xfrm>
            <a:prstGeom prst="rect">
              <a:avLst/>
            </a:prstGeom>
          </p:spPr>
        </p:pic>
      </p:grpSp>
      <p:sp>
        <p:nvSpPr>
          <p:cNvPr id="2" name="Rechteck 1">
            <a:extLst>
              <a:ext uri="{FF2B5EF4-FFF2-40B4-BE49-F238E27FC236}">
                <a16:creationId xmlns:a16="http://schemas.microsoft.com/office/drawing/2014/main" id="{8AC0258C-F130-4C46-63EE-8684D5AACB4D}"/>
              </a:ext>
            </a:extLst>
          </p:cNvPr>
          <p:cNvSpPr/>
          <p:nvPr/>
        </p:nvSpPr>
        <p:spPr>
          <a:xfrm>
            <a:off x="1633985" y="1203960"/>
            <a:ext cx="1299761" cy="20873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Parameter-Management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EFF9534-FF23-68D9-390C-C8C2F7DED14A}"/>
              </a:ext>
            </a:extLst>
          </p:cNvPr>
          <p:cNvSpPr/>
          <p:nvPr/>
        </p:nvSpPr>
        <p:spPr>
          <a:xfrm>
            <a:off x="2994727" y="1203960"/>
            <a:ext cx="1317892" cy="20873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Materialfluss-Management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B5FFAC62-EEBC-39CC-234E-28E9E06FC9F2}"/>
              </a:ext>
            </a:extLst>
          </p:cNvPr>
          <p:cNvGrpSpPr/>
          <p:nvPr/>
        </p:nvGrpSpPr>
        <p:grpSpPr>
          <a:xfrm rot="10800000">
            <a:off x="3074054" y="3617101"/>
            <a:ext cx="243923" cy="243923"/>
            <a:chOff x="2481603" y="2856692"/>
            <a:chExt cx="243923" cy="243923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CC0DB00E-63C6-ABB6-EBB8-61DD2181790C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rgbClr val="E2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E01854D9-B163-FB12-674C-C8E5753737FE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E688FC80-E17F-E1FB-483D-45BCC13EBD4C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1" name="Halbbogen 30">
                <a:extLst>
                  <a:ext uri="{FF2B5EF4-FFF2-40B4-BE49-F238E27FC236}">
                    <a16:creationId xmlns:a16="http://schemas.microsoft.com/office/drawing/2014/main" id="{01BCBEB0-8864-E9E6-EF9F-4B61CD2369CC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C7049AE7-21F4-D144-2CCB-75EB8828E380}"/>
              </a:ext>
            </a:extLst>
          </p:cNvPr>
          <p:cNvCxnSpPr>
            <a:cxnSpLocks/>
            <a:endCxn id="30" idx="4"/>
          </p:cNvCxnSpPr>
          <p:nvPr/>
        </p:nvCxnSpPr>
        <p:spPr>
          <a:xfrm flipH="1">
            <a:off x="3196015" y="3291264"/>
            <a:ext cx="455" cy="364627"/>
          </a:xfrm>
          <a:prstGeom prst="line">
            <a:avLst/>
          </a:prstGeom>
          <a:ln w="25400">
            <a:solidFill>
              <a:schemeClr val="tx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feld 67">
            <a:extLst>
              <a:ext uri="{FF2B5EF4-FFF2-40B4-BE49-F238E27FC236}">
                <a16:creationId xmlns:a16="http://schemas.microsoft.com/office/drawing/2014/main" id="{336A0F5B-FEC8-2314-6BC3-0AC3DCCA8007}"/>
              </a:ext>
            </a:extLst>
          </p:cNvPr>
          <p:cNvSpPr txBox="1"/>
          <p:nvPr/>
        </p:nvSpPr>
        <p:spPr>
          <a:xfrm>
            <a:off x="1743461" y="3730903"/>
            <a:ext cx="1325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/>
              <a:t>Parametrierung von Default-Routen gem. Artefakt 1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A36BB335-9B0C-AE91-DD21-C93FFB7EED94}"/>
              </a:ext>
            </a:extLst>
          </p:cNvPr>
          <p:cNvSpPr txBox="1"/>
          <p:nvPr/>
        </p:nvSpPr>
        <p:spPr>
          <a:xfrm>
            <a:off x="3232610" y="3745511"/>
            <a:ext cx="13453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>
                <a:solidFill>
                  <a:schemeClr val="accent1">
                    <a:lumMod val="75000"/>
                  </a:schemeClr>
                </a:solidFill>
              </a:rPr>
              <a:t>Abfrage von Routen-Informationen</a:t>
            </a:r>
          </a:p>
        </p:txBody>
      </p:sp>
      <p:cxnSp>
        <p:nvCxnSpPr>
          <p:cNvPr id="65" name="Verbinder: gewinkelt 64">
            <a:extLst>
              <a:ext uri="{FF2B5EF4-FFF2-40B4-BE49-F238E27FC236}">
                <a16:creationId xmlns:a16="http://schemas.microsoft.com/office/drawing/2014/main" id="{800AAFA4-FC10-5448-F851-816CB029E9C3}"/>
              </a:ext>
            </a:extLst>
          </p:cNvPr>
          <p:cNvCxnSpPr>
            <a:cxnSpLocks/>
            <a:stCxn id="27" idx="0"/>
            <a:endCxn id="9" idx="1"/>
          </p:cNvCxnSpPr>
          <p:nvPr/>
        </p:nvCxnSpPr>
        <p:spPr>
          <a:xfrm rot="16200000" flipH="1">
            <a:off x="3489861" y="3559558"/>
            <a:ext cx="675468" cy="1263160"/>
          </a:xfrm>
          <a:prstGeom prst="bentConnector2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Verbinder: gewinkelt 65">
            <a:extLst>
              <a:ext uri="{FF2B5EF4-FFF2-40B4-BE49-F238E27FC236}">
                <a16:creationId xmlns:a16="http://schemas.microsoft.com/office/drawing/2014/main" id="{02A8E569-3944-DD7D-D119-1F27C66A7CBF}"/>
              </a:ext>
            </a:extLst>
          </p:cNvPr>
          <p:cNvCxnSpPr>
            <a:cxnSpLocks/>
          </p:cNvCxnSpPr>
          <p:nvPr/>
        </p:nvCxnSpPr>
        <p:spPr>
          <a:xfrm rot="10800000">
            <a:off x="1772817" y="3302346"/>
            <a:ext cx="2686364" cy="1376335"/>
          </a:xfrm>
          <a:prstGeom prst="bentConnector3">
            <a:avLst>
              <a:gd name="adj1" fmla="val 99994"/>
            </a:avLst>
          </a:prstGeom>
          <a:ln w="25400">
            <a:solidFill>
              <a:schemeClr val="tx1">
                <a:lumMod val="60000"/>
                <a:lumOff val="40000"/>
              </a:schemeClr>
            </a:solidFill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E5131E7C-B598-AB7F-E6BA-47C20C88DD90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6690078" y="1904674"/>
            <a:ext cx="1470163" cy="24915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hteck 87">
            <a:extLst>
              <a:ext uri="{FF2B5EF4-FFF2-40B4-BE49-F238E27FC236}">
                <a16:creationId xmlns:a16="http://schemas.microsoft.com/office/drawing/2014/main" id="{69A5DACB-5F5F-1BF7-4689-6E96EF4F428A}"/>
              </a:ext>
            </a:extLst>
          </p:cNvPr>
          <p:cNvSpPr/>
          <p:nvPr/>
        </p:nvSpPr>
        <p:spPr>
          <a:xfrm>
            <a:off x="6615574" y="2162635"/>
            <a:ext cx="1133527" cy="337518"/>
          </a:xfrm>
          <a:prstGeom prst="rect">
            <a:avLst/>
          </a:prstGeom>
          <a:ln w="25400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TK-Proxy</a:t>
            </a:r>
          </a:p>
        </p:txBody>
      </p:sp>
      <p:pic>
        <p:nvPicPr>
          <p:cNvPr id="137" name="Grafik 136" descr="Glocke mit einfarbiger Füllung">
            <a:extLst>
              <a:ext uri="{FF2B5EF4-FFF2-40B4-BE49-F238E27FC236}">
                <a16:creationId xmlns:a16="http://schemas.microsoft.com/office/drawing/2014/main" id="{4CD5E273-885F-A2C9-945E-CF75C42CEB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54890" y="2190008"/>
            <a:ext cx="283129" cy="283129"/>
          </a:xfrm>
          <a:prstGeom prst="rect">
            <a:avLst/>
          </a:prstGeom>
        </p:spPr>
      </p:pic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242C95C-E1A4-8677-BA21-E304CDBF0882}"/>
              </a:ext>
            </a:extLst>
          </p:cNvPr>
          <p:cNvCxnSpPr>
            <a:cxnSpLocks/>
          </p:cNvCxnSpPr>
          <p:nvPr/>
        </p:nvCxnSpPr>
        <p:spPr>
          <a:xfrm>
            <a:off x="5505617" y="5670769"/>
            <a:ext cx="587293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B04207FC-E816-F5E5-D5D3-8054551F625A}"/>
              </a:ext>
            </a:extLst>
          </p:cNvPr>
          <p:cNvSpPr txBox="1"/>
          <p:nvPr/>
        </p:nvSpPr>
        <p:spPr>
          <a:xfrm>
            <a:off x="6092910" y="5516880"/>
            <a:ext cx="4155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/>
              <a:t>Dynamische Verbindung (zur Laufzeit konfiguriert)</a:t>
            </a:r>
          </a:p>
        </p:txBody>
      </p: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913353DA-7CC5-982B-4844-6B9933E0E69C}"/>
              </a:ext>
            </a:extLst>
          </p:cNvPr>
          <p:cNvCxnSpPr>
            <a:cxnSpLocks/>
          </p:cNvCxnSpPr>
          <p:nvPr/>
        </p:nvCxnSpPr>
        <p:spPr>
          <a:xfrm>
            <a:off x="5824452" y="5442166"/>
            <a:ext cx="268458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feld 99">
            <a:extLst>
              <a:ext uri="{FF2B5EF4-FFF2-40B4-BE49-F238E27FC236}">
                <a16:creationId xmlns:a16="http://schemas.microsoft.com/office/drawing/2014/main" id="{7D833FF3-47EE-2A4A-158C-4F350257E414}"/>
              </a:ext>
            </a:extLst>
          </p:cNvPr>
          <p:cNvSpPr txBox="1"/>
          <p:nvPr/>
        </p:nvSpPr>
        <p:spPr>
          <a:xfrm>
            <a:off x="6092910" y="5288277"/>
            <a:ext cx="4155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/>
              <a:t>Statische Verbindung (im Engineering konfiguriert)</a:t>
            </a:r>
          </a:p>
        </p:txBody>
      </p: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67E23D35-FE22-0231-85C6-6E976321CE96}"/>
              </a:ext>
            </a:extLst>
          </p:cNvPr>
          <p:cNvCxnSpPr>
            <a:cxnSpLocks/>
            <a:stCxn id="120" idx="1"/>
          </p:cNvCxnSpPr>
          <p:nvPr/>
        </p:nvCxnSpPr>
        <p:spPr>
          <a:xfrm flipH="1">
            <a:off x="5508966" y="5918420"/>
            <a:ext cx="583943" cy="0"/>
          </a:xfrm>
          <a:prstGeom prst="straightConnector1">
            <a:avLst/>
          </a:prstGeom>
          <a:ln w="25400">
            <a:solidFill>
              <a:schemeClr val="tx1">
                <a:lumMod val="60000"/>
                <a:lumOff val="40000"/>
              </a:schemeClr>
            </a:solidFill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feld 119">
            <a:extLst>
              <a:ext uri="{FF2B5EF4-FFF2-40B4-BE49-F238E27FC236}">
                <a16:creationId xmlns:a16="http://schemas.microsoft.com/office/drawing/2014/main" id="{FA339E1B-BB25-583D-9603-50B989987066}"/>
              </a:ext>
            </a:extLst>
          </p:cNvPr>
          <p:cNvSpPr txBox="1"/>
          <p:nvPr/>
        </p:nvSpPr>
        <p:spPr>
          <a:xfrm>
            <a:off x="6092909" y="5764531"/>
            <a:ext cx="4155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r>
              <a:rPr lang="de-DE" dirty="0"/>
              <a:t>Nicht im Kontext dieses Artefakts betrachtet</a:t>
            </a:r>
          </a:p>
        </p:txBody>
      </p: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EA30F1BD-F8C3-0DAC-B7A6-DF515BD6D11E}"/>
              </a:ext>
            </a:extLst>
          </p:cNvPr>
          <p:cNvCxnSpPr>
            <a:cxnSpLocks/>
          </p:cNvCxnSpPr>
          <p:nvPr/>
        </p:nvCxnSpPr>
        <p:spPr>
          <a:xfrm>
            <a:off x="5505616" y="5442166"/>
            <a:ext cx="318836" cy="0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7C82561D-EBD8-F9A3-BFAD-8BF5AD2237B6}"/>
              </a:ext>
            </a:extLst>
          </p:cNvPr>
          <p:cNvGrpSpPr/>
          <p:nvPr/>
        </p:nvGrpSpPr>
        <p:grpSpPr>
          <a:xfrm>
            <a:off x="5393804" y="4101471"/>
            <a:ext cx="987566" cy="466933"/>
            <a:chOff x="5372974" y="4095554"/>
            <a:chExt cx="987566" cy="466933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2EB69C0F-7868-C96A-5329-50395301730F}"/>
                </a:ext>
              </a:extLst>
            </p:cNvPr>
            <p:cNvSpPr/>
            <p:nvPr/>
          </p:nvSpPr>
          <p:spPr>
            <a:xfrm>
              <a:off x="5372974" y="4095554"/>
              <a:ext cx="987566" cy="4669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de-DE" sz="1400" dirty="0"/>
                <a:t>TK-Baustein</a:t>
              </a:r>
            </a:p>
          </p:txBody>
        </p:sp>
        <p:sp>
          <p:nvSpPr>
            <p:cNvPr id="160" name="Rechteck 159">
              <a:extLst>
                <a:ext uri="{FF2B5EF4-FFF2-40B4-BE49-F238E27FC236}">
                  <a16:creationId xmlns:a16="http://schemas.microsoft.com/office/drawing/2014/main" id="{9FCE0C6C-5892-5BA2-9623-CC23751E97EE}"/>
                </a:ext>
              </a:extLst>
            </p:cNvPr>
            <p:cNvSpPr/>
            <p:nvPr/>
          </p:nvSpPr>
          <p:spPr>
            <a:xfrm>
              <a:off x="5417940" y="4294017"/>
              <a:ext cx="893668" cy="230593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76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rIns="0" rtlCol="0" anchor="ctr" anchorCtr="0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200" dirty="0">
                  <a:solidFill>
                    <a:schemeClr val="tx2">
                      <a:lumMod val="50000"/>
                    </a:schemeClr>
                  </a:solidFill>
                </a:rPr>
                <a:t>OPC UA Client</a:t>
              </a:r>
              <a:endParaRPr lang="de-DE"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162" name="Gruppieren 161">
            <a:extLst>
              <a:ext uri="{FF2B5EF4-FFF2-40B4-BE49-F238E27FC236}">
                <a16:creationId xmlns:a16="http://schemas.microsoft.com/office/drawing/2014/main" id="{8BF9CD6F-B231-3BCC-FAB9-8C3FB4FA0459}"/>
              </a:ext>
            </a:extLst>
          </p:cNvPr>
          <p:cNvGrpSpPr/>
          <p:nvPr/>
        </p:nvGrpSpPr>
        <p:grpSpPr>
          <a:xfrm>
            <a:off x="6747751" y="4101471"/>
            <a:ext cx="987566" cy="466933"/>
            <a:chOff x="5372974" y="4095554"/>
            <a:chExt cx="987566" cy="466933"/>
          </a:xfrm>
        </p:grpSpPr>
        <p:sp>
          <p:nvSpPr>
            <p:cNvPr id="163" name="Rechteck 162">
              <a:extLst>
                <a:ext uri="{FF2B5EF4-FFF2-40B4-BE49-F238E27FC236}">
                  <a16:creationId xmlns:a16="http://schemas.microsoft.com/office/drawing/2014/main" id="{1CD6097B-851B-A0C7-BC02-A4E47A4D0178}"/>
                </a:ext>
              </a:extLst>
            </p:cNvPr>
            <p:cNvSpPr/>
            <p:nvPr/>
          </p:nvSpPr>
          <p:spPr>
            <a:xfrm>
              <a:off x="5372974" y="4095554"/>
              <a:ext cx="987566" cy="46693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de-DE" sz="1400" dirty="0"/>
                <a:t>TK-Baustein</a:t>
              </a:r>
            </a:p>
          </p:txBody>
        </p:sp>
        <p:sp>
          <p:nvSpPr>
            <p:cNvPr id="164" name="Rechteck 163">
              <a:extLst>
                <a:ext uri="{FF2B5EF4-FFF2-40B4-BE49-F238E27FC236}">
                  <a16:creationId xmlns:a16="http://schemas.microsoft.com/office/drawing/2014/main" id="{4CDBA3B2-188E-164A-9DFC-02A6F40E3F1D}"/>
                </a:ext>
              </a:extLst>
            </p:cNvPr>
            <p:cNvSpPr/>
            <p:nvPr/>
          </p:nvSpPr>
          <p:spPr>
            <a:xfrm>
              <a:off x="5424149" y="4298264"/>
              <a:ext cx="893668" cy="230593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76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rIns="0" rtlCol="0" anchor="ctr" anchorCtr="0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200" dirty="0">
                  <a:solidFill>
                    <a:schemeClr val="tx2">
                      <a:lumMod val="50000"/>
                    </a:schemeClr>
                  </a:solidFill>
                </a:rPr>
                <a:t>OPC UA Client</a:t>
              </a:r>
              <a:endParaRPr lang="de-DE"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9707DB7A-F663-607D-75EC-77EF408DA9A2}"/>
              </a:ext>
            </a:extLst>
          </p:cNvPr>
          <p:cNvGrpSpPr/>
          <p:nvPr/>
        </p:nvGrpSpPr>
        <p:grpSpPr>
          <a:xfrm>
            <a:off x="7692594" y="4081315"/>
            <a:ext cx="316404" cy="316404"/>
            <a:chOff x="7657115" y="4179644"/>
            <a:chExt cx="316404" cy="316404"/>
          </a:xfrm>
        </p:grpSpPr>
        <p:sp>
          <p:nvSpPr>
            <p:cNvPr id="29" name="Rechteck 185">
              <a:extLst>
                <a:ext uri="{FF2B5EF4-FFF2-40B4-BE49-F238E27FC236}">
                  <a16:creationId xmlns:a16="http://schemas.microsoft.com/office/drawing/2014/main" id="{9C1B340B-3696-998D-7692-4E53107405EB}"/>
                </a:ext>
              </a:extLst>
            </p:cNvPr>
            <p:cNvSpPr/>
            <p:nvPr/>
          </p:nvSpPr>
          <p:spPr>
            <a:xfrm>
              <a:off x="7657115" y="4179644"/>
              <a:ext cx="316404" cy="316404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pic>
          <p:nvPicPr>
            <p:cNvPr id="124" name="Grafik 123" descr="Glocke mit einfarbiger Füllung">
              <a:extLst>
                <a:ext uri="{FF2B5EF4-FFF2-40B4-BE49-F238E27FC236}">
                  <a16:creationId xmlns:a16="http://schemas.microsoft.com/office/drawing/2014/main" id="{A6567020-448B-B595-E4CB-25AD911894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677333" y="4194607"/>
              <a:ext cx="283129" cy="283129"/>
            </a:xfrm>
            <a:prstGeom prst="rect">
              <a:avLst/>
            </a:prstGeom>
          </p:spPr>
        </p:pic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31BC4194-5BF3-4CC9-170E-A2D1440C49D7}"/>
              </a:ext>
            </a:extLst>
          </p:cNvPr>
          <p:cNvGrpSpPr/>
          <p:nvPr/>
        </p:nvGrpSpPr>
        <p:grpSpPr>
          <a:xfrm>
            <a:off x="6341630" y="4074856"/>
            <a:ext cx="316813" cy="316405"/>
            <a:chOff x="2427469" y="3130607"/>
            <a:chExt cx="337956" cy="337520"/>
          </a:xfrm>
        </p:grpSpPr>
        <p:sp>
          <p:nvSpPr>
            <p:cNvPr id="35" name="Rechteck 185">
              <a:extLst>
                <a:ext uri="{FF2B5EF4-FFF2-40B4-BE49-F238E27FC236}">
                  <a16:creationId xmlns:a16="http://schemas.microsoft.com/office/drawing/2014/main" id="{BFD520AB-9176-51D5-6900-743AFA07473A}"/>
                </a:ext>
              </a:extLst>
            </p:cNvPr>
            <p:cNvSpPr/>
            <p:nvPr/>
          </p:nvSpPr>
          <p:spPr>
            <a:xfrm>
              <a:off x="2427469" y="3130607"/>
              <a:ext cx="337956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175202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252356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2260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9425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956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73601"/>
                  </a:lnTo>
                  <a:lnTo>
                    <a:pt x="337220" y="194252"/>
                  </a:lnTo>
                  <a:cubicBezTo>
                    <a:pt x="337465" y="219970"/>
                    <a:pt x="337711" y="279026"/>
                    <a:pt x="337956" y="304744"/>
                  </a:cubicBezTo>
                  <a:cubicBezTo>
                    <a:pt x="337811" y="333132"/>
                    <a:pt x="337665" y="309132"/>
                    <a:pt x="337520" y="337520"/>
                  </a:cubicBez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8CA146CB-4077-D446-C912-FA6B74E5208D}"/>
                </a:ext>
              </a:extLst>
            </p:cNvPr>
            <p:cNvSpPr/>
            <p:nvPr/>
          </p:nvSpPr>
          <p:spPr>
            <a:xfrm>
              <a:off x="2471292" y="3184602"/>
              <a:ext cx="40939" cy="23881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7" name="Gleichschenkliges Dreieck 36">
              <a:extLst>
                <a:ext uri="{FF2B5EF4-FFF2-40B4-BE49-F238E27FC236}">
                  <a16:creationId xmlns:a16="http://schemas.microsoft.com/office/drawing/2014/main" id="{AEF2885C-2738-66CA-1F31-6983C7EB7521}"/>
                </a:ext>
              </a:extLst>
            </p:cNvPr>
            <p:cNvSpPr/>
            <p:nvPr/>
          </p:nvSpPr>
          <p:spPr>
            <a:xfrm rot="5400000">
              <a:off x="2625283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8" name="Gleichschenkliges Dreieck 37">
              <a:extLst>
                <a:ext uri="{FF2B5EF4-FFF2-40B4-BE49-F238E27FC236}">
                  <a16:creationId xmlns:a16="http://schemas.microsoft.com/office/drawing/2014/main" id="{8420EFF1-0B85-604C-EC6E-AF6F3B7A4ECF}"/>
                </a:ext>
              </a:extLst>
            </p:cNvPr>
            <p:cNvSpPr/>
            <p:nvPr/>
          </p:nvSpPr>
          <p:spPr>
            <a:xfrm rot="16200000">
              <a:off x="2512116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cxnSp>
        <p:nvCxnSpPr>
          <p:cNvPr id="166" name="Verbinder: gewinkelt 165">
            <a:extLst>
              <a:ext uri="{FF2B5EF4-FFF2-40B4-BE49-F238E27FC236}">
                <a16:creationId xmlns:a16="http://schemas.microsoft.com/office/drawing/2014/main" id="{F4BB69DF-997F-890B-CAB2-AEEAA4A6EF87}"/>
              </a:ext>
            </a:extLst>
          </p:cNvPr>
          <p:cNvCxnSpPr>
            <a:cxnSpLocks/>
            <a:stCxn id="48" idx="4"/>
            <a:endCxn id="39" idx="2"/>
          </p:cNvCxnSpPr>
          <p:nvPr/>
        </p:nvCxnSpPr>
        <p:spPr>
          <a:xfrm rot="16200000" flipH="1">
            <a:off x="4959072" y="3639889"/>
            <a:ext cx="693134" cy="1163896"/>
          </a:xfrm>
          <a:prstGeom prst="bentConnector3">
            <a:avLst>
              <a:gd name="adj1" fmla="val 115369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feld 113">
            <a:extLst>
              <a:ext uri="{FF2B5EF4-FFF2-40B4-BE49-F238E27FC236}">
                <a16:creationId xmlns:a16="http://schemas.microsoft.com/office/drawing/2014/main" id="{CC721864-A4B5-6A10-675D-7790E332A76D}"/>
              </a:ext>
            </a:extLst>
          </p:cNvPr>
          <p:cNvSpPr txBox="1"/>
          <p:nvPr/>
        </p:nvSpPr>
        <p:spPr>
          <a:xfrm>
            <a:off x="4799973" y="3437362"/>
            <a:ext cx="996740" cy="215444"/>
          </a:xfrm>
          <a:prstGeom prst="rect">
            <a:avLst/>
          </a:prstGeom>
          <a:solidFill>
            <a:srgbClr val="E2DEDE">
              <a:alpha val="68000"/>
            </a:srgbClr>
          </a:solidFill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>
              <a:defRPr sz="1400"/>
            </a:lvl1pPr>
          </a:lstStyle>
          <a:p>
            <a:pPr algn="ctr"/>
            <a:r>
              <a:rPr lang="de-DE" dirty="0"/>
              <a:t>Konfiguration</a:t>
            </a: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EFC04961-41D3-5717-2705-8F75257BFCE4}"/>
              </a:ext>
            </a:extLst>
          </p:cNvPr>
          <p:cNvGrpSpPr/>
          <p:nvPr/>
        </p:nvGrpSpPr>
        <p:grpSpPr>
          <a:xfrm>
            <a:off x="4601729" y="3670137"/>
            <a:ext cx="243923" cy="243923"/>
            <a:chOff x="2481603" y="2856692"/>
            <a:chExt cx="243923" cy="243923"/>
          </a:xfrm>
        </p:grpSpPr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37EF6F22-CA36-7045-0244-3C6E5BA4B064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rgbClr val="E2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AF4CB228-A10B-7411-93A2-0159F0B1E4BA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DC5034E7-9055-C96B-5FF3-E039B4BECE1E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49" name="Halbbogen 48">
                <a:extLst>
                  <a:ext uri="{FF2B5EF4-FFF2-40B4-BE49-F238E27FC236}">
                    <a16:creationId xmlns:a16="http://schemas.microsoft.com/office/drawing/2014/main" id="{95C362EB-2406-456B-477F-F670728301CE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194" name="Verbinder: gewinkelt 193">
            <a:extLst>
              <a:ext uri="{FF2B5EF4-FFF2-40B4-BE49-F238E27FC236}">
                <a16:creationId xmlns:a16="http://schemas.microsoft.com/office/drawing/2014/main" id="{3BA5C48E-9B76-D102-DE75-A0334DD8F5D2}"/>
              </a:ext>
            </a:extLst>
          </p:cNvPr>
          <p:cNvCxnSpPr>
            <a:cxnSpLocks/>
            <a:stCxn id="48" idx="4"/>
            <a:endCxn id="163" idx="2"/>
          </p:cNvCxnSpPr>
          <p:nvPr/>
        </p:nvCxnSpPr>
        <p:spPr>
          <a:xfrm rot="16200000" flipH="1">
            <a:off x="5636045" y="2962915"/>
            <a:ext cx="693134" cy="2517843"/>
          </a:xfrm>
          <a:prstGeom prst="bentConnector3">
            <a:avLst>
              <a:gd name="adj1" fmla="val 115391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989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2739C43-64DE-40C7-A91D-05EF49FF4BC9}"/>
              </a:ext>
            </a:extLst>
          </p:cNvPr>
          <p:cNvSpPr/>
          <p:nvPr/>
        </p:nvSpPr>
        <p:spPr>
          <a:xfrm>
            <a:off x="983848" y="3242821"/>
            <a:ext cx="6840638" cy="237631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 Area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57336F0-2EF1-E787-1B47-B7395234490F}"/>
              </a:ext>
            </a:extLst>
          </p:cNvPr>
          <p:cNvSpPr/>
          <p:nvPr/>
        </p:nvSpPr>
        <p:spPr>
          <a:xfrm>
            <a:off x="4094048" y="3550972"/>
            <a:ext cx="1605500" cy="788367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de-DE" sz="1600" dirty="0" err="1">
                <a:solidFill>
                  <a:schemeClr val="tx2">
                    <a:lumMod val="50000"/>
                  </a:schemeClr>
                </a:solidFill>
              </a:rPr>
              <a:t>Stretchhauben</a:t>
            </a:r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-Maschine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(SH)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C958848-A5D5-4367-0203-22E91E41F373}"/>
              </a:ext>
            </a:extLst>
          </p:cNvPr>
          <p:cNvGrpSpPr/>
          <p:nvPr/>
        </p:nvGrpSpPr>
        <p:grpSpPr>
          <a:xfrm>
            <a:off x="3966595" y="3889645"/>
            <a:ext cx="322214" cy="322214"/>
            <a:chOff x="10025552" y="2526354"/>
            <a:chExt cx="502583" cy="502583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D4BEEB92-6354-3C5C-2779-1DCF0CC03B90}"/>
                </a:ext>
              </a:extLst>
            </p:cNvPr>
            <p:cNvSpPr/>
            <p:nvPr/>
          </p:nvSpPr>
          <p:spPr>
            <a:xfrm>
              <a:off x="10025552" y="2526354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DFBCF1BB-DF92-E623-2FEE-98935406CFA2}"/>
                </a:ext>
              </a:extLst>
            </p:cNvPr>
            <p:cNvGrpSpPr/>
            <p:nvPr/>
          </p:nvGrpSpPr>
          <p:grpSpPr>
            <a:xfrm>
              <a:off x="10090807" y="2606755"/>
              <a:ext cx="390429" cy="355600"/>
              <a:chOff x="7139884" y="1647766"/>
              <a:chExt cx="390429" cy="355600"/>
            </a:xfrm>
          </p:grpSpPr>
          <p:sp>
            <p:nvSpPr>
              <p:cNvPr id="17" name="Gleichschenkliges Dreieck 16">
                <a:extLst>
                  <a:ext uri="{FF2B5EF4-FFF2-40B4-BE49-F238E27FC236}">
                    <a16:creationId xmlns:a16="http://schemas.microsoft.com/office/drawing/2014/main" id="{52B2CD69-D97E-FDEE-DE26-FEB658BE3DF6}"/>
                  </a:ext>
                </a:extLst>
              </p:cNvPr>
              <p:cNvSpPr/>
              <p:nvPr/>
            </p:nvSpPr>
            <p:spPr>
              <a:xfrm rot="5400000">
                <a:off x="7116313" y="1678246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A622439F-2C7D-3DC2-0E20-7D0B112DA034}"/>
                  </a:ext>
                </a:extLst>
              </p:cNvPr>
              <p:cNvSpPr/>
              <p:nvPr/>
            </p:nvSpPr>
            <p:spPr>
              <a:xfrm>
                <a:off x="7469353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8" name="Textfeld 37">
            <a:extLst>
              <a:ext uri="{FF2B5EF4-FFF2-40B4-BE49-F238E27FC236}">
                <a16:creationId xmlns:a16="http://schemas.microsoft.com/office/drawing/2014/main" id="{8E34AE8B-CBEA-CE92-FCAB-7C38ED03B11E}"/>
              </a:ext>
            </a:extLst>
          </p:cNvPr>
          <p:cNvSpPr txBox="1"/>
          <p:nvPr/>
        </p:nvSpPr>
        <p:spPr>
          <a:xfrm>
            <a:off x="2354338" y="3790240"/>
            <a:ext cx="616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1E643F"/>
                </a:solidFill>
              </a:rPr>
              <a:t>Push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5B615C7A-1083-E40A-3498-B39612535484}"/>
              </a:ext>
            </a:extLst>
          </p:cNvPr>
          <p:cNvGrpSpPr/>
          <p:nvPr/>
        </p:nvGrpSpPr>
        <p:grpSpPr>
          <a:xfrm>
            <a:off x="4093436" y="4876788"/>
            <a:ext cx="270799" cy="270450"/>
            <a:chOff x="2427469" y="3130607"/>
            <a:chExt cx="337956" cy="337520"/>
          </a:xfrm>
        </p:grpSpPr>
        <p:sp>
          <p:nvSpPr>
            <p:cNvPr id="43" name="Rechteck 185">
              <a:extLst>
                <a:ext uri="{FF2B5EF4-FFF2-40B4-BE49-F238E27FC236}">
                  <a16:creationId xmlns:a16="http://schemas.microsoft.com/office/drawing/2014/main" id="{393686BC-C29D-F525-B339-633009B57912}"/>
                </a:ext>
              </a:extLst>
            </p:cNvPr>
            <p:cNvSpPr/>
            <p:nvPr/>
          </p:nvSpPr>
          <p:spPr>
            <a:xfrm>
              <a:off x="2427469" y="3130607"/>
              <a:ext cx="337956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175202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252356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2260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9425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956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73601"/>
                  </a:lnTo>
                  <a:lnTo>
                    <a:pt x="337220" y="194252"/>
                  </a:lnTo>
                  <a:cubicBezTo>
                    <a:pt x="337465" y="219970"/>
                    <a:pt x="337711" y="279026"/>
                    <a:pt x="337956" y="304744"/>
                  </a:cubicBezTo>
                  <a:cubicBezTo>
                    <a:pt x="337811" y="333132"/>
                    <a:pt x="337665" y="309132"/>
                    <a:pt x="337520" y="337520"/>
                  </a:cubicBez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0D1B2953-B9B2-8BD8-446C-AE01C304A670}"/>
                </a:ext>
              </a:extLst>
            </p:cNvPr>
            <p:cNvSpPr/>
            <p:nvPr/>
          </p:nvSpPr>
          <p:spPr>
            <a:xfrm>
              <a:off x="2471292" y="3184602"/>
              <a:ext cx="40939" cy="23881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5" name="Gleichschenkliges Dreieck 44">
              <a:extLst>
                <a:ext uri="{FF2B5EF4-FFF2-40B4-BE49-F238E27FC236}">
                  <a16:creationId xmlns:a16="http://schemas.microsoft.com/office/drawing/2014/main" id="{F692C9F3-AE7F-6D94-0CF9-61444E4EC69E}"/>
                </a:ext>
              </a:extLst>
            </p:cNvPr>
            <p:cNvSpPr/>
            <p:nvPr/>
          </p:nvSpPr>
          <p:spPr>
            <a:xfrm rot="5400000">
              <a:off x="2625283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6" name="Gleichschenkliges Dreieck 45">
              <a:extLst>
                <a:ext uri="{FF2B5EF4-FFF2-40B4-BE49-F238E27FC236}">
                  <a16:creationId xmlns:a16="http://schemas.microsoft.com/office/drawing/2014/main" id="{2F5D54A3-D85C-396F-699F-E0F8AEAC6E64}"/>
                </a:ext>
              </a:extLst>
            </p:cNvPr>
            <p:cNvSpPr/>
            <p:nvPr/>
          </p:nvSpPr>
          <p:spPr>
            <a:xfrm rot="16200000">
              <a:off x="2512116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47" name="Textfeld 242">
            <a:extLst>
              <a:ext uri="{FF2B5EF4-FFF2-40B4-BE49-F238E27FC236}">
                <a16:creationId xmlns:a16="http://schemas.microsoft.com/office/drawing/2014/main" id="{15C9C9BC-2D7D-0AA1-06DF-C20497E625F1}"/>
              </a:ext>
            </a:extLst>
          </p:cNvPr>
          <p:cNvSpPr txBox="1"/>
          <p:nvPr/>
        </p:nvSpPr>
        <p:spPr>
          <a:xfrm>
            <a:off x="4313642" y="4842736"/>
            <a:ext cx="1957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In/</a:t>
            </a:r>
            <a:r>
              <a:rPr lang="de-DE" sz="1600" dirty="0">
                <a:solidFill>
                  <a:schemeClr val="accent1">
                    <a:lumMod val="75000"/>
                  </a:schemeClr>
                </a:solidFill>
              </a:rPr>
              <a:t>Outbound-Knoten</a:t>
            </a:r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7983001D-1C05-8291-08AA-72B20048FCDE}"/>
              </a:ext>
            </a:extLst>
          </p:cNvPr>
          <p:cNvGrpSpPr/>
          <p:nvPr/>
        </p:nvGrpSpPr>
        <p:grpSpPr>
          <a:xfrm>
            <a:off x="4093436" y="5224730"/>
            <a:ext cx="265556" cy="265556"/>
            <a:chOff x="10025552" y="2526354"/>
            <a:chExt cx="502583" cy="502583"/>
          </a:xfrm>
        </p:grpSpPr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A38273A9-0F80-B862-A7DA-2B40D4587B66}"/>
                </a:ext>
              </a:extLst>
            </p:cNvPr>
            <p:cNvSpPr/>
            <p:nvPr/>
          </p:nvSpPr>
          <p:spPr>
            <a:xfrm>
              <a:off x="10025552" y="2526354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4C1DA146-1DA2-FC3E-6299-325D9D321E36}"/>
                </a:ext>
              </a:extLst>
            </p:cNvPr>
            <p:cNvGrpSpPr/>
            <p:nvPr/>
          </p:nvGrpSpPr>
          <p:grpSpPr>
            <a:xfrm>
              <a:off x="10090807" y="2606755"/>
              <a:ext cx="390429" cy="355600"/>
              <a:chOff x="7139884" y="1647766"/>
              <a:chExt cx="390429" cy="355600"/>
            </a:xfrm>
          </p:grpSpPr>
          <p:sp>
            <p:nvSpPr>
              <p:cNvPr id="51" name="Gleichschenkliges Dreieck 50">
                <a:extLst>
                  <a:ext uri="{FF2B5EF4-FFF2-40B4-BE49-F238E27FC236}">
                    <a16:creationId xmlns:a16="http://schemas.microsoft.com/office/drawing/2014/main" id="{294ABB6D-287C-1838-D70F-F8697D4C8956}"/>
                  </a:ext>
                </a:extLst>
              </p:cNvPr>
              <p:cNvSpPr/>
              <p:nvPr/>
            </p:nvSpPr>
            <p:spPr>
              <a:xfrm rot="5400000">
                <a:off x="7116313" y="1678246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2FFE84C3-3832-5EAF-F19E-344210EB8926}"/>
                  </a:ext>
                </a:extLst>
              </p:cNvPr>
              <p:cNvSpPr/>
              <p:nvPr/>
            </p:nvSpPr>
            <p:spPr>
              <a:xfrm>
                <a:off x="7469353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53" name="Textfeld 241">
            <a:extLst>
              <a:ext uri="{FF2B5EF4-FFF2-40B4-BE49-F238E27FC236}">
                <a16:creationId xmlns:a16="http://schemas.microsoft.com/office/drawing/2014/main" id="{164ED241-58E9-8581-FF6D-BD06BC2B83B4}"/>
              </a:ext>
            </a:extLst>
          </p:cNvPr>
          <p:cNvSpPr txBox="1"/>
          <p:nvPr/>
        </p:nvSpPr>
        <p:spPr>
          <a:xfrm>
            <a:off x="4325918" y="5188409"/>
            <a:ext cx="1660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>
                <a:solidFill>
                  <a:schemeClr val="accent1">
                    <a:lumMod val="75000"/>
                  </a:schemeClr>
                </a:solidFill>
              </a:rPr>
              <a:t>Inbound-Knoten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07109EF3-546A-A9D3-81ED-287E8D96074D}"/>
              </a:ext>
            </a:extLst>
          </p:cNvPr>
          <p:cNvSpPr/>
          <p:nvPr/>
        </p:nvSpPr>
        <p:spPr>
          <a:xfrm>
            <a:off x="1171095" y="3551436"/>
            <a:ext cx="1086563" cy="788367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Palettierer </a:t>
            </a:r>
          </a:p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(PAL)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4C9F789D-14F5-0D76-6DCD-F3A626FF32A1}"/>
              </a:ext>
            </a:extLst>
          </p:cNvPr>
          <p:cNvGrpSpPr/>
          <p:nvPr/>
        </p:nvGrpSpPr>
        <p:grpSpPr>
          <a:xfrm>
            <a:off x="2088204" y="3933242"/>
            <a:ext cx="316813" cy="316405"/>
            <a:chOff x="2427469" y="3130607"/>
            <a:chExt cx="337956" cy="337520"/>
          </a:xfrm>
        </p:grpSpPr>
        <p:sp>
          <p:nvSpPr>
            <p:cNvPr id="10" name="Rechteck 185">
              <a:extLst>
                <a:ext uri="{FF2B5EF4-FFF2-40B4-BE49-F238E27FC236}">
                  <a16:creationId xmlns:a16="http://schemas.microsoft.com/office/drawing/2014/main" id="{6A82B000-19AC-48FF-FF9C-B3D3F375D5C0}"/>
                </a:ext>
              </a:extLst>
            </p:cNvPr>
            <p:cNvSpPr/>
            <p:nvPr/>
          </p:nvSpPr>
          <p:spPr>
            <a:xfrm>
              <a:off x="2427469" y="3130607"/>
              <a:ext cx="337956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175202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252356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2260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9425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956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73601"/>
                  </a:lnTo>
                  <a:lnTo>
                    <a:pt x="337220" y="194252"/>
                  </a:lnTo>
                  <a:cubicBezTo>
                    <a:pt x="337465" y="219970"/>
                    <a:pt x="337711" y="279026"/>
                    <a:pt x="337956" y="304744"/>
                  </a:cubicBezTo>
                  <a:cubicBezTo>
                    <a:pt x="337811" y="333132"/>
                    <a:pt x="337665" y="309132"/>
                    <a:pt x="337520" y="337520"/>
                  </a:cubicBez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824CDEF7-A665-BA36-DAA4-368F2777BA55}"/>
                </a:ext>
              </a:extLst>
            </p:cNvPr>
            <p:cNvSpPr/>
            <p:nvPr/>
          </p:nvSpPr>
          <p:spPr>
            <a:xfrm>
              <a:off x="2471292" y="3184602"/>
              <a:ext cx="40939" cy="23881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2" name="Gleichschenkliges Dreieck 11">
              <a:extLst>
                <a:ext uri="{FF2B5EF4-FFF2-40B4-BE49-F238E27FC236}">
                  <a16:creationId xmlns:a16="http://schemas.microsoft.com/office/drawing/2014/main" id="{B62214CE-BD2F-3CC7-C007-A453287B1613}"/>
                </a:ext>
              </a:extLst>
            </p:cNvPr>
            <p:cNvSpPr/>
            <p:nvPr/>
          </p:nvSpPr>
          <p:spPr>
            <a:xfrm rot="5400000">
              <a:off x="2625283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3" name="Gleichschenkliges Dreieck 12">
              <a:extLst>
                <a:ext uri="{FF2B5EF4-FFF2-40B4-BE49-F238E27FC236}">
                  <a16:creationId xmlns:a16="http://schemas.microsoft.com/office/drawing/2014/main" id="{94F80395-4268-FB69-828A-821D21101A8D}"/>
                </a:ext>
              </a:extLst>
            </p:cNvPr>
            <p:cNvSpPr/>
            <p:nvPr/>
          </p:nvSpPr>
          <p:spPr>
            <a:xfrm rot="16200000">
              <a:off x="2512116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62" name="Rechteck 61">
            <a:extLst>
              <a:ext uri="{FF2B5EF4-FFF2-40B4-BE49-F238E27FC236}">
                <a16:creationId xmlns:a16="http://schemas.microsoft.com/office/drawing/2014/main" id="{C5755F44-1D29-B74F-34EA-E6E1FD2EE716}"/>
              </a:ext>
            </a:extLst>
          </p:cNvPr>
          <p:cNvSpPr/>
          <p:nvPr/>
        </p:nvSpPr>
        <p:spPr>
          <a:xfrm>
            <a:off x="2340116" y="4475374"/>
            <a:ext cx="1432078" cy="788367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Kennzeichnung </a:t>
            </a:r>
          </a:p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(LABEL)</a:t>
            </a:r>
          </a:p>
        </p:txBody>
      </p: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E8776538-BE9B-D61E-B782-81422DA5A03B}"/>
              </a:ext>
            </a:extLst>
          </p:cNvPr>
          <p:cNvGrpSpPr/>
          <p:nvPr/>
        </p:nvGrpSpPr>
        <p:grpSpPr>
          <a:xfrm>
            <a:off x="5842036" y="5226147"/>
            <a:ext cx="265558" cy="265558"/>
            <a:chOff x="10024872" y="4520511"/>
            <a:chExt cx="502583" cy="502583"/>
          </a:xfrm>
        </p:grpSpPr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928821C4-421B-8FC0-1CDE-1A6330FF0280}"/>
                </a:ext>
              </a:extLst>
            </p:cNvPr>
            <p:cNvSpPr/>
            <p:nvPr/>
          </p:nvSpPr>
          <p:spPr>
            <a:xfrm>
              <a:off x="10024872" y="4520511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69" name="Gleichschenkliges Dreieck 68">
              <a:extLst>
                <a:ext uri="{FF2B5EF4-FFF2-40B4-BE49-F238E27FC236}">
                  <a16:creationId xmlns:a16="http://schemas.microsoft.com/office/drawing/2014/main" id="{3BCE368D-7E0F-469F-CF09-F288BEF58FE2}"/>
                </a:ext>
              </a:extLst>
            </p:cNvPr>
            <p:cNvSpPr/>
            <p:nvPr/>
          </p:nvSpPr>
          <p:spPr>
            <a:xfrm rot="5400000">
              <a:off x="10272181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70" name="Gleichschenkliges Dreieck 69">
              <a:extLst>
                <a:ext uri="{FF2B5EF4-FFF2-40B4-BE49-F238E27FC236}">
                  <a16:creationId xmlns:a16="http://schemas.microsoft.com/office/drawing/2014/main" id="{9CB628A0-5AB6-E63C-8823-5FB78C702FFE}"/>
                </a:ext>
              </a:extLst>
            </p:cNvPr>
            <p:cNvSpPr/>
            <p:nvPr/>
          </p:nvSpPr>
          <p:spPr>
            <a:xfrm rot="16200000">
              <a:off x="10045612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Textfeld 243">
            <a:extLst>
              <a:ext uri="{FF2B5EF4-FFF2-40B4-BE49-F238E27FC236}">
                <a16:creationId xmlns:a16="http://schemas.microsoft.com/office/drawing/2014/main" id="{5B54CDFA-CF2D-E8D8-D69C-61A09C1FE188}"/>
              </a:ext>
            </a:extLst>
          </p:cNvPr>
          <p:cNvSpPr txBox="1"/>
          <p:nvPr/>
        </p:nvSpPr>
        <p:spPr>
          <a:xfrm>
            <a:off x="6067014" y="5175332"/>
            <a:ext cx="1719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>
                <a:solidFill>
                  <a:schemeClr val="accent1">
                    <a:lumMod val="75000"/>
                  </a:schemeClr>
                </a:solidFill>
              </a:rPr>
              <a:t>Processing-Knoten</a:t>
            </a:r>
          </a:p>
        </p:txBody>
      </p:sp>
      <p:cxnSp>
        <p:nvCxnSpPr>
          <p:cNvPr id="74" name="Verbinder: gewinkelt 73">
            <a:extLst>
              <a:ext uri="{FF2B5EF4-FFF2-40B4-BE49-F238E27FC236}">
                <a16:creationId xmlns:a16="http://schemas.microsoft.com/office/drawing/2014/main" id="{B695367D-4AFB-0D6E-FEC4-043123ADDA75}"/>
              </a:ext>
            </a:extLst>
          </p:cNvPr>
          <p:cNvCxnSpPr>
            <a:cxnSpLocks/>
            <a:stCxn id="10" idx="3"/>
            <a:endCxn id="64" idx="1"/>
          </p:cNvCxnSpPr>
          <p:nvPr/>
        </p:nvCxnSpPr>
        <p:spPr>
          <a:xfrm>
            <a:off x="2404327" y="4115342"/>
            <a:ext cx="622672" cy="297796"/>
          </a:xfrm>
          <a:prstGeom prst="bentConnector3">
            <a:avLst/>
          </a:prstGeom>
          <a:ln w="28575">
            <a:solidFill>
              <a:srgbClr val="1E643F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Verbinder: gewinkelt 75">
            <a:extLst>
              <a:ext uri="{FF2B5EF4-FFF2-40B4-BE49-F238E27FC236}">
                <a16:creationId xmlns:a16="http://schemas.microsoft.com/office/drawing/2014/main" id="{2E86778A-07D8-4FE7-DB52-F6D259E22EE3}"/>
              </a:ext>
            </a:extLst>
          </p:cNvPr>
          <p:cNvCxnSpPr>
            <a:cxnSpLocks/>
            <a:stCxn id="64" idx="3"/>
            <a:endCxn id="15" idx="1"/>
          </p:cNvCxnSpPr>
          <p:nvPr/>
        </p:nvCxnSpPr>
        <p:spPr>
          <a:xfrm flipV="1">
            <a:off x="3364518" y="4050752"/>
            <a:ext cx="602077" cy="362386"/>
          </a:xfrm>
          <a:prstGeom prst="bentConnector3">
            <a:avLst/>
          </a:prstGeom>
          <a:ln w="28575">
            <a:solidFill>
              <a:srgbClr val="1E643F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A91D9796-986D-D18B-203C-3A5C4EFA514A}"/>
              </a:ext>
            </a:extLst>
          </p:cNvPr>
          <p:cNvGrpSpPr/>
          <p:nvPr/>
        </p:nvGrpSpPr>
        <p:grpSpPr>
          <a:xfrm>
            <a:off x="3026999" y="4244378"/>
            <a:ext cx="337519" cy="337519"/>
            <a:chOff x="10024872" y="4520511"/>
            <a:chExt cx="502583" cy="502583"/>
          </a:xfrm>
        </p:grpSpPr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02B8A560-B188-3008-EEA3-3EE0517B4E19}"/>
                </a:ext>
              </a:extLst>
            </p:cNvPr>
            <p:cNvSpPr/>
            <p:nvPr/>
          </p:nvSpPr>
          <p:spPr>
            <a:xfrm>
              <a:off x="10024872" y="4520511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65" name="Gleichschenkliges Dreieck 64">
              <a:extLst>
                <a:ext uri="{FF2B5EF4-FFF2-40B4-BE49-F238E27FC236}">
                  <a16:creationId xmlns:a16="http://schemas.microsoft.com/office/drawing/2014/main" id="{4A1924CA-F10E-C6D0-2E93-48BC08CCE8E7}"/>
                </a:ext>
              </a:extLst>
            </p:cNvPr>
            <p:cNvSpPr/>
            <p:nvPr/>
          </p:nvSpPr>
          <p:spPr>
            <a:xfrm rot="5400000">
              <a:off x="10272181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66" name="Gleichschenkliges Dreieck 65">
              <a:extLst>
                <a:ext uri="{FF2B5EF4-FFF2-40B4-BE49-F238E27FC236}">
                  <a16:creationId xmlns:a16="http://schemas.microsoft.com/office/drawing/2014/main" id="{B21A083C-C1E1-3A54-DEB5-E13E60C3B309}"/>
                </a:ext>
              </a:extLst>
            </p:cNvPr>
            <p:cNvSpPr/>
            <p:nvPr/>
          </p:nvSpPr>
          <p:spPr>
            <a:xfrm rot="16200000">
              <a:off x="10045612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81" name="Rechteck 80">
            <a:extLst>
              <a:ext uri="{FF2B5EF4-FFF2-40B4-BE49-F238E27FC236}">
                <a16:creationId xmlns:a16="http://schemas.microsoft.com/office/drawing/2014/main" id="{DA91A848-55C0-2B79-28C3-17319DC5AC5D}"/>
              </a:ext>
            </a:extLst>
          </p:cNvPr>
          <p:cNvSpPr/>
          <p:nvPr/>
        </p:nvSpPr>
        <p:spPr>
          <a:xfrm>
            <a:off x="986064" y="880063"/>
            <a:ext cx="6838421" cy="231599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>
                <a:solidFill>
                  <a:schemeClr val="bg1"/>
                </a:solidFill>
              </a:rPr>
              <a:t>Logistics</a:t>
            </a:r>
            <a:r>
              <a:rPr lang="de-DE" sz="1600" dirty="0">
                <a:solidFill>
                  <a:schemeClr val="bg1"/>
                </a:solidFill>
              </a:rPr>
              <a:t> Orchestration Layer </a:t>
            </a:r>
            <a:r>
              <a:rPr lang="de-DE" b="1" dirty="0">
                <a:solidFill>
                  <a:schemeClr val="bg1"/>
                </a:solidFill>
              </a:rPr>
              <a:t>(LOL)</a:t>
            </a:r>
            <a:endParaRPr lang="de-DE" sz="1600" b="1" dirty="0">
              <a:solidFill>
                <a:schemeClr val="bg1"/>
              </a:solidFill>
            </a:endParaRP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701E1829-D507-4224-A0D2-A7E18942F86C}"/>
              </a:ext>
            </a:extLst>
          </p:cNvPr>
          <p:cNvSpPr/>
          <p:nvPr/>
        </p:nvSpPr>
        <p:spPr>
          <a:xfrm>
            <a:off x="1074656" y="1238869"/>
            <a:ext cx="6659644" cy="18666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(TM)</a:t>
            </a: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DAABB696-C73C-4F4B-0AF2-A245DE2E4521}"/>
              </a:ext>
            </a:extLst>
          </p:cNvPr>
          <p:cNvSpPr/>
          <p:nvPr/>
        </p:nvSpPr>
        <p:spPr>
          <a:xfrm>
            <a:off x="1171095" y="1611562"/>
            <a:ext cx="6477480" cy="142998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Order-Management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8E855783-A9DC-9BB0-826C-304EEADA0065}"/>
              </a:ext>
            </a:extLst>
          </p:cNvPr>
          <p:cNvSpPr/>
          <p:nvPr/>
        </p:nvSpPr>
        <p:spPr>
          <a:xfrm>
            <a:off x="4909366" y="1950250"/>
            <a:ext cx="1957613" cy="294389"/>
          </a:xfrm>
          <a:prstGeom prst="rect">
            <a:avLst/>
          </a:prstGeom>
          <a:solidFill>
            <a:srgbClr val="1F674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dirty="0">
              <a:solidFill>
                <a:schemeClr val="bg1"/>
              </a:solidFill>
            </a:endParaRPr>
          </a:p>
        </p:txBody>
      </p: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F1207590-BD54-6AA9-0678-F9533125C69F}"/>
              </a:ext>
            </a:extLst>
          </p:cNvPr>
          <p:cNvGrpSpPr/>
          <p:nvPr/>
        </p:nvGrpSpPr>
        <p:grpSpPr>
          <a:xfrm>
            <a:off x="1232752" y="1707658"/>
            <a:ext cx="1133527" cy="337518"/>
            <a:chOff x="3456139" y="1976894"/>
            <a:chExt cx="1133527" cy="337518"/>
          </a:xfrm>
        </p:grpSpPr>
        <p:sp>
          <p:nvSpPr>
            <p:cNvPr id="90" name="Rechteck 89">
              <a:extLst>
                <a:ext uri="{FF2B5EF4-FFF2-40B4-BE49-F238E27FC236}">
                  <a16:creationId xmlns:a16="http://schemas.microsoft.com/office/drawing/2014/main" id="{EF900585-E3BF-9820-EAB6-27692132684C}"/>
                </a:ext>
              </a:extLst>
            </p:cNvPr>
            <p:cNvSpPr/>
            <p:nvPr/>
          </p:nvSpPr>
          <p:spPr>
            <a:xfrm>
              <a:off x="3456139" y="1976894"/>
              <a:ext cx="1133527" cy="33751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TK-Proxy</a:t>
              </a:r>
            </a:p>
          </p:txBody>
        </p:sp>
        <p:pic>
          <p:nvPicPr>
            <p:cNvPr id="92" name="Grafik 91" descr="Glocke mit einfarbiger Füllung">
              <a:extLst>
                <a:ext uri="{FF2B5EF4-FFF2-40B4-BE49-F238E27FC236}">
                  <a16:creationId xmlns:a16="http://schemas.microsoft.com/office/drawing/2014/main" id="{6C730993-3523-0705-E6F3-C9F41384C6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495455" y="2004267"/>
              <a:ext cx="283129" cy="283129"/>
            </a:xfrm>
            <a:prstGeom prst="rect">
              <a:avLst/>
            </a:prstGeom>
          </p:spPr>
        </p:pic>
      </p:grp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182BDF43-2080-9223-9F43-A88CC25D3F84}"/>
              </a:ext>
            </a:extLst>
          </p:cNvPr>
          <p:cNvGrpSpPr/>
          <p:nvPr/>
        </p:nvGrpSpPr>
        <p:grpSpPr>
          <a:xfrm>
            <a:off x="1804324" y="2157793"/>
            <a:ext cx="1047590" cy="337518"/>
            <a:chOff x="2323037" y="1976894"/>
            <a:chExt cx="1047590" cy="33751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1F6243D1-D36E-B6D3-884E-0F885FEEACF8}"/>
                </a:ext>
              </a:extLst>
            </p:cNvPr>
            <p:cNvSpPr/>
            <p:nvPr/>
          </p:nvSpPr>
          <p:spPr>
            <a:xfrm>
              <a:off x="2323037" y="1976894"/>
              <a:ext cx="1047590" cy="33751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36000" rtlCol="0" anchor="ctr"/>
            <a:lstStyle/>
            <a:p>
              <a:pPr algn="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TK-Proxy</a:t>
              </a:r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4C089481-01A7-2B63-4AE6-7A18BFC6BA8E}"/>
                </a:ext>
              </a:extLst>
            </p:cNvPr>
            <p:cNvSpPr/>
            <p:nvPr/>
          </p:nvSpPr>
          <p:spPr>
            <a:xfrm>
              <a:off x="2365291" y="2041495"/>
              <a:ext cx="38378" cy="22387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94" name="Gleichschenkliges Dreieck 93">
              <a:extLst>
                <a:ext uri="{FF2B5EF4-FFF2-40B4-BE49-F238E27FC236}">
                  <a16:creationId xmlns:a16="http://schemas.microsoft.com/office/drawing/2014/main" id="{937DC8C6-989A-7C6A-AAC7-C4FAFF288E1C}"/>
                </a:ext>
              </a:extLst>
            </p:cNvPr>
            <p:cNvSpPr/>
            <p:nvPr/>
          </p:nvSpPr>
          <p:spPr>
            <a:xfrm rot="5400000">
              <a:off x="2509648" y="2106467"/>
              <a:ext cx="108954" cy="9392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95" name="Gleichschenkliges Dreieck 94">
              <a:extLst>
                <a:ext uri="{FF2B5EF4-FFF2-40B4-BE49-F238E27FC236}">
                  <a16:creationId xmlns:a16="http://schemas.microsoft.com/office/drawing/2014/main" id="{DC464E12-755E-1940-9B4E-4912EAA9C0F1}"/>
                </a:ext>
              </a:extLst>
            </p:cNvPr>
            <p:cNvSpPr/>
            <p:nvPr/>
          </p:nvSpPr>
          <p:spPr>
            <a:xfrm rot="16200000">
              <a:off x="2403561" y="2106467"/>
              <a:ext cx="108954" cy="9392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174" name="Gruppieren 173">
            <a:extLst>
              <a:ext uri="{FF2B5EF4-FFF2-40B4-BE49-F238E27FC236}">
                <a16:creationId xmlns:a16="http://schemas.microsoft.com/office/drawing/2014/main" id="{26616F98-64F4-1F48-14F1-3EA86E522EE9}"/>
              </a:ext>
            </a:extLst>
          </p:cNvPr>
          <p:cNvGrpSpPr/>
          <p:nvPr/>
        </p:nvGrpSpPr>
        <p:grpSpPr>
          <a:xfrm>
            <a:off x="3883055" y="2598822"/>
            <a:ext cx="1133527" cy="337518"/>
            <a:chOff x="3883055" y="2598822"/>
            <a:chExt cx="1133527" cy="337518"/>
          </a:xfrm>
        </p:grpSpPr>
        <p:sp>
          <p:nvSpPr>
            <p:cNvPr id="105" name="Rechteck 104">
              <a:extLst>
                <a:ext uri="{FF2B5EF4-FFF2-40B4-BE49-F238E27FC236}">
                  <a16:creationId xmlns:a16="http://schemas.microsoft.com/office/drawing/2014/main" id="{14DDF8AC-60B8-52C9-F29B-1E2339D2750C}"/>
                </a:ext>
              </a:extLst>
            </p:cNvPr>
            <p:cNvSpPr/>
            <p:nvPr/>
          </p:nvSpPr>
          <p:spPr>
            <a:xfrm>
              <a:off x="3883055" y="2598822"/>
              <a:ext cx="1133527" cy="33751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TK-Proxy</a:t>
              </a:r>
            </a:p>
          </p:txBody>
        </p:sp>
        <p:grpSp>
          <p:nvGrpSpPr>
            <p:cNvPr id="173" name="Gruppieren 172">
              <a:extLst>
                <a:ext uri="{FF2B5EF4-FFF2-40B4-BE49-F238E27FC236}">
                  <a16:creationId xmlns:a16="http://schemas.microsoft.com/office/drawing/2014/main" id="{E426A510-7BBB-2277-9332-4B829F20677A}"/>
                </a:ext>
              </a:extLst>
            </p:cNvPr>
            <p:cNvGrpSpPr/>
            <p:nvPr/>
          </p:nvGrpSpPr>
          <p:grpSpPr>
            <a:xfrm>
              <a:off x="3932965" y="2678168"/>
              <a:ext cx="210753" cy="191953"/>
              <a:chOff x="3936212" y="2646301"/>
              <a:chExt cx="250310" cy="227981"/>
            </a:xfrm>
          </p:grpSpPr>
          <p:sp>
            <p:nvSpPr>
              <p:cNvPr id="110" name="Gleichschenkliges Dreieck 109">
                <a:extLst>
                  <a:ext uri="{FF2B5EF4-FFF2-40B4-BE49-F238E27FC236}">
                    <a16:creationId xmlns:a16="http://schemas.microsoft.com/office/drawing/2014/main" id="{629690D4-571C-A9A5-7163-50A62F5794F5}"/>
                  </a:ext>
                </a:extLst>
              </p:cNvPr>
              <p:cNvSpPr/>
              <p:nvPr/>
            </p:nvSpPr>
            <p:spPr>
              <a:xfrm rot="5400000">
                <a:off x="3921100" y="2665842"/>
                <a:ext cx="219122" cy="188898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1" name="Rechteck 110">
                <a:extLst>
                  <a:ext uri="{FF2B5EF4-FFF2-40B4-BE49-F238E27FC236}">
                    <a16:creationId xmlns:a16="http://schemas.microsoft.com/office/drawing/2014/main" id="{C19B4F71-B724-AA71-EB30-E47602EB0B41}"/>
                  </a:ext>
                </a:extLst>
              </p:cNvPr>
              <p:cNvSpPr/>
              <p:nvPr/>
            </p:nvSpPr>
            <p:spPr>
              <a:xfrm>
                <a:off x="4147440" y="2646301"/>
                <a:ext cx="39082" cy="22798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83" name="Rechteck 82">
            <a:extLst>
              <a:ext uri="{FF2B5EF4-FFF2-40B4-BE49-F238E27FC236}">
                <a16:creationId xmlns:a16="http://schemas.microsoft.com/office/drawing/2014/main" id="{D56F8DB9-EAE8-07CF-D421-027DCCE4C7A5}"/>
              </a:ext>
            </a:extLst>
          </p:cNvPr>
          <p:cNvSpPr/>
          <p:nvPr/>
        </p:nvSpPr>
        <p:spPr>
          <a:xfrm>
            <a:off x="6013997" y="2434553"/>
            <a:ext cx="1295446" cy="508928"/>
          </a:xfrm>
          <a:prstGeom prst="rect">
            <a:avLst/>
          </a:prstGeom>
          <a:solidFill>
            <a:srgbClr val="E2DEDE">
              <a:alpha val="32000"/>
            </a:srgbClr>
          </a:solidFill>
          <a:ln w="19050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AGV-System-Adapter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2EA88706-4DE2-7586-1B93-30437C747EB7}"/>
              </a:ext>
            </a:extLst>
          </p:cNvPr>
          <p:cNvCxnSpPr>
            <a:cxnSpLocks/>
            <a:stCxn id="83" idx="0"/>
          </p:cNvCxnSpPr>
          <p:nvPr/>
        </p:nvCxnSpPr>
        <p:spPr>
          <a:xfrm flipV="1">
            <a:off x="6661720" y="2279852"/>
            <a:ext cx="0" cy="1547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E1C3ED16-45EC-190C-FF29-CAEAA5536B51}"/>
              </a:ext>
            </a:extLst>
          </p:cNvPr>
          <p:cNvCxnSpPr>
            <a:cxnSpLocks/>
            <a:endCxn id="83" idx="2"/>
          </p:cNvCxnSpPr>
          <p:nvPr/>
        </p:nvCxnSpPr>
        <p:spPr>
          <a:xfrm flipV="1">
            <a:off x="6661720" y="2943481"/>
            <a:ext cx="0" cy="426721"/>
          </a:xfrm>
          <a:prstGeom prst="straightConnector1">
            <a:avLst/>
          </a:prstGeom>
          <a:ln w="28575">
            <a:solidFill>
              <a:schemeClr val="tx1">
                <a:lumMod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C917A808-1648-39A1-83B5-D17130AEE9F5}"/>
              </a:ext>
            </a:extLst>
          </p:cNvPr>
          <p:cNvGrpSpPr/>
          <p:nvPr/>
        </p:nvGrpSpPr>
        <p:grpSpPr>
          <a:xfrm rot="10800000">
            <a:off x="1321634" y="2634142"/>
            <a:ext cx="243923" cy="243923"/>
            <a:chOff x="2481603" y="2856692"/>
            <a:chExt cx="243923" cy="243923"/>
          </a:xfrm>
        </p:grpSpPr>
        <p:sp>
          <p:nvSpPr>
            <p:cNvPr id="128" name="Rechteck 127">
              <a:extLst>
                <a:ext uri="{FF2B5EF4-FFF2-40B4-BE49-F238E27FC236}">
                  <a16:creationId xmlns:a16="http://schemas.microsoft.com/office/drawing/2014/main" id="{41E3BAB6-CB85-A5A3-88E0-B33B694B11D8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rgbClr val="E2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29" name="Gruppieren 128">
              <a:extLst>
                <a:ext uri="{FF2B5EF4-FFF2-40B4-BE49-F238E27FC236}">
                  <a16:creationId xmlns:a16="http://schemas.microsoft.com/office/drawing/2014/main" id="{2C8A3108-8DCE-49B4-C56A-A6C565A8108B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130" name="Ellipse 129">
                <a:extLst>
                  <a:ext uri="{FF2B5EF4-FFF2-40B4-BE49-F238E27FC236}">
                    <a16:creationId xmlns:a16="http://schemas.microsoft.com/office/drawing/2014/main" id="{C04D6CEC-B0E5-1F90-822D-2C1DAF6DC44A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1" name="Halbbogen 130">
                <a:extLst>
                  <a:ext uri="{FF2B5EF4-FFF2-40B4-BE49-F238E27FC236}">
                    <a16:creationId xmlns:a16="http://schemas.microsoft.com/office/drawing/2014/main" id="{63558C39-4603-2DD1-9313-AF0E359313EB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132" name="Gerader Verbinder 131">
            <a:extLst>
              <a:ext uri="{FF2B5EF4-FFF2-40B4-BE49-F238E27FC236}">
                <a16:creationId xmlns:a16="http://schemas.microsoft.com/office/drawing/2014/main" id="{4C370DB0-0057-DBDF-4952-ADD0F1A46858}"/>
              </a:ext>
            </a:extLst>
          </p:cNvPr>
          <p:cNvCxnSpPr>
            <a:cxnSpLocks/>
            <a:stCxn id="128" idx="0"/>
          </p:cNvCxnSpPr>
          <p:nvPr/>
        </p:nvCxnSpPr>
        <p:spPr>
          <a:xfrm>
            <a:off x="1443595" y="2870445"/>
            <a:ext cx="0" cy="493387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r Verbinder 132">
            <a:extLst>
              <a:ext uri="{FF2B5EF4-FFF2-40B4-BE49-F238E27FC236}">
                <a16:creationId xmlns:a16="http://schemas.microsoft.com/office/drawing/2014/main" id="{43DD05E0-A1A3-AAC8-1CCB-3ECB746EA939}"/>
              </a:ext>
            </a:extLst>
          </p:cNvPr>
          <p:cNvCxnSpPr>
            <a:cxnSpLocks/>
            <a:endCxn id="130" idx="4"/>
          </p:cNvCxnSpPr>
          <p:nvPr/>
        </p:nvCxnSpPr>
        <p:spPr>
          <a:xfrm>
            <a:off x="1443595" y="2045176"/>
            <a:ext cx="0" cy="627756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C2BF2311-C8E5-6469-D6A9-DB3BE5EBDDF1}"/>
              </a:ext>
            </a:extLst>
          </p:cNvPr>
          <p:cNvGrpSpPr/>
          <p:nvPr/>
        </p:nvGrpSpPr>
        <p:grpSpPr>
          <a:xfrm>
            <a:off x="1281649" y="3367022"/>
            <a:ext cx="316404" cy="316404"/>
            <a:chOff x="1414139" y="3042582"/>
            <a:chExt cx="316404" cy="316404"/>
          </a:xfrm>
        </p:grpSpPr>
        <p:sp>
          <p:nvSpPr>
            <p:cNvPr id="40" name="Rechteck 185">
              <a:extLst>
                <a:ext uri="{FF2B5EF4-FFF2-40B4-BE49-F238E27FC236}">
                  <a16:creationId xmlns:a16="http://schemas.microsoft.com/office/drawing/2014/main" id="{C65A2329-59F3-A8B0-DA6D-0FDDE8DDC6C8}"/>
                </a:ext>
              </a:extLst>
            </p:cNvPr>
            <p:cNvSpPr/>
            <p:nvPr/>
          </p:nvSpPr>
          <p:spPr>
            <a:xfrm>
              <a:off x="1414139" y="3042582"/>
              <a:ext cx="316404" cy="316404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pic>
          <p:nvPicPr>
            <p:cNvPr id="41" name="Grafik 40" descr="Glocke mit einfarbiger Füllung">
              <a:extLst>
                <a:ext uri="{FF2B5EF4-FFF2-40B4-BE49-F238E27FC236}">
                  <a16:creationId xmlns:a16="http://schemas.microsoft.com/office/drawing/2014/main" id="{04DEA957-8842-C179-D5C3-8C32C2B613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30776" y="3059219"/>
              <a:ext cx="283129" cy="283129"/>
            </a:xfrm>
            <a:prstGeom prst="rect">
              <a:avLst/>
            </a:prstGeom>
          </p:spPr>
        </p:pic>
      </p:grpSp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23FB4CB7-8929-BAA1-C12B-38403B30C5FD}"/>
              </a:ext>
            </a:extLst>
          </p:cNvPr>
          <p:cNvGrpSpPr/>
          <p:nvPr/>
        </p:nvGrpSpPr>
        <p:grpSpPr>
          <a:xfrm rot="10800000">
            <a:off x="2081980" y="2631823"/>
            <a:ext cx="243923" cy="243923"/>
            <a:chOff x="2481603" y="2856692"/>
            <a:chExt cx="243923" cy="243923"/>
          </a:xfrm>
        </p:grpSpPr>
        <p:sp>
          <p:nvSpPr>
            <p:cNvPr id="141" name="Rechteck 140">
              <a:extLst>
                <a:ext uri="{FF2B5EF4-FFF2-40B4-BE49-F238E27FC236}">
                  <a16:creationId xmlns:a16="http://schemas.microsoft.com/office/drawing/2014/main" id="{815FA27D-7FA1-5F29-76B4-ADD8A05DE442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rgbClr val="E2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42" name="Gruppieren 141">
              <a:extLst>
                <a:ext uri="{FF2B5EF4-FFF2-40B4-BE49-F238E27FC236}">
                  <a16:creationId xmlns:a16="http://schemas.microsoft.com/office/drawing/2014/main" id="{858819C2-E9D8-CCA6-C972-C477BB8ED7F7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143" name="Ellipse 142">
                <a:extLst>
                  <a:ext uri="{FF2B5EF4-FFF2-40B4-BE49-F238E27FC236}">
                    <a16:creationId xmlns:a16="http://schemas.microsoft.com/office/drawing/2014/main" id="{0D973F1B-8994-4965-4947-E8577103ED59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44" name="Halbbogen 143">
                <a:extLst>
                  <a:ext uri="{FF2B5EF4-FFF2-40B4-BE49-F238E27FC236}">
                    <a16:creationId xmlns:a16="http://schemas.microsoft.com/office/drawing/2014/main" id="{5DCDAE82-8BA6-E13C-2270-9F8549A9F18E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145" name="Gerader Verbinder 144">
            <a:extLst>
              <a:ext uri="{FF2B5EF4-FFF2-40B4-BE49-F238E27FC236}">
                <a16:creationId xmlns:a16="http://schemas.microsoft.com/office/drawing/2014/main" id="{A47D8DB6-8D3C-4944-9E5F-1BE771F81F84}"/>
              </a:ext>
            </a:extLst>
          </p:cNvPr>
          <p:cNvCxnSpPr>
            <a:cxnSpLocks/>
            <a:stCxn id="141" idx="0"/>
          </p:cNvCxnSpPr>
          <p:nvPr/>
        </p:nvCxnSpPr>
        <p:spPr>
          <a:xfrm>
            <a:off x="2203941" y="2868126"/>
            <a:ext cx="6192" cy="1065116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Gerader Verbinder 145">
            <a:extLst>
              <a:ext uri="{FF2B5EF4-FFF2-40B4-BE49-F238E27FC236}">
                <a16:creationId xmlns:a16="http://schemas.microsoft.com/office/drawing/2014/main" id="{77E48B09-965C-6AF2-FFF1-E2712EE4434D}"/>
              </a:ext>
            </a:extLst>
          </p:cNvPr>
          <p:cNvCxnSpPr>
            <a:cxnSpLocks/>
            <a:endCxn id="143" idx="4"/>
          </p:cNvCxnSpPr>
          <p:nvPr/>
        </p:nvCxnSpPr>
        <p:spPr>
          <a:xfrm>
            <a:off x="2203941" y="2495311"/>
            <a:ext cx="0" cy="175302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Gruppieren 151">
            <a:extLst>
              <a:ext uri="{FF2B5EF4-FFF2-40B4-BE49-F238E27FC236}">
                <a16:creationId xmlns:a16="http://schemas.microsoft.com/office/drawing/2014/main" id="{6F2C5923-186A-9E7E-1096-F9C09008C3EF}"/>
              </a:ext>
            </a:extLst>
          </p:cNvPr>
          <p:cNvGrpSpPr/>
          <p:nvPr/>
        </p:nvGrpSpPr>
        <p:grpSpPr>
          <a:xfrm rot="10800000">
            <a:off x="3075815" y="3239329"/>
            <a:ext cx="243923" cy="243923"/>
            <a:chOff x="2481603" y="2856692"/>
            <a:chExt cx="243923" cy="243923"/>
          </a:xfrm>
        </p:grpSpPr>
        <p:sp>
          <p:nvSpPr>
            <p:cNvPr id="153" name="Rechteck 152">
              <a:extLst>
                <a:ext uri="{FF2B5EF4-FFF2-40B4-BE49-F238E27FC236}">
                  <a16:creationId xmlns:a16="http://schemas.microsoft.com/office/drawing/2014/main" id="{5B18B2A5-2637-956D-1775-578C08708A5C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rgbClr val="E2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54" name="Gruppieren 153">
              <a:extLst>
                <a:ext uri="{FF2B5EF4-FFF2-40B4-BE49-F238E27FC236}">
                  <a16:creationId xmlns:a16="http://schemas.microsoft.com/office/drawing/2014/main" id="{73249823-302B-86C4-DA91-86400C7B68D3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DFDE1CCB-DF00-2A75-C5B9-449C203D7939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56" name="Halbbogen 155">
                <a:extLst>
                  <a:ext uri="{FF2B5EF4-FFF2-40B4-BE49-F238E27FC236}">
                    <a16:creationId xmlns:a16="http://schemas.microsoft.com/office/drawing/2014/main" id="{6CAFB740-13A7-8DA4-44B3-920914B47C7C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500234D9-3821-9E82-9409-12CCE516E35D}"/>
              </a:ext>
            </a:extLst>
          </p:cNvPr>
          <p:cNvCxnSpPr>
            <a:cxnSpLocks/>
            <a:stCxn id="153" idx="0"/>
          </p:cNvCxnSpPr>
          <p:nvPr/>
        </p:nvCxnSpPr>
        <p:spPr>
          <a:xfrm flipH="1">
            <a:off x="3197517" y="3475632"/>
            <a:ext cx="259" cy="768746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0" name="Gruppieren 159">
            <a:extLst>
              <a:ext uri="{FF2B5EF4-FFF2-40B4-BE49-F238E27FC236}">
                <a16:creationId xmlns:a16="http://schemas.microsoft.com/office/drawing/2014/main" id="{94CBE813-6F2B-AFBC-DB1F-98A690B6B014}"/>
              </a:ext>
            </a:extLst>
          </p:cNvPr>
          <p:cNvGrpSpPr/>
          <p:nvPr/>
        </p:nvGrpSpPr>
        <p:grpSpPr>
          <a:xfrm rot="10800000">
            <a:off x="4005530" y="3241701"/>
            <a:ext cx="243923" cy="243923"/>
            <a:chOff x="2481603" y="2856692"/>
            <a:chExt cx="243923" cy="243923"/>
          </a:xfrm>
        </p:grpSpPr>
        <p:sp>
          <p:nvSpPr>
            <p:cNvPr id="161" name="Rechteck 160">
              <a:extLst>
                <a:ext uri="{FF2B5EF4-FFF2-40B4-BE49-F238E27FC236}">
                  <a16:creationId xmlns:a16="http://schemas.microsoft.com/office/drawing/2014/main" id="{99EFEB5F-9FC4-1E32-C3A1-3229EDAC38B0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rgbClr val="E2DE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62" name="Gruppieren 161">
              <a:extLst>
                <a:ext uri="{FF2B5EF4-FFF2-40B4-BE49-F238E27FC236}">
                  <a16:creationId xmlns:a16="http://schemas.microsoft.com/office/drawing/2014/main" id="{8C65A4B9-2EC5-E7D0-5642-2A1914EF605B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163" name="Ellipse 162">
                <a:extLst>
                  <a:ext uri="{FF2B5EF4-FFF2-40B4-BE49-F238E27FC236}">
                    <a16:creationId xmlns:a16="http://schemas.microsoft.com/office/drawing/2014/main" id="{AA5CBA07-8CE6-F256-4CA0-0E2239C66948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64" name="Halbbogen 163">
                <a:extLst>
                  <a:ext uri="{FF2B5EF4-FFF2-40B4-BE49-F238E27FC236}">
                    <a16:creationId xmlns:a16="http://schemas.microsoft.com/office/drawing/2014/main" id="{D6CD1AC8-5A25-70C1-2463-7B45D1F0D316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165" name="Gerader Verbinder 164">
            <a:extLst>
              <a:ext uri="{FF2B5EF4-FFF2-40B4-BE49-F238E27FC236}">
                <a16:creationId xmlns:a16="http://schemas.microsoft.com/office/drawing/2014/main" id="{1017742B-106C-BD93-1236-83B1F10B48B4}"/>
              </a:ext>
            </a:extLst>
          </p:cNvPr>
          <p:cNvCxnSpPr>
            <a:cxnSpLocks/>
            <a:stCxn id="161" idx="0"/>
            <a:endCxn id="15" idx="0"/>
          </p:cNvCxnSpPr>
          <p:nvPr/>
        </p:nvCxnSpPr>
        <p:spPr>
          <a:xfrm>
            <a:off x="4127491" y="3478004"/>
            <a:ext cx="211" cy="411641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Gerader Verbinder 165">
            <a:extLst>
              <a:ext uri="{FF2B5EF4-FFF2-40B4-BE49-F238E27FC236}">
                <a16:creationId xmlns:a16="http://schemas.microsoft.com/office/drawing/2014/main" id="{9AFE4307-4416-1C15-1512-EF1654B6D26A}"/>
              </a:ext>
            </a:extLst>
          </p:cNvPr>
          <p:cNvCxnSpPr>
            <a:cxnSpLocks/>
            <a:endCxn id="163" idx="4"/>
          </p:cNvCxnSpPr>
          <p:nvPr/>
        </p:nvCxnSpPr>
        <p:spPr>
          <a:xfrm flipH="1">
            <a:off x="4127491" y="2943481"/>
            <a:ext cx="211" cy="337010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Gerader Verbinder 174">
            <a:extLst>
              <a:ext uri="{FF2B5EF4-FFF2-40B4-BE49-F238E27FC236}">
                <a16:creationId xmlns:a16="http://schemas.microsoft.com/office/drawing/2014/main" id="{A1CA9AC7-5E68-6F11-9A80-33F9AD47AAD0}"/>
              </a:ext>
            </a:extLst>
          </p:cNvPr>
          <p:cNvCxnSpPr>
            <a:cxnSpLocks/>
            <a:stCxn id="90" idx="3"/>
            <a:endCxn id="88" idx="1"/>
          </p:cNvCxnSpPr>
          <p:nvPr/>
        </p:nvCxnSpPr>
        <p:spPr>
          <a:xfrm>
            <a:off x="2366279" y="1876417"/>
            <a:ext cx="2495255" cy="271405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Gerader Verbinder 177">
            <a:extLst>
              <a:ext uri="{FF2B5EF4-FFF2-40B4-BE49-F238E27FC236}">
                <a16:creationId xmlns:a16="http://schemas.microsoft.com/office/drawing/2014/main" id="{6CA70C95-A0A0-B10A-5B75-7BE04B6DFDE5}"/>
              </a:ext>
            </a:extLst>
          </p:cNvPr>
          <p:cNvCxnSpPr>
            <a:cxnSpLocks/>
            <a:stCxn id="89" idx="3"/>
            <a:endCxn id="88" idx="1"/>
          </p:cNvCxnSpPr>
          <p:nvPr/>
        </p:nvCxnSpPr>
        <p:spPr>
          <a:xfrm flipV="1">
            <a:off x="2851914" y="2147822"/>
            <a:ext cx="2009620" cy="17873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Gerader Verbinder 180">
            <a:extLst>
              <a:ext uri="{FF2B5EF4-FFF2-40B4-BE49-F238E27FC236}">
                <a16:creationId xmlns:a16="http://schemas.microsoft.com/office/drawing/2014/main" id="{FAECA485-AD25-D84C-34B6-65981ABC537A}"/>
              </a:ext>
            </a:extLst>
          </p:cNvPr>
          <p:cNvCxnSpPr>
            <a:cxnSpLocks/>
            <a:stCxn id="102" idx="0"/>
            <a:endCxn id="88" idx="1"/>
          </p:cNvCxnSpPr>
          <p:nvPr/>
        </p:nvCxnSpPr>
        <p:spPr>
          <a:xfrm flipV="1">
            <a:off x="3232296" y="2147822"/>
            <a:ext cx="1629238" cy="453535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Gerader Verbinder 183">
            <a:extLst>
              <a:ext uri="{FF2B5EF4-FFF2-40B4-BE49-F238E27FC236}">
                <a16:creationId xmlns:a16="http://schemas.microsoft.com/office/drawing/2014/main" id="{96A73A68-DD62-DC8A-F6DB-197F7AC7847E}"/>
              </a:ext>
            </a:extLst>
          </p:cNvPr>
          <p:cNvCxnSpPr>
            <a:cxnSpLocks/>
            <a:stCxn id="105" idx="0"/>
            <a:endCxn id="88" idx="1"/>
          </p:cNvCxnSpPr>
          <p:nvPr/>
        </p:nvCxnSpPr>
        <p:spPr>
          <a:xfrm flipV="1">
            <a:off x="4449819" y="2147822"/>
            <a:ext cx="411715" cy="45100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hteck 87">
            <a:extLst>
              <a:ext uri="{FF2B5EF4-FFF2-40B4-BE49-F238E27FC236}">
                <a16:creationId xmlns:a16="http://schemas.microsoft.com/office/drawing/2014/main" id="{80E16970-E01A-7401-4A3A-F40807DF1D5E}"/>
              </a:ext>
            </a:extLst>
          </p:cNvPr>
          <p:cNvSpPr/>
          <p:nvPr/>
        </p:nvSpPr>
        <p:spPr>
          <a:xfrm>
            <a:off x="4861534" y="2000627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A27449EF-7468-48C1-467D-7C10856AB8EE}"/>
              </a:ext>
            </a:extLst>
          </p:cNvPr>
          <p:cNvSpPr/>
          <p:nvPr/>
        </p:nvSpPr>
        <p:spPr>
          <a:xfrm>
            <a:off x="3653415" y="2284299"/>
            <a:ext cx="280664" cy="280664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3</a:t>
            </a:r>
          </a:p>
        </p:txBody>
      </p:sp>
      <p:sp>
        <p:nvSpPr>
          <p:cNvPr id="190" name="Ellipse 189">
            <a:extLst>
              <a:ext uri="{FF2B5EF4-FFF2-40B4-BE49-F238E27FC236}">
                <a16:creationId xmlns:a16="http://schemas.microsoft.com/office/drawing/2014/main" id="{3A1A0CB9-DCD0-0A81-A296-1B758F9796AB}"/>
              </a:ext>
            </a:extLst>
          </p:cNvPr>
          <p:cNvSpPr/>
          <p:nvPr/>
        </p:nvSpPr>
        <p:spPr>
          <a:xfrm>
            <a:off x="3142111" y="2123164"/>
            <a:ext cx="280664" cy="280664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2</a:t>
            </a:r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7BF34256-7EE8-1EEA-4D35-F24AD47D0CD5}"/>
              </a:ext>
            </a:extLst>
          </p:cNvPr>
          <p:cNvSpPr/>
          <p:nvPr/>
        </p:nvSpPr>
        <p:spPr>
          <a:xfrm>
            <a:off x="2672079" y="1758774"/>
            <a:ext cx="280664" cy="280664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1</a:t>
            </a:r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706D8D69-7EF3-47F4-D766-B318DA14774F}"/>
              </a:ext>
            </a:extLst>
          </p:cNvPr>
          <p:cNvSpPr/>
          <p:nvPr/>
        </p:nvSpPr>
        <p:spPr>
          <a:xfrm>
            <a:off x="4511768" y="2286907"/>
            <a:ext cx="280664" cy="280664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4</a:t>
            </a:r>
          </a:p>
        </p:txBody>
      </p:sp>
      <p:sp>
        <p:nvSpPr>
          <p:cNvPr id="194" name="Rechteck 193">
            <a:extLst>
              <a:ext uri="{FF2B5EF4-FFF2-40B4-BE49-F238E27FC236}">
                <a16:creationId xmlns:a16="http://schemas.microsoft.com/office/drawing/2014/main" id="{58D5210E-8779-9CBF-FCB5-AB72211905DB}"/>
              </a:ext>
            </a:extLst>
          </p:cNvPr>
          <p:cNvSpPr/>
          <p:nvPr/>
        </p:nvSpPr>
        <p:spPr>
          <a:xfrm>
            <a:off x="4093436" y="4510140"/>
            <a:ext cx="265556" cy="2655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98" name="Textfeld 241">
            <a:extLst>
              <a:ext uri="{FF2B5EF4-FFF2-40B4-BE49-F238E27FC236}">
                <a16:creationId xmlns:a16="http://schemas.microsoft.com/office/drawing/2014/main" id="{C8E8FE50-BFBB-81F4-3D36-297E789C64E5}"/>
              </a:ext>
            </a:extLst>
          </p:cNvPr>
          <p:cNvSpPr txBox="1"/>
          <p:nvPr/>
        </p:nvSpPr>
        <p:spPr>
          <a:xfrm>
            <a:off x="4325918" y="4473819"/>
            <a:ext cx="1660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>
                <a:solidFill>
                  <a:schemeClr val="accent1">
                    <a:lumMod val="75000"/>
                  </a:schemeClr>
                </a:solidFill>
              </a:rPr>
              <a:t>Order-Knoten</a:t>
            </a:r>
          </a:p>
        </p:txBody>
      </p:sp>
      <p:pic>
        <p:nvPicPr>
          <p:cNvPr id="199" name="Grafik 198" descr="Glocke mit einfarbiger Füllung">
            <a:extLst>
              <a:ext uri="{FF2B5EF4-FFF2-40B4-BE49-F238E27FC236}">
                <a16:creationId xmlns:a16="http://schemas.microsoft.com/office/drawing/2014/main" id="{E336C288-17C4-D117-6A60-3AA1EF110D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3436" y="4510140"/>
            <a:ext cx="256880" cy="256880"/>
          </a:xfrm>
          <a:prstGeom prst="rect">
            <a:avLst/>
          </a:prstGeom>
        </p:spPr>
      </p:pic>
      <p:sp>
        <p:nvSpPr>
          <p:cNvPr id="72" name="Rechteck 71">
            <a:extLst>
              <a:ext uri="{FF2B5EF4-FFF2-40B4-BE49-F238E27FC236}">
                <a16:creationId xmlns:a16="http://schemas.microsoft.com/office/drawing/2014/main" id="{CC3EE6FA-FB41-92F5-1F42-8851E6FF65D2}"/>
              </a:ext>
            </a:extLst>
          </p:cNvPr>
          <p:cNvSpPr/>
          <p:nvPr/>
        </p:nvSpPr>
        <p:spPr>
          <a:xfrm>
            <a:off x="3947545" y="4420592"/>
            <a:ext cx="3767705" cy="1151600"/>
          </a:xfrm>
          <a:prstGeom prst="rect">
            <a:avLst/>
          </a:prstGeom>
          <a:solidFill>
            <a:srgbClr val="E2DED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51C4E94-4EE3-7182-DC2E-9897E44E24C2}"/>
              </a:ext>
            </a:extLst>
          </p:cNvPr>
          <p:cNvSpPr/>
          <p:nvPr/>
        </p:nvSpPr>
        <p:spPr>
          <a:xfrm>
            <a:off x="5876410" y="3369501"/>
            <a:ext cx="1834153" cy="12123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57777BD-00F9-8FE4-EA6D-E2BD2DA2B097}"/>
              </a:ext>
            </a:extLst>
          </p:cNvPr>
          <p:cNvSpPr/>
          <p:nvPr/>
        </p:nvSpPr>
        <p:spPr>
          <a:xfrm>
            <a:off x="6554101" y="4036068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CC2584C-98BF-75FA-B019-5DA39CD6FC0C}"/>
              </a:ext>
            </a:extLst>
          </p:cNvPr>
          <p:cNvSpPr/>
          <p:nvPr/>
        </p:nvSpPr>
        <p:spPr>
          <a:xfrm>
            <a:off x="5972387" y="3454960"/>
            <a:ext cx="1642197" cy="286242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1735C49-068E-7255-A690-33045BEE7F58}"/>
              </a:ext>
            </a:extLst>
          </p:cNvPr>
          <p:cNvCxnSpPr>
            <a:cxnSpLocks/>
            <a:stCxn id="21" idx="2"/>
            <a:endCxn id="20" idx="0"/>
          </p:cNvCxnSpPr>
          <p:nvPr/>
        </p:nvCxnSpPr>
        <p:spPr>
          <a:xfrm>
            <a:off x="6793486" y="3741202"/>
            <a:ext cx="0" cy="294866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3E70CA72-3192-ED8D-F379-23D671810F11}"/>
              </a:ext>
            </a:extLst>
          </p:cNvPr>
          <p:cNvSpPr txBox="1"/>
          <p:nvPr/>
        </p:nvSpPr>
        <p:spPr>
          <a:xfrm>
            <a:off x="1224772" y="1483395"/>
            <a:ext cx="681570" cy="215444"/>
          </a:xfrm>
          <a:prstGeom prst="rect">
            <a:avLst/>
          </a:prstGeom>
          <a:solidFill>
            <a:srgbClr val="E2DEDE">
              <a:alpha val="50000"/>
            </a:srgbClr>
          </a:solidFill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>
              <a:defRPr sz="1400" i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ProxyId:1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4702EF-8C0E-EA9C-F312-AF4DFD3ED606}"/>
              </a:ext>
            </a:extLst>
          </p:cNvPr>
          <p:cNvSpPr txBox="1"/>
          <p:nvPr/>
        </p:nvSpPr>
        <p:spPr>
          <a:xfrm>
            <a:off x="1628581" y="2470464"/>
            <a:ext cx="901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400" i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Proxy-Id:2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86FF421-B41A-DFD2-9325-D61FFCF927D8}"/>
              </a:ext>
            </a:extLst>
          </p:cNvPr>
          <p:cNvSpPr txBox="1"/>
          <p:nvPr/>
        </p:nvSpPr>
        <p:spPr>
          <a:xfrm>
            <a:off x="2492884" y="2976607"/>
            <a:ext cx="688213" cy="215444"/>
          </a:xfrm>
          <a:prstGeom prst="rect">
            <a:avLst/>
          </a:prstGeom>
          <a:solidFill>
            <a:srgbClr val="E2DEDE">
              <a:alpha val="50000"/>
            </a:srgbClr>
          </a:solidFill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>
              <a:defRPr sz="1400" i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ProxyId:3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28F8857-4456-230F-6D93-C8A2AF662AB8}"/>
              </a:ext>
            </a:extLst>
          </p:cNvPr>
          <p:cNvSpPr txBox="1"/>
          <p:nvPr/>
        </p:nvSpPr>
        <p:spPr>
          <a:xfrm>
            <a:off x="5063819" y="2732457"/>
            <a:ext cx="736545" cy="215444"/>
          </a:xfrm>
          <a:prstGeom prst="rect">
            <a:avLst/>
          </a:prstGeom>
          <a:solidFill>
            <a:srgbClr val="E2DEDE">
              <a:alpha val="50000"/>
            </a:srgbClr>
          </a:solidFill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>
              <a:defRPr sz="1400" i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ProxyId:4</a:t>
            </a:r>
          </a:p>
        </p:txBody>
      </p: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AD776D47-5EF6-9AD4-67ED-B65C47B03D9D}"/>
              </a:ext>
            </a:extLst>
          </p:cNvPr>
          <p:cNvGrpSpPr/>
          <p:nvPr/>
        </p:nvGrpSpPr>
        <p:grpSpPr>
          <a:xfrm>
            <a:off x="2665532" y="2601357"/>
            <a:ext cx="1133527" cy="337518"/>
            <a:chOff x="7774599" y="1470157"/>
            <a:chExt cx="1133527" cy="337518"/>
          </a:xfrm>
        </p:grpSpPr>
        <p:sp>
          <p:nvSpPr>
            <p:cNvPr id="102" name="Rechteck 101">
              <a:extLst>
                <a:ext uri="{FF2B5EF4-FFF2-40B4-BE49-F238E27FC236}">
                  <a16:creationId xmlns:a16="http://schemas.microsoft.com/office/drawing/2014/main" id="{5877A945-5AC5-CD44-1A3C-6241752ABFE4}"/>
                </a:ext>
              </a:extLst>
            </p:cNvPr>
            <p:cNvSpPr/>
            <p:nvPr/>
          </p:nvSpPr>
          <p:spPr>
            <a:xfrm>
              <a:off x="7774599" y="1470157"/>
              <a:ext cx="1133527" cy="33751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TK-Proxy</a:t>
              </a:r>
            </a:p>
          </p:txBody>
        </p:sp>
        <p:sp>
          <p:nvSpPr>
            <p:cNvPr id="107" name="Gleichschenkliges Dreieck 106">
              <a:extLst>
                <a:ext uri="{FF2B5EF4-FFF2-40B4-BE49-F238E27FC236}">
                  <a16:creationId xmlns:a16="http://schemas.microsoft.com/office/drawing/2014/main" id="{B34CDDB8-6764-0792-B893-24DA5C61BBC0}"/>
                </a:ext>
              </a:extLst>
            </p:cNvPr>
            <p:cNvSpPr/>
            <p:nvPr/>
          </p:nvSpPr>
          <p:spPr>
            <a:xfrm rot="5400000">
              <a:off x="7956148" y="1589579"/>
              <a:ext cx="156227" cy="13467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08" name="Gleichschenkliges Dreieck 107">
              <a:extLst>
                <a:ext uri="{FF2B5EF4-FFF2-40B4-BE49-F238E27FC236}">
                  <a16:creationId xmlns:a16="http://schemas.microsoft.com/office/drawing/2014/main" id="{FB99E2A0-ED73-60B7-EAA4-105F142F7764}"/>
                </a:ext>
              </a:extLst>
            </p:cNvPr>
            <p:cNvSpPr/>
            <p:nvPr/>
          </p:nvSpPr>
          <p:spPr>
            <a:xfrm rot="16200000">
              <a:off x="7803991" y="1589579"/>
              <a:ext cx="156227" cy="134678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cxnSp>
        <p:nvCxnSpPr>
          <p:cNvPr id="158" name="Gerader Verbinder 157">
            <a:extLst>
              <a:ext uri="{FF2B5EF4-FFF2-40B4-BE49-F238E27FC236}">
                <a16:creationId xmlns:a16="http://schemas.microsoft.com/office/drawing/2014/main" id="{BB015214-0936-E391-0185-39A00F958796}"/>
              </a:ext>
            </a:extLst>
          </p:cNvPr>
          <p:cNvCxnSpPr>
            <a:cxnSpLocks/>
            <a:endCxn id="155" idx="4"/>
          </p:cNvCxnSpPr>
          <p:nvPr/>
        </p:nvCxnSpPr>
        <p:spPr>
          <a:xfrm>
            <a:off x="3197776" y="2943481"/>
            <a:ext cx="0" cy="334638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E7C647A4-8794-E836-5683-61274E28F45C}"/>
              </a:ext>
            </a:extLst>
          </p:cNvPr>
          <p:cNvGrpSpPr/>
          <p:nvPr/>
        </p:nvGrpSpPr>
        <p:grpSpPr>
          <a:xfrm>
            <a:off x="5334605" y="1810713"/>
            <a:ext cx="1595782" cy="218568"/>
            <a:chOff x="5272234" y="1436816"/>
            <a:chExt cx="1595782" cy="218568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A8ECF180-AB15-EE21-815C-42D4A492FAD4}"/>
                </a:ext>
              </a:extLst>
            </p:cNvPr>
            <p:cNvSpPr/>
            <p:nvPr/>
          </p:nvSpPr>
          <p:spPr>
            <a:xfrm>
              <a:off x="5272234" y="1436816"/>
              <a:ext cx="218568" cy="21856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B4F3C56B-BF06-6F7D-D577-6BDBC62BF894}"/>
                </a:ext>
              </a:extLst>
            </p:cNvPr>
            <p:cNvSpPr/>
            <p:nvPr/>
          </p:nvSpPr>
          <p:spPr>
            <a:xfrm>
              <a:off x="6649448" y="1436816"/>
              <a:ext cx="218568" cy="218568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506EB1AA-4BBE-7CBA-A1B7-456DC339ED2F}"/>
                </a:ext>
              </a:extLst>
            </p:cNvPr>
            <p:cNvSpPr/>
            <p:nvPr/>
          </p:nvSpPr>
          <p:spPr>
            <a:xfrm>
              <a:off x="5368487" y="1436816"/>
              <a:ext cx="1395214" cy="21856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de-DE" sz="1200" dirty="0"/>
                <a:t>Status (z. B. </a:t>
              </a:r>
              <a:r>
                <a:rPr lang="de-DE" sz="1200" i="1" dirty="0"/>
                <a:t>Transport</a:t>
              </a:r>
              <a:r>
                <a:rPr lang="de-DE" sz="1200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0906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hteck 31">
            <a:extLst>
              <a:ext uri="{FF2B5EF4-FFF2-40B4-BE49-F238E27FC236}">
                <a16:creationId xmlns:a16="http://schemas.microsoft.com/office/drawing/2014/main" id="{AC4B4FF1-7BB0-D23D-F6DA-D6DF794BD36E}"/>
              </a:ext>
            </a:extLst>
          </p:cNvPr>
          <p:cNvSpPr/>
          <p:nvPr/>
        </p:nvSpPr>
        <p:spPr>
          <a:xfrm>
            <a:off x="462988" y="1435261"/>
            <a:ext cx="4511214" cy="25881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22C22E07-6909-8FE7-EB5C-AFF97F75A883}"/>
              </a:ext>
            </a:extLst>
          </p:cNvPr>
          <p:cNvSpPr/>
          <p:nvPr/>
        </p:nvSpPr>
        <p:spPr>
          <a:xfrm>
            <a:off x="4974202" y="1435261"/>
            <a:ext cx="4864279" cy="25881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EE64367-83C2-DADA-9C5A-5C36BA0C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86CD6A8-B1E3-FF1B-3B47-B1D2328EDC98}"/>
              </a:ext>
            </a:extLst>
          </p:cNvPr>
          <p:cNvSpPr/>
          <p:nvPr/>
        </p:nvSpPr>
        <p:spPr>
          <a:xfrm>
            <a:off x="670625" y="2461038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DF35641-663B-8A72-5976-48308E46A3D9}"/>
              </a:ext>
            </a:extLst>
          </p:cNvPr>
          <p:cNvSpPr/>
          <p:nvPr/>
        </p:nvSpPr>
        <p:spPr>
          <a:xfrm>
            <a:off x="604166" y="2529618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F116423-E62E-DFA9-B59E-C800D0F56A9A}"/>
              </a:ext>
            </a:extLst>
          </p:cNvPr>
          <p:cNvSpPr/>
          <p:nvPr/>
        </p:nvSpPr>
        <p:spPr>
          <a:xfrm>
            <a:off x="604166" y="2529618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30694E1-4921-E74B-F625-BCDF74CF8062}"/>
              </a:ext>
            </a:extLst>
          </p:cNvPr>
          <p:cNvSpPr/>
          <p:nvPr/>
        </p:nvSpPr>
        <p:spPr>
          <a:xfrm>
            <a:off x="2717662" y="2456299"/>
            <a:ext cx="2068661" cy="14228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5BF0D8B-438D-CF5B-EB3F-3406F863F20C}"/>
              </a:ext>
            </a:extLst>
          </p:cNvPr>
          <p:cNvSpPr/>
          <p:nvPr/>
        </p:nvSpPr>
        <p:spPr>
          <a:xfrm>
            <a:off x="3104050" y="3061894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441DB22-5300-3BE1-6F6B-C2EC0CA7F1F7}"/>
              </a:ext>
            </a:extLst>
          </p:cNvPr>
          <p:cNvSpPr/>
          <p:nvPr/>
        </p:nvSpPr>
        <p:spPr>
          <a:xfrm>
            <a:off x="2829680" y="2529618"/>
            <a:ext cx="1846567" cy="344441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D8105B2-5D7D-F87F-BCF1-7F77EE890202}"/>
              </a:ext>
            </a:extLst>
          </p:cNvPr>
          <p:cNvSpPr/>
          <p:nvPr/>
        </p:nvSpPr>
        <p:spPr>
          <a:xfrm>
            <a:off x="3953021" y="3057761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D9D60CBC-FC83-790F-2F81-B61FE96AF4D5}"/>
              </a:ext>
            </a:extLst>
          </p:cNvPr>
          <p:cNvCxnSpPr>
            <a:cxnSpLocks/>
            <a:endCxn id="7" idx="7"/>
          </p:cNvCxnSpPr>
          <p:nvPr/>
        </p:nvCxnSpPr>
        <p:spPr>
          <a:xfrm flipH="1">
            <a:off x="3512705" y="2871539"/>
            <a:ext cx="240259" cy="260469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FCE8494-4D9F-FD01-20D3-51925FC590A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752964" y="2871539"/>
            <a:ext cx="270171" cy="256336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738FAA1-1391-1CAC-FA90-5430B555A151}"/>
              </a:ext>
            </a:extLst>
          </p:cNvPr>
          <p:cNvCxnSpPr>
            <a:stCxn id="3" idx="3"/>
          </p:cNvCxnSpPr>
          <p:nvPr/>
        </p:nvCxnSpPr>
        <p:spPr>
          <a:xfrm>
            <a:off x="2051525" y="2853468"/>
            <a:ext cx="666137" cy="6581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43A8CC8C-25EF-25ED-18A9-D04D48A985A5}"/>
              </a:ext>
            </a:extLst>
          </p:cNvPr>
          <p:cNvSpPr/>
          <p:nvPr/>
        </p:nvSpPr>
        <p:spPr>
          <a:xfrm>
            <a:off x="5381722" y="2461038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00D2AE9-7994-358D-1214-D6F81BF6E571}"/>
              </a:ext>
            </a:extLst>
          </p:cNvPr>
          <p:cNvSpPr/>
          <p:nvPr/>
        </p:nvSpPr>
        <p:spPr>
          <a:xfrm>
            <a:off x="5315263" y="2529618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7999B37-EC52-2CE8-C902-015D88EDCB80}"/>
              </a:ext>
            </a:extLst>
          </p:cNvPr>
          <p:cNvSpPr/>
          <p:nvPr/>
        </p:nvSpPr>
        <p:spPr>
          <a:xfrm>
            <a:off x="5315263" y="2529618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C7033EF-491D-4572-3639-0989627577D6}"/>
              </a:ext>
            </a:extLst>
          </p:cNvPr>
          <p:cNvSpPr/>
          <p:nvPr/>
        </p:nvSpPr>
        <p:spPr>
          <a:xfrm>
            <a:off x="7428759" y="2456299"/>
            <a:ext cx="2068661" cy="14228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CC6FCAD-6F70-9D9F-E76B-022828FB9A80}"/>
              </a:ext>
            </a:extLst>
          </p:cNvPr>
          <p:cNvSpPr/>
          <p:nvPr/>
        </p:nvSpPr>
        <p:spPr>
          <a:xfrm>
            <a:off x="7815147" y="3064415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9AFC9CA-EFF1-8D49-EBEF-4997F45C504E}"/>
              </a:ext>
            </a:extLst>
          </p:cNvPr>
          <p:cNvSpPr/>
          <p:nvPr/>
        </p:nvSpPr>
        <p:spPr>
          <a:xfrm>
            <a:off x="7540777" y="2530404"/>
            <a:ext cx="1846567" cy="343655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0774B45-9089-F3BE-751B-7C1C728A51DC}"/>
              </a:ext>
            </a:extLst>
          </p:cNvPr>
          <p:cNvSpPr/>
          <p:nvPr/>
        </p:nvSpPr>
        <p:spPr>
          <a:xfrm>
            <a:off x="8664118" y="3060282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21E05DD0-F1C3-3F0E-9272-8352A65FE303}"/>
              </a:ext>
            </a:extLst>
          </p:cNvPr>
          <p:cNvCxnSpPr>
            <a:cxnSpLocks/>
            <a:stCxn id="19" idx="2"/>
            <a:endCxn id="18" idx="7"/>
          </p:cNvCxnSpPr>
          <p:nvPr/>
        </p:nvCxnSpPr>
        <p:spPr>
          <a:xfrm flipH="1">
            <a:off x="8223802" y="2874059"/>
            <a:ext cx="240259" cy="26047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9614E919-104C-17E3-9FAF-AC2AEC73431D}"/>
              </a:ext>
            </a:extLst>
          </p:cNvPr>
          <p:cNvCxnSpPr>
            <a:cxnSpLocks/>
            <a:stCxn id="19" idx="2"/>
            <a:endCxn id="20" idx="1"/>
          </p:cNvCxnSpPr>
          <p:nvPr/>
        </p:nvCxnSpPr>
        <p:spPr>
          <a:xfrm>
            <a:off x="8464061" y="2874059"/>
            <a:ext cx="270171" cy="256337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6E445776-AF50-D161-0695-FB2BEF0DAB80}"/>
              </a:ext>
            </a:extLst>
          </p:cNvPr>
          <p:cNvCxnSpPr>
            <a:cxnSpLocks/>
          </p:cNvCxnSpPr>
          <p:nvPr/>
        </p:nvCxnSpPr>
        <p:spPr>
          <a:xfrm flipV="1">
            <a:off x="6512789" y="2085886"/>
            <a:ext cx="0" cy="443732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B4AB9DC6-F179-1776-AEB7-D4F0BC20568F}"/>
              </a:ext>
            </a:extLst>
          </p:cNvPr>
          <p:cNvSpPr/>
          <p:nvPr/>
        </p:nvSpPr>
        <p:spPr>
          <a:xfrm>
            <a:off x="5315263" y="1595591"/>
            <a:ext cx="4182157" cy="4902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(TM)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D1A904A6-F7D6-73DA-8852-37DBCB83491B}"/>
              </a:ext>
            </a:extLst>
          </p:cNvPr>
          <p:cNvCxnSpPr>
            <a:cxnSpLocks/>
          </p:cNvCxnSpPr>
          <p:nvPr/>
        </p:nvCxnSpPr>
        <p:spPr>
          <a:xfrm flipH="1" flipV="1">
            <a:off x="8970164" y="2085886"/>
            <a:ext cx="972" cy="443732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F127C3DB-8827-D33A-0005-9EE12039B27D}"/>
              </a:ext>
            </a:extLst>
          </p:cNvPr>
          <p:cNvSpPr/>
          <p:nvPr/>
        </p:nvSpPr>
        <p:spPr>
          <a:xfrm>
            <a:off x="463921" y="4019602"/>
            <a:ext cx="4510281" cy="50627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Direkte Interaktion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3EFBC10-D900-2EAE-4982-E7320E6B191F}"/>
              </a:ext>
            </a:extLst>
          </p:cNvPr>
          <p:cNvSpPr/>
          <p:nvPr/>
        </p:nvSpPr>
        <p:spPr>
          <a:xfrm>
            <a:off x="4974202" y="4019601"/>
            <a:ext cx="4865213" cy="50627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Interaktion über ein Transport-Management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945EFD-C4D2-E6D6-2AD3-41C0F7D8C2C0}"/>
              </a:ext>
            </a:extLst>
          </p:cNvPr>
          <p:cNvSpPr txBox="1"/>
          <p:nvPr/>
        </p:nvSpPr>
        <p:spPr>
          <a:xfrm>
            <a:off x="5315264" y="2114147"/>
            <a:ext cx="1359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standardisiert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9E9A948-446D-7474-334B-52C7A155495D}"/>
              </a:ext>
            </a:extLst>
          </p:cNvPr>
          <p:cNvSpPr txBox="1"/>
          <p:nvPr/>
        </p:nvSpPr>
        <p:spPr>
          <a:xfrm>
            <a:off x="7907765" y="2118220"/>
            <a:ext cx="1062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erweiterbar</a:t>
            </a: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03EC5635-4E78-B5F5-4CE9-2976F2414B17}"/>
              </a:ext>
            </a:extLst>
          </p:cNvPr>
          <p:cNvGrpSpPr/>
          <p:nvPr/>
        </p:nvGrpSpPr>
        <p:grpSpPr>
          <a:xfrm>
            <a:off x="6619210" y="2095335"/>
            <a:ext cx="351515" cy="351515"/>
            <a:chOff x="2474976" y="1196677"/>
            <a:chExt cx="914400" cy="914400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8001147C-563D-0A20-2043-1386930BB451}"/>
                </a:ext>
              </a:extLst>
            </p:cNvPr>
            <p:cNvSpPr/>
            <p:nvPr/>
          </p:nvSpPr>
          <p:spPr>
            <a:xfrm>
              <a:off x="2474976" y="1196677"/>
              <a:ext cx="914400" cy="9144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AF35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D9F87D7E-93C9-514D-018A-B9EAF40C4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502965" y="1248087"/>
              <a:ext cx="825628" cy="781454"/>
            </a:xfrm>
            <a:prstGeom prst="rect">
              <a:avLst/>
            </a:prstGeom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CE7E0E3D-FE1C-C5A8-3CAA-543E86491ED8}"/>
              </a:ext>
            </a:extLst>
          </p:cNvPr>
          <p:cNvGrpSpPr/>
          <p:nvPr/>
        </p:nvGrpSpPr>
        <p:grpSpPr>
          <a:xfrm>
            <a:off x="2246402" y="2461038"/>
            <a:ext cx="351515" cy="351515"/>
            <a:chOff x="2474976" y="1196677"/>
            <a:chExt cx="914400" cy="914400"/>
          </a:xfrm>
        </p:grpSpPr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283713FB-9485-DE56-22FF-7B3EDEFFFA77}"/>
                </a:ext>
              </a:extLst>
            </p:cNvPr>
            <p:cNvSpPr/>
            <p:nvPr/>
          </p:nvSpPr>
          <p:spPr>
            <a:xfrm>
              <a:off x="2474976" y="1196677"/>
              <a:ext cx="914400" cy="9144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AF35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D52EE90D-23C4-4620-3C95-D72278311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502965" y="1248087"/>
              <a:ext cx="825628" cy="781454"/>
            </a:xfrm>
            <a:prstGeom prst="rect">
              <a:avLst/>
            </a:prstGeom>
          </p:spPr>
        </p:pic>
      </p:grpSp>
      <p:sp>
        <p:nvSpPr>
          <p:cNvPr id="37" name="Textfeld 36">
            <a:extLst>
              <a:ext uri="{FF2B5EF4-FFF2-40B4-BE49-F238E27FC236}">
                <a16:creationId xmlns:a16="http://schemas.microsoft.com/office/drawing/2014/main" id="{BEA796A9-01D4-0CAD-A911-D3E887F9FF4A}"/>
              </a:ext>
            </a:extLst>
          </p:cNvPr>
          <p:cNvSpPr txBox="1"/>
          <p:nvPr/>
        </p:nvSpPr>
        <p:spPr>
          <a:xfrm>
            <a:off x="1736153" y="2158839"/>
            <a:ext cx="1359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standardisiert</a:t>
            </a:r>
          </a:p>
        </p:txBody>
      </p:sp>
    </p:spTree>
    <p:extLst>
      <p:ext uri="{BB962C8B-B14F-4D97-AF65-F5344CB8AC3E}">
        <p14:creationId xmlns:p14="http://schemas.microsoft.com/office/powerpoint/2010/main" val="2726881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069FB-A770-44E6-1787-581A86C45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hteck 60">
            <a:extLst>
              <a:ext uri="{FF2B5EF4-FFF2-40B4-BE49-F238E27FC236}">
                <a16:creationId xmlns:a16="http://schemas.microsoft.com/office/drawing/2014/main" id="{5F781B03-48BC-56EA-4023-7F6F35B2A64A}"/>
              </a:ext>
            </a:extLst>
          </p:cNvPr>
          <p:cNvSpPr/>
          <p:nvPr/>
        </p:nvSpPr>
        <p:spPr>
          <a:xfrm>
            <a:off x="5436949" y="1071132"/>
            <a:ext cx="4442357" cy="33096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D3DBE71A-A599-A5BA-F576-52EE58C19E76}"/>
              </a:ext>
            </a:extLst>
          </p:cNvPr>
          <p:cNvSpPr/>
          <p:nvPr/>
        </p:nvSpPr>
        <p:spPr>
          <a:xfrm>
            <a:off x="5433429" y="4377589"/>
            <a:ext cx="4441438" cy="50627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Ein Dienst pro Transportauftrag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535BE3-71E7-F7AB-EDC9-66FA347FA983}"/>
              </a:ext>
            </a:extLst>
          </p:cNvPr>
          <p:cNvSpPr/>
          <p:nvPr/>
        </p:nvSpPr>
        <p:spPr>
          <a:xfrm>
            <a:off x="999017" y="1072500"/>
            <a:ext cx="4442357" cy="330967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6AD609DB-7134-B284-F1E2-7A5A756A16C3}"/>
              </a:ext>
            </a:extLst>
          </p:cNvPr>
          <p:cNvSpPr/>
          <p:nvPr/>
        </p:nvSpPr>
        <p:spPr>
          <a:xfrm>
            <a:off x="995497" y="4378957"/>
            <a:ext cx="4441438" cy="50627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Ein Dienst pro AGV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2ACC2B2-BAB6-D45C-6A49-0E4CA788F7F7}"/>
              </a:ext>
            </a:extLst>
          </p:cNvPr>
          <p:cNvSpPr/>
          <p:nvPr/>
        </p:nvSpPr>
        <p:spPr>
          <a:xfrm>
            <a:off x="1199857" y="2846810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A06114D-19FB-597E-552B-4B05809C503F}"/>
              </a:ext>
            </a:extLst>
          </p:cNvPr>
          <p:cNvSpPr/>
          <p:nvPr/>
        </p:nvSpPr>
        <p:spPr>
          <a:xfrm>
            <a:off x="1133398" y="2915390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DE912A9-4943-CBBE-7CA3-F41BB779E26A}"/>
              </a:ext>
            </a:extLst>
          </p:cNvPr>
          <p:cNvSpPr/>
          <p:nvPr/>
        </p:nvSpPr>
        <p:spPr>
          <a:xfrm>
            <a:off x="1133398" y="2915390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E489502-F203-FE62-F190-2A8601E90F65}"/>
              </a:ext>
            </a:extLst>
          </p:cNvPr>
          <p:cNvSpPr/>
          <p:nvPr/>
        </p:nvSpPr>
        <p:spPr>
          <a:xfrm>
            <a:off x="3246894" y="2842071"/>
            <a:ext cx="2068661" cy="14298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8FB2CAD-3392-72CE-4F4C-3C69C3BB56B3}"/>
              </a:ext>
            </a:extLst>
          </p:cNvPr>
          <p:cNvSpPr/>
          <p:nvPr/>
        </p:nvSpPr>
        <p:spPr>
          <a:xfrm>
            <a:off x="3633282" y="3433561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2310657-BD1A-00B7-9372-38A11813F24F}"/>
              </a:ext>
            </a:extLst>
          </p:cNvPr>
          <p:cNvSpPr/>
          <p:nvPr/>
        </p:nvSpPr>
        <p:spPr>
          <a:xfrm>
            <a:off x="3358912" y="2915632"/>
            <a:ext cx="1846567" cy="327573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0ED8EFE-3817-29EC-ABDA-7C48062A3C06}"/>
              </a:ext>
            </a:extLst>
          </p:cNvPr>
          <p:cNvSpPr/>
          <p:nvPr/>
        </p:nvSpPr>
        <p:spPr>
          <a:xfrm>
            <a:off x="4482253" y="3429428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2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F387AF3-F249-34D3-AA3E-E49BB78E8882}"/>
              </a:ext>
            </a:extLst>
          </p:cNvPr>
          <p:cNvCxnSpPr>
            <a:cxnSpLocks/>
            <a:stCxn id="19" idx="2"/>
            <a:endCxn id="18" idx="7"/>
          </p:cNvCxnSpPr>
          <p:nvPr/>
        </p:nvCxnSpPr>
        <p:spPr>
          <a:xfrm flipH="1">
            <a:off x="4041937" y="3243205"/>
            <a:ext cx="240259" cy="26047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84C6C58F-D799-181C-1390-FDAC7934016B}"/>
              </a:ext>
            </a:extLst>
          </p:cNvPr>
          <p:cNvCxnSpPr>
            <a:cxnSpLocks/>
            <a:stCxn id="19" idx="2"/>
            <a:endCxn id="20" idx="1"/>
          </p:cNvCxnSpPr>
          <p:nvPr/>
        </p:nvCxnSpPr>
        <p:spPr>
          <a:xfrm>
            <a:off x="4282196" y="3243205"/>
            <a:ext cx="270171" cy="256337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6CC9BA03-B8F4-6B6A-8831-1ABD41167F2E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1823848" y="2471658"/>
            <a:ext cx="0" cy="443732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B650CAAA-2F63-5DE9-A966-C718FA4C9CEF}"/>
              </a:ext>
            </a:extLst>
          </p:cNvPr>
          <p:cNvSpPr/>
          <p:nvPr/>
        </p:nvSpPr>
        <p:spPr>
          <a:xfrm>
            <a:off x="1133398" y="1220363"/>
            <a:ext cx="4182157" cy="12512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(TM)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2DACD6C0-3866-4A0C-15E2-D46E91F1E6D3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4281224" y="2471658"/>
            <a:ext cx="972" cy="443974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4327CFFC-5791-C228-F0D7-1E556228556B}"/>
              </a:ext>
            </a:extLst>
          </p:cNvPr>
          <p:cNvSpPr/>
          <p:nvPr/>
        </p:nvSpPr>
        <p:spPr>
          <a:xfrm>
            <a:off x="3358912" y="1682263"/>
            <a:ext cx="1846566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AGV1-Dienst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83EF0CD-3D8B-88CD-31F6-0CE131EB4301}"/>
              </a:ext>
            </a:extLst>
          </p:cNvPr>
          <p:cNvSpPr/>
          <p:nvPr/>
        </p:nvSpPr>
        <p:spPr>
          <a:xfrm>
            <a:off x="3358912" y="2042196"/>
            <a:ext cx="1846566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AGV2-Dienst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21914E51-E2AD-3272-48AD-AF1553FEA17E}"/>
              </a:ext>
            </a:extLst>
          </p:cNvPr>
          <p:cNvSpPr/>
          <p:nvPr/>
        </p:nvSpPr>
        <p:spPr>
          <a:xfrm>
            <a:off x="5639284" y="2846810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AFB509C2-3F42-2D73-3362-955B40F89AF8}"/>
              </a:ext>
            </a:extLst>
          </p:cNvPr>
          <p:cNvSpPr/>
          <p:nvPr/>
        </p:nvSpPr>
        <p:spPr>
          <a:xfrm>
            <a:off x="5572825" y="2915390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679E45DD-6681-29EF-A1CA-BAC4BAD292BA}"/>
              </a:ext>
            </a:extLst>
          </p:cNvPr>
          <p:cNvSpPr/>
          <p:nvPr/>
        </p:nvSpPr>
        <p:spPr>
          <a:xfrm>
            <a:off x="5572825" y="2915390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FE202746-3290-6BF7-9EDF-3D242158C00F}"/>
              </a:ext>
            </a:extLst>
          </p:cNvPr>
          <p:cNvSpPr/>
          <p:nvPr/>
        </p:nvSpPr>
        <p:spPr>
          <a:xfrm>
            <a:off x="7686321" y="2842071"/>
            <a:ext cx="2068661" cy="14298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4FFF052E-10A2-688E-45B5-2A7081116EDB}"/>
              </a:ext>
            </a:extLst>
          </p:cNvPr>
          <p:cNvSpPr/>
          <p:nvPr/>
        </p:nvSpPr>
        <p:spPr>
          <a:xfrm>
            <a:off x="8072709" y="3433561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6291E9DA-8EA5-E107-ED5E-721A15446B0A}"/>
              </a:ext>
            </a:extLst>
          </p:cNvPr>
          <p:cNvSpPr/>
          <p:nvPr/>
        </p:nvSpPr>
        <p:spPr>
          <a:xfrm>
            <a:off x="7798339" y="2915632"/>
            <a:ext cx="1846567" cy="327573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AF821A95-6674-F426-C1D1-FFD3C1515A4C}"/>
              </a:ext>
            </a:extLst>
          </p:cNvPr>
          <p:cNvSpPr/>
          <p:nvPr/>
        </p:nvSpPr>
        <p:spPr>
          <a:xfrm>
            <a:off x="8921680" y="3429428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D5396B54-51B1-2FFD-FB23-0C4CEB157024}"/>
              </a:ext>
            </a:extLst>
          </p:cNvPr>
          <p:cNvCxnSpPr>
            <a:cxnSpLocks/>
            <a:stCxn id="46" idx="2"/>
            <a:endCxn id="45" idx="7"/>
          </p:cNvCxnSpPr>
          <p:nvPr/>
        </p:nvCxnSpPr>
        <p:spPr>
          <a:xfrm flipH="1">
            <a:off x="8481364" y="3243205"/>
            <a:ext cx="240259" cy="26047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D8ECC7A3-5AF9-1C43-7917-FDBE2150F2A1}"/>
              </a:ext>
            </a:extLst>
          </p:cNvPr>
          <p:cNvCxnSpPr>
            <a:cxnSpLocks/>
            <a:stCxn id="46" idx="2"/>
            <a:endCxn id="47" idx="1"/>
          </p:cNvCxnSpPr>
          <p:nvPr/>
        </p:nvCxnSpPr>
        <p:spPr>
          <a:xfrm>
            <a:off x="8721623" y="3243205"/>
            <a:ext cx="270171" cy="256337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B7E8B4FD-DABA-0A13-E717-44B2ED9C5AFE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6263275" y="2471658"/>
            <a:ext cx="0" cy="443732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C877EE36-E275-6C56-9A01-220BEFBB02D2}"/>
              </a:ext>
            </a:extLst>
          </p:cNvPr>
          <p:cNvSpPr/>
          <p:nvPr/>
        </p:nvSpPr>
        <p:spPr>
          <a:xfrm>
            <a:off x="5572825" y="1220363"/>
            <a:ext cx="4182157" cy="12512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(TM)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F86874E9-5B7E-7512-0046-CE4ACFCBBFAA}"/>
              </a:ext>
            </a:extLst>
          </p:cNvPr>
          <p:cNvCxnSpPr>
            <a:cxnSpLocks/>
            <a:stCxn id="46" idx="0"/>
          </p:cNvCxnSpPr>
          <p:nvPr/>
        </p:nvCxnSpPr>
        <p:spPr>
          <a:xfrm flipH="1" flipV="1">
            <a:off x="8720651" y="2471658"/>
            <a:ext cx="972" cy="443974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hteck 53">
            <a:extLst>
              <a:ext uri="{FF2B5EF4-FFF2-40B4-BE49-F238E27FC236}">
                <a16:creationId xmlns:a16="http://schemas.microsoft.com/office/drawing/2014/main" id="{9895AE8A-80B9-E6ED-A97D-061DC71184AA}"/>
              </a:ext>
            </a:extLst>
          </p:cNvPr>
          <p:cNvSpPr/>
          <p:nvPr/>
        </p:nvSpPr>
        <p:spPr>
          <a:xfrm>
            <a:off x="7686320" y="1682263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2324071B-3995-CEC6-5FC9-FEBB05F4ADD9}"/>
              </a:ext>
            </a:extLst>
          </p:cNvPr>
          <p:cNvSpPr/>
          <p:nvPr/>
        </p:nvSpPr>
        <p:spPr>
          <a:xfrm>
            <a:off x="7686320" y="2042196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2)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6EE451B-F56B-4210-C617-92C5FE1B5336}"/>
              </a:ext>
            </a:extLst>
          </p:cNvPr>
          <p:cNvGrpSpPr/>
          <p:nvPr/>
        </p:nvGrpSpPr>
        <p:grpSpPr>
          <a:xfrm>
            <a:off x="3161002" y="1649321"/>
            <a:ext cx="351515" cy="351515"/>
            <a:chOff x="2474976" y="1196677"/>
            <a:chExt cx="914400" cy="9144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4F966B51-5A72-FE47-88F8-F69FF71A22F1}"/>
                </a:ext>
              </a:extLst>
            </p:cNvPr>
            <p:cNvSpPr/>
            <p:nvPr/>
          </p:nvSpPr>
          <p:spPr>
            <a:xfrm>
              <a:off x="2474976" y="1196677"/>
              <a:ext cx="914400" cy="9144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AF35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D3552F83-CEBE-C156-FE64-140A1F9AE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502965" y="1248087"/>
              <a:ext cx="825628" cy="781454"/>
            </a:xfrm>
            <a:prstGeom prst="rect">
              <a:avLst/>
            </a:prstGeom>
          </p:spPr>
        </p:pic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BBD86CCF-7A83-331E-D5BF-AADBB4F0EE4E}"/>
              </a:ext>
            </a:extLst>
          </p:cNvPr>
          <p:cNvGrpSpPr/>
          <p:nvPr/>
        </p:nvGrpSpPr>
        <p:grpSpPr>
          <a:xfrm>
            <a:off x="3157964" y="2008104"/>
            <a:ext cx="351515" cy="351515"/>
            <a:chOff x="2474976" y="1196677"/>
            <a:chExt cx="914400" cy="914400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75CF13DA-F545-A0B2-5000-E872C6D4FF7F}"/>
                </a:ext>
              </a:extLst>
            </p:cNvPr>
            <p:cNvSpPr/>
            <p:nvPr/>
          </p:nvSpPr>
          <p:spPr>
            <a:xfrm>
              <a:off x="2474976" y="1196677"/>
              <a:ext cx="914400" cy="9144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AF35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B7842BE8-4626-3E2B-7790-5D7E2C956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502965" y="1248087"/>
              <a:ext cx="825628" cy="781454"/>
            </a:xfrm>
            <a:prstGeom prst="rect">
              <a:avLst/>
            </a:prstGeom>
          </p:spPr>
        </p:pic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64A1EACC-6D5E-9335-047B-970AA58BAAD0}"/>
              </a:ext>
            </a:extLst>
          </p:cNvPr>
          <p:cNvGrpSpPr/>
          <p:nvPr/>
        </p:nvGrpSpPr>
        <p:grpSpPr>
          <a:xfrm>
            <a:off x="7346403" y="1649321"/>
            <a:ext cx="351515" cy="351515"/>
            <a:chOff x="2474976" y="1196677"/>
            <a:chExt cx="914400" cy="914400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ED422BE6-2636-08A2-381A-E9EEFC49A297}"/>
                </a:ext>
              </a:extLst>
            </p:cNvPr>
            <p:cNvSpPr/>
            <p:nvPr/>
          </p:nvSpPr>
          <p:spPr>
            <a:xfrm>
              <a:off x="2474976" y="1196677"/>
              <a:ext cx="914400" cy="9144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AF35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900F1604-01E2-EE27-8641-EE0FB0E99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502965" y="1248087"/>
              <a:ext cx="825628" cy="781454"/>
            </a:xfrm>
            <a:prstGeom prst="rect">
              <a:avLst/>
            </a:prstGeom>
          </p:spPr>
        </p:pic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8296049B-C6C0-40D8-8A40-1840D8767A15}"/>
              </a:ext>
            </a:extLst>
          </p:cNvPr>
          <p:cNvGrpSpPr/>
          <p:nvPr/>
        </p:nvGrpSpPr>
        <p:grpSpPr>
          <a:xfrm>
            <a:off x="7352707" y="2019734"/>
            <a:ext cx="351515" cy="351515"/>
            <a:chOff x="2474976" y="1196677"/>
            <a:chExt cx="914400" cy="914400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E2D9A55D-A866-AFA5-22DA-81FBBC63E085}"/>
                </a:ext>
              </a:extLst>
            </p:cNvPr>
            <p:cNvSpPr/>
            <p:nvPr/>
          </p:nvSpPr>
          <p:spPr>
            <a:xfrm>
              <a:off x="2474976" y="1196677"/>
              <a:ext cx="914400" cy="9144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AF35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DFA9C71F-19A2-6D2B-6BC9-66DAC0C8F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502965" y="1248087"/>
              <a:ext cx="825628" cy="7814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780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C3BA2DBF-AED7-87BF-559A-C5BAC9277486}"/>
              </a:ext>
            </a:extLst>
          </p:cNvPr>
          <p:cNvCxnSpPr>
            <a:cxnSpLocks/>
          </p:cNvCxnSpPr>
          <p:nvPr/>
        </p:nvCxnSpPr>
        <p:spPr>
          <a:xfrm>
            <a:off x="1214121" y="2438400"/>
            <a:ext cx="4881879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193862E2-BC0D-BE41-1C60-E5E2976F3E7A}"/>
              </a:ext>
            </a:extLst>
          </p:cNvPr>
          <p:cNvSpPr txBox="1"/>
          <p:nvPr/>
        </p:nvSpPr>
        <p:spPr>
          <a:xfrm>
            <a:off x="4337092" y="2330273"/>
            <a:ext cx="1232962" cy="215444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dirty="0" err="1">
                <a:solidFill>
                  <a:schemeClr val="bg1">
                    <a:lumMod val="65000"/>
                  </a:schemeClr>
                </a:solidFill>
              </a:rPr>
              <a:t>Transportaufrag</a:t>
            </a:r>
            <a:endParaRPr lang="de-DE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386839A-9B6F-F541-ADE7-99488681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B8FAC85-A652-ADC9-BE61-AF9F739959EB}"/>
              </a:ext>
            </a:extLst>
          </p:cNvPr>
          <p:cNvSpPr/>
          <p:nvPr/>
        </p:nvSpPr>
        <p:spPr>
          <a:xfrm>
            <a:off x="3194430" y="2598902"/>
            <a:ext cx="2840610" cy="16693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</a:t>
            </a:r>
          </a:p>
          <a:p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System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76753870-D8B5-3C39-AD38-40C0C3ABA9B0}"/>
              </a:ext>
            </a:extLst>
          </p:cNvPr>
          <p:cNvSpPr/>
          <p:nvPr/>
        </p:nvSpPr>
        <p:spPr>
          <a:xfrm>
            <a:off x="4379827" y="3532949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3C344E4-BBEB-5055-3144-0C92AD9CCC72}"/>
              </a:ext>
            </a:extLst>
          </p:cNvPr>
          <p:cNvSpPr/>
          <p:nvPr/>
        </p:nvSpPr>
        <p:spPr>
          <a:xfrm>
            <a:off x="3371151" y="2695437"/>
            <a:ext cx="2487168" cy="501022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CBCE3B4C-6F4E-8D45-BF34-96C40BC2B92A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4614735" y="3196459"/>
            <a:ext cx="4477" cy="33649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D44107D9-4549-FACD-8C18-79A1572ED347}"/>
              </a:ext>
            </a:extLst>
          </p:cNvPr>
          <p:cNvSpPr/>
          <p:nvPr/>
        </p:nvSpPr>
        <p:spPr>
          <a:xfrm>
            <a:off x="3194430" y="1975847"/>
            <a:ext cx="2840610" cy="32377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(TM)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9D3531E-896B-0BD7-27C8-A2899B649585}"/>
              </a:ext>
            </a:extLst>
          </p:cNvPr>
          <p:cNvCxnSpPr>
            <a:cxnSpLocks/>
          </p:cNvCxnSpPr>
          <p:nvPr/>
        </p:nvCxnSpPr>
        <p:spPr>
          <a:xfrm>
            <a:off x="4316031" y="2299621"/>
            <a:ext cx="0" cy="3958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014CD9E2-AADA-6E36-0F33-A137B48B63A8}"/>
              </a:ext>
            </a:extLst>
          </p:cNvPr>
          <p:cNvSpPr/>
          <p:nvPr/>
        </p:nvSpPr>
        <p:spPr>
          <a:xfrm>
            <a:off x="1214122" y="1639823"/>
            <a:ext cx="1882774" cy="2682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SAIL-Funktionen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183DEC8-0A24-45C2-E6DA-B693519ECFB3}"/>
              </a:ext>
            </a:extLst>
          </p:cNvPr>
          <p:cNvSpPr/>
          <p:nvPr/>
        </p:nvSpPr>
        <p:spPr>
          <a:xfrm>
            <a:off x="1214121" y="2003622"/>
            <a:ext cx="1882774" cy="2682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Transport </a:t>
            </a:r>
            <a:r>
              <a:rPr lang="de-DE" sz="1400" dirty="0" err="1"/>
              <a:t>Coordination</a:t>
            </a:r>
            <a:endParaRPr lang="de-DE" sz="1400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D61ED56-4645-0A94-1E82-E9CD2F5DF0A9}"/>
              </a:ext>
            </a:extLst>
          </p:cNvPr>
          <p:cNvSpPr/>
          <p:nvPr/>
        </p:nvSpPr>
        <p:spPr>
          <a:xfrm>
            <a:off x="1214122" y="2600040"/>
            <a:ext cx="1882774" cy="2682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Ressource </a:t>
            </a:r>
            <a:r>
              <a:rPr lang="de-DE" sz="1400" dirty="0" err="1"/>
              <a:t>Utilization</a:t>
            </a:r>
            <a:endParaRPr lang="de-DE" sz="1400" dirty="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781E5B8-B0CD-B826-F2CA-16B1B9608991}"/>
              </a:ext>
            </a:extLst>
          </p:cNvPr>
          <p:cNvSpPr/>
          <p:nvPr/>
        </p:nvSpPr>
        <p:spPr>
          <a:xfrm>
            <a:off x="1214121" y="2928235"/>
            <a:ext cx="1882774" cy="2682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Mission </a:t>
            </a:r>
            <a:r>
              <a:rPr lang="de-DE" sz="1400" dirty="0" err="1"/>
              <a:t>management</a:t>
            </a:r>
            <a:endParaRPr lang="de-DE" sz="1400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2752386-F887-4248-F53E-5C278668F268}"/>
              </a:ext>
            </a:extLst>
          </p:cNvPr>
          <p:cNvSpPr/>
          <p:nvPr/>
        </p:nvSpPr>
        <p:spPr>
          <a:xfrm>
            <a:off x="1214122" y="3338672"/>
            <a:ext cx="1882774" cy="2682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/>
              <a:t>Direction</a:t>
            </a:r>
            <a:r>
              <a:rPr lang="de-DE" sz="1400" dirty="0"/>
              <a:t> Control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661A543-47D5-292E-428E-4378A5D219CC}"/>
              </a:ext>
            </a:extLst>
          </p:cNvPr>
          <p:cNvSpPr/>
          <p:nvPr/>
        </p:nvSpPr>
        <p:spPr>
          <a:xfrm>
            <a:off x="1214121" y="3669330"/>
            <a:ext cx="1882774" cy="2682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Information Collection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E53F38-3FBF-C03C-01E9-5A9B7B987B47}"/>
              </a:ext>
            </a:extLst>
          </p:cNvPr>
          <p:cNvSpPr/>
          <p:nvPr/>
        </p:nvSpPr>
        <p:spPr>
          <a:xfrm>
            <a:off x="1214121" y="3999988"/>
            <a:ext cx="1882774" cy="2682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Facility Control</a:t>
            </a:r>
          </a:p>
        </p:txBody>
      </p:sp>
    </p:spTree>
    <p:extLst>
      <p:ext uri="{BB962C8B-B14F-4D97-AF65-F5344CB8AC3E}">
        <p14:creationId xmlns:p14="http://schemas.microsoft.com/office/powerpoint/2010/main" val="3218390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hteck 54">
            <a:extLst>
              <a:ext uri="{FF2B5EF4-FFF2-40B4-BE49-F238E27FC236}">
                <a16:creationId xmlns:a16="http://schemas.microsoft.com/office/drawing/2014/main" id="{54EA5BD0-C1B6-0E4E-A46A-93E3AE5906AE}"/>
              </a:ext>
            </a:extLst>
          </p:cNvPr>
          <p:cNvSpPr/>
          <p:nvPr/>
        </p:nvSpPr>
        <p:spPr>
          <a:xfrm>
            <a:off x="-563626" y="1377388"/>
            <a:ext cx="4442371" cy="353543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BB4569A0-3A28-646D-307A-75329B525CE7}"/>
              </a:ext>
            </a:extLst>
          </p:cNvPr>
          <p:cNvSpPr/>
          <p:nvPr/>
        </p:nvSpPr>
        <p:spPr>
          <a:xfrm>
            <a:off x="-563626" y="4924212"/>
            <a:ext cx="4441438" cy="50627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Zentrale Orchestrierung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3B615AAB-574D-FB4A-93AC-717DA7B0D6B4}"/>
              </a:ext>
            </a:extLst>
          </p:cNvPr>
          <p:cNvCxnSpPr>
            <a:cxnSpLocks/>
            <a:stCxn id="35" idx="0"/>
          </p:cNvCxnSpPr>
          <p:nvPr/>
        </p:nvCxnSpPr>
        <p:spPr>
          <a:xfrm flipH="1" flipV="1">
            <a:off x="234520" y="2364433"/>
            <a:ext cx="2" cy="4933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hteck 49">
            <a:extLst>
              <a:ext uri="{FF2B5EF4-FFF2-40B4-BE49-F238E27FC236}">
                <a16:creationId xmlns:a16="http://schemas.microsoft.com/office/drawing/2014/main" id="{D942D08B-177C-AA0A-846A-A87FFFE7F94C}"/>
              </a:ext>
            </a:extLst>
          </p:cNvPr>
          <p:cNvSpPr/>
          <p:nvPr/>
        </p:nvSpPr>
        <p:spPr>
          <a:xfrm>
            <a:off x="203088" y="2829050"/>
            <a:ext cx="62865" cy="466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AC68D0-C4C8-33CA-FBD8-B20C97D3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E89CD5C-B7DC-08B1-569F-E6FD48F41854}"/>
              </a:ext>
            </a:extLst>
          </p:cNvPr>
          <p:cNvSpPr/>
          <p:nvPr/>
        </p:nvSpPr>
        <p:spPr>
          <a:xfrm>
            <a:off x="-389470" y="3347561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50F9F88-04E5-0398-CDE9-88CD8BA83A39}"/>
              </a:ext>
            </a:extLst>
          </p:cNvPr>
          <p:cNvSpPr/>
          <p:nvPr/>
        </p:nvSpPr>
        <p:spPr>
          <a:xfrm>
            <a:off x="-455929" y="3416141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6A771B9-65F4-7AA9-0B60-15AAC7EFE83F}"/>
              </a:ext>
            </a:extLst>
          </p:cNvPr>
          <p:cNvSpPr/>
          <p:nvPr/>
        </p:nvSpPr>
        <p:spPr>
          <a:xfrm>
            <a:off x="-455929" y="3416141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3695161-9FB7-9417-4C07-55C598C2D3FA}"/>
              </a:ext>
            </a:extLst>
          </p:cNvPr>
          <p:cNvSpPr/>
          <p:nvPr/>
        </p:nvSpPr>
        <p:spPr>
          <a:xfrm>
            <a:off x="1657567" y="3342822"/>
            <a:ext cx="2068661" cy="1440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943452A-A13A-2AB7-4F8C-A322C2BCF6B6}"/>
              </a:ext>
            </a:extLst>
          </p:cNvPr>
          <p:cNvSpPr/>
          <p:nvPr/>
        </p:nvSpPr>
        <p:spPr>
          <a:xfrm>
            <a:off x="2043955" y="3934308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C5D9518-1D1C-A3CD-0B97-A997701CF6C0}"/>
              </a:ext>
            </a:extLst>
          </p:cNvPr>
          <p:cNvSpPr/>
          <p:nvPr/>
        </p:nvSpPr>
        <p:spPr>
          <a:xfrm>
            <a:off x="1769585" y="3424689"/>
            <a:ext cx="1846567" cy="319263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2D03B9E-5BA2-553A-C60C-69B24E58C508}"/>
              </a:ext>
            </a:extLst>
          </p:cNvPr>
          <p:cNvSpPr/>
          <p:nvPr/>
        </p:nvSpPr>
        <p:spPr>
          <a:xfrm>
            <a:off x="2892926" y="3930175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5F33964-45BF-0A57-0AD7-FFC8E820A12B}"/>
              </a:ext>
            </a:extLst>
          </p:cNvPr>
          <p:cNvCxnSpPr>
            <a:cxnSpLocks/>
            <a:stCxn id="8" idx="2"/>
            <a:endCxn id="7" idx="7"/>
          </p:cNvCxnSpPr>
          <p:nvPr/>
        </p:nvCxnSpPr>
        <p:spPr>
          <a:xfrm flipH="1">
            <a:off x="2452610" y="3743952"/>
            <a:ext cx="240259" cy="26047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EF6B01D4-64F7-3EC2-05DC-9D5CF96D062C}"/>
              </a:ext>
            </a:extLst>
          </p:cNvPr>
          <p:cNvCxnSpPr>
            <a:cxnSpLocks/>
            <a:stCxn id="8" idx="2"/>
            <a:endCxn id="9" idx="1"/>
          </p:cNvCxnSpPr>
          <p:nvPr/>
        </p:nvCxnSpPr>
        <p:spPr>
          <a:xfrm>
            <a:off x="2692869" y="3743952"/>
            <a:ext cx="270171" cy="256337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2C9D234C-CDAC-AE1B-665A-37963DE2F73D}"/>
              </a:ext>
            </a:extLst>
          </p:cNvPr>
          <p:cNvSpPr/>
          <p:nvPr/>
        </p:nvSpPr>
        <p:spPr>
          <a:xfrm>
            <a:off x="1147898" y="1513840"/>
            <a:ext cx="2578330" cy="14585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(TM)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8BA4E6D-E774-53C9-1CD1-174234AEBA96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2692869" y="2972409"/>
            <a:ext cx="0" cy="45228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21210B50-0D3E-DA9C-F6E7-AFECE1600997}"/>
              </a:ext>
            </a:extLst>
          </p:cNvPr>
          <p:cNvSpPr/>
          <p:nvPr/>
        </p:nvSpPr>
        <p:spPr>
          <a:xfrm>
            <a:off x="1657566" y="2183014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F667445-AC79-AC00-C297-9B4B25754CAE}"/>
              </a:ext>
            </a:extLst>
          </p:cNvPr>
          <p:cNvSpPr/>
          <p:nvPr/>
        </p:nvSpPr>
        <p:spPr>
          <a:xfrm>
            <a:off x="1657566" y="2542947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2)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1F93DC63-DBCA-8D22-C37B-6CCB49AE3D1C}"/>
              </a:ext>
            </a:extLst>
          </p:cNvPr>
          <p:cNvGrpSpPr/>
          <p:nvPr/>
        </p:nvGrpSpPr>
        <p:grpSpPr>
          <a:xfrm>
            <a:off x="112560" y="2814294"/>
            <a:ext cx="243923" cy="243923"/>
            <a:chOff x="2481603" y="2856692"/>
            <a:chExt cx="243923" cy="243923"/>
          </a:xfrm>
        </p:grpSpPr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14C2AA56-70CE-B67A-EA35-73456E262627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40B7FA9D-1318-548A-1882-3D7DC4E65E05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9999B8F7-0DD7-3831-F791-A380BB26BADC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6" name="Halbbogen 35">
                <a:extLst>
                  <a:ext uri="{FF2B5EF4-FFF2-40B4-BE49-F238E27FC236}">
                    <a16:creationId xmlns:a16="http://schemas.microsoft.com/office/drawing/2014/main" id="{B715858C-A08C-DB70-D610-ED36197AA009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79E0D12F-BFA6-AD9A-4E78-98FF35D9D80D}"/>
              </a:ext>
            </a:extLst>
          </p:cNvPr>
          <p:cNvCxnSpPr>
            <a:cxnSpLocks/>
            <a:stCxn id="35" idx="4"/>
            <a:endCxn id="5" idx="0"/>
          </p:cNvCxnSpPr>
          <p:nvPr/>
        </p:nvCxnSpPr>
        <p:spPr>
          <a:xfrm flipH="1">
            <a:off x="234521" y="3019427"/>
            <a:ext cx="1" cy="396714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8C03921C-9C56-BE16-3093-0CE57C08944F}"/>
              </a:ext>
            </a:extLst>
          </p:cNvPr>
          <p:cNvGrpSpPr/>
          <p:nvPr/>
        </p:nvGrpSpPr>
        <p:grpSpPr>
          <a:xfrm rot="16200000">
            <a:off x="1278605" y="2568178"/>
            <a:ext cx="243923" cy="243924"/>
            <a:chOff x="2481603" y="2856692"/>
            <a:chExt cx="243923" cy="243923"/>
          </a:xfrm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9526A59B-794D-C351-7435-35A88DEFDB47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rgbClr val="C5BC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549563D1-5041-66E5-6FBE-6B0A477E1E15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F30FE8E6-A561-85BC-39DC-8EF5DF5385D3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43" name="Halbbogen 42">
                <a:extLst>
                  <a:ext uri="{FF2B5EF4-FFF2-40B4-BE49-F238E27FC236}">
                    <a16:creationId xmlns:a16="http://schemas.microsoft.com/office/drawing/2014/main" id="{DCABE7E1-B41B-A632-346A-E9AC55CBD41E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DE7E0F9B-C3A6-E63F-FC61-3425A17B76F6}"/>
              </a:ext>
            </a:extLst>
          </p:cNvPr>
          <p:cNvCxnSpPr>
            <a:cxnSpLocks/>
            <a:stCxn id="42" idx="4"/>
            <a:endCxn id="16" idx="1"/>
          </p:cNvCxnSpPr>
          <p:nvPr/>
        </p:nvCxnSpPr>
        <p:spPr>
          <a:xfrm>
            <a:off x="1483739" y="2690140"/>
            <a:ext cx="173827" cy="2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hteck 46">
            <a:extLst>
              <a:ext uri="{FF2B5EF4-FFF2-40B4-BE49-F238E27FC236}">
                <a16:creationId xmlns:a16="http://schemas.microsoft.com/office/drawing/2014/main" id="{3E71A787-7ACC-8CB5-FDE6-C8F6272D49F2}"/>
              </a:ext>
            </a:extLst>
          </p:cNvPr>
          <p:cNvSpPr/>
          <p:nvPr/>
        </p:nvSpPr>
        <p:spPr>
          <a:xfrm>
            <a:off x="-389471" y="1513840"/>
            <a:ext cx="1459103" cy="85059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Auftrags-Management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52" name="Verbinder: gewinkelt 51">
            <a:extLst>
              <a:ext uri="{FF2B5EF4-FFF2-40B4-BE49-F238E27FC236}">
                <a16:creationId xmlns:a16="http://schemas.microsoft.com/office/drawing/2014/main" id="{56426C11-0540-328B-3552-929D6CD2CD37}"/>
              </a:ext>
            </a:extLst>
          </p:cNvPr>
          <p:cNvCxnSpPr>
            <a:cxnSpLocks/>
            <a:stCxn id="47" idx="2"/>
            <a:endCxn id="40" idx="0"/>
          </p:cNvCxnSpPr>
          <p:nvPr/>
        </p:nvCxnSpPr>
        <p:spPr>
          <a:xfrm rot="16200000" flipH="1">
            <a:off x="650300" y="2054214"/>
            <a:ext cx="325707" cy="946144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hteck 56">
            <a:extLst>
              <a:ext uri="{FF2B5EF4-FFF2-40B4-BE49-F238E27FC236}">
                <a16:creationId xmlns:a16="http://schemas.microsoft.com/office/drawing/2014/main" id="{CB7540FC-3FF6-DC90-BC20-033723CBD35F}"/>
              </a:ext>
            </a:extLst>
          </p:cNvPr>
          <p:cNvSpPr/>
          <p:nvPr/>
        </p:nvSpPr>
        <p:spPr>
          <a:xfrm>
            <a:off x="3883275" y="1377388"/>
            <a:ext cx="4442371" cy="35354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E6FC3B8B-6972-ABE0-E63E-9B28638C4ED4}"/>
              </a:ext>
            </a:extLst>
          </p:cNvPr>
          <p:cNvSpPr/>
          <p:nvPr/>
        </p:nvSpPr>
        <p:spPr>
          <a:xfrm>
            <a:off x="3883275" y="4924212"/>
            <a:ext cx="4441438" cy="50627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Dezentrale Orchestrierung</a:t>
            </a: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E416061C-423F-985B-8B03-7D7986A40425}"/>
              </a:ext>
            </a:extLst>
          </p:cNvPr>
          <p:cNvSpPr/>
          <p:nvPr/>
        </p:nvSpPr>
        <p:spPr>
          <a:xfrm>
            <a:off x="4057431" y="3347561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3FB94D3C-CC99-9D59-6907-AF6446756E51}"/>
              </a:ext>
            </a:extLst>
          </p:cNvPr>
          <p:cNvSpPr/>
          <p:nvPr/>
        </p:nvSpPr>
        <p:spPr>
          <a:xfrm>
            <a:off x="3990972" y="3416141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C6F236BA-6215-B3F4-DE72-BF0FBA0F6D57}"/>
              </a:ext>
            </a:extLst>
          </p:cNvPr>
          <p:cNvSpPr/>
          <p:nvPr/>
        </p:nvSpPr>
        <p:spPr>
          <a:xfrm>
            <a:off x="3990972" y="3416141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42844710-BD6A-97AE-6748-8C8E97BC2132}"/>
              </a:ext>
            </a:extLst>
          </p:cNvPr>
          <p:cNvSpPr/>
          <p:nvPr/>
        </p:nvSpPr>
        <p:spPr>
          <a:xfrm>
            <a:off x="6104468" y="3342822"/>
            <a:ext cx="2068661" cy="1440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F3F1A0A1-6EEA-6671-D2BC-A9DE33EF35E3}"/>
              </a:ext>
            </a:extLst>
          </p:cNvPr>
          <p:cNvSpPr/>
          <p:nvPr/>
        </p:nvSpPr>
        <p:spPr>
          <a:xfrm>
            <a:off x="6490856" y="3934308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8BE4D132-F665-070B-154F-8FEDA71776FF}"/>
              </a:ext>
            </a:extLst>
          </p:cNvPr>
          <p:cNvSpPr/>
          <p:nvPr/>
        </p:nvSpPr>
        <p:spPr>
          <a:xfrm>
            <a:off x="6216486" y="3424689"/>
            <a:ext cx="1846567" cy="319263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FD1B480B-D8C8-B095-C498-58323012D807}"/>
              </a:ext>
            </a:extLst>
          </p:cNvPr>
          <p:cNvSpPr/>
          <p:nvPr/>
        </p:nvSpPr>
        <p:spPr>
          <a:xfrm>
            <a:off x="7339827" y="3930175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31553254-642B-C824-6F91-BDAA87D5FF62}"/>
              </a:ext>
            </a:extLst>
          </p:cNvPr>
          <p:cNvCxnSpPr>
            <a:cxnSpLocks/>
            <a:stCxn id="66" idx="2"/>
            <a:endCxn id="65" idx="7"/>
          </p:cNvCxnSpPr>
          <p:nvPr/>
        </p:nvCxnSpPr>
        <p:spPr>
          <a:xfrm flipH="1">
            <a:off x="6899511" y="3743952"/>
            <a:ext cx="240259" cy="26047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6DC37448-C7EC-F89D-6FC4-204BBF74BA88}"/>
              </a:ext>
            </a:extLst>
          </p:cNvPr>
          <p:cNvCxnSpPr>
            <a:cxnSpLocks/>
            <a:stCxn id="66" idx="2"/>
            <a:endCxn id="67" idx="1"/>
          </p:cNvCxnSpPr>
          <p:nvPr/>
        </p:nvCxnSpPr>
        <p:spPr>
          <a:xfrm>
            <a:off x="7139770" y="3743952"/>
            <a:ext cx="270171" cy="256337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Rechteck 69">
            <a:extLst>
              <a:ext uri="{FF2B5EF4-FFF2-40B4-BE49-F238E27FC236}">
                <a16:creationId xmlns:a16="http://schemas.microsoft.com/office/drawing/2014/main" id="{5319EC66-8F9C-FF48-76DD-729637F94326}"/>
              </a:ext>
            </a:extLst>
          </p:cNvPr>
          <p:cNvSpPr/>
          <p:nvPr/>
        </p:nvSpPr>
        <p:spPr>
          <a:xfrm>
            <a:off x="3986519" y="1513840"/>
            <a:ext cx="4186610" cy="14585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(TM)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6EE7E5E3-809B-7EB1-2BCA-1F1ED1013B39}"/>
              </a:ext>
            </a:extLst>
          </p:cNvPr>
          <p:cNvCxnSpPr>
            <a:cxnSpLocks/>
            <a:stCxn id="66" idx="0"/>
          </p:cNvCxnSpPr>
          <p:nvPr/>
        </p:nvCxnSpPr>
        <p:spPr>
          <a:xfrm flipV="1">
            <a:off x="7139770" y="2972409"/>
            <a:ext cx="0" cy="45228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hteck 71">
            <a:extLst>
              <a:ext uri="{FF2B5EF4-FFF2-40B4-BE49-F238E27FC236}">
                <a16:creationId xmlns:a16="http://schemas.microsoft.com/office/drawing/2014/main" id="{6773BB35-0F98-00BF-F454-61C1EF37B700}"/>
              </a:ext>
            </a:extLst>
          </p:cNvPr>
          <p:cNvSpPr/>
          <p:nvPr/>
        </p:nvSpPr>
        <p:spPr>
          <a:xfrm>
            <a:off x="6104467" y="2183014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5A10DEF0-6A9A-8559-E6C5-C5B5462F521B}"/>
              </a:ext>
            </a:extLst>
          </p:cNvPr>
          <p:cNvSpPr/>
          <p:nvPr/>
        </p:nvSpPr>
        <p:spPr>
          <a:xfrm>
            <a:off x="6104467" y="2542947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2)</a:t>
            </a:r>
          </a:p>
        </p:txBody>
      </p: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A96F1064-0E96-E8A6-E511-403DABD71526}"/>
              </a:ext>
            </a:extLst>
          </p:cNvPr>
          <p:cNvGrpSpPr/>
          <p:nvPr/>
        </p:nvGrpSpPr>
        <p:grpSpPr>
          <a:xfrm rot="10800000">
            <a:off x="4559460" y="3003734"/>
            <a:ext cx="243923" cy="243923"/>
            <a:chOff x="2481603" y="2856692"/>
            <a:chExt cx="243923" cy="243923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EC121086-5B89-67F1-5F0E-1222B883694D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90" name="Gruppieren 89">
              <a:extLst>
                <a:ext uri="{FF2B5EF4-FFF2-40B4-BE49-F238E27FC236}">
                  <a16:creationId xmlns:a16="http://schemas.microsoft.com/office/drawing/2014/main" id="{31E6AB40-C1ED-15E7-2694-2E4FA891A577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2B62901A-5382-9907-47D9-1CDF84B23FA7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2" name="Halbbogen 91">
                <a:extLst>
                  <a:ext uri="{FF2B5EF4-FFF2-40B4-BE49-F238E27FC236}">
                    <a16:creationId xmlns:a16="http://schemas.microsoft.com/office/drawing/2014/main" id="{50A90AB5-C8BD-9A29-F14D-6A49FD12CF70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38548112-941D-5B0B-609B-960107066AB9}"/>
              </a:ext>
            </a:extLst>
          </p:cNvPr>
          <p:cNvCxnSpPr>
            <a:cxnSpLocks/>
            <a:stCxn id="89" idx="0"/>
            <a:endCxn id="63" idx="0"/>
          </p:cNvCxnSpPr>
          <p:nvPr/>
        </p:nvCxnSpPr>
        <p:spPr>
          <a:xfrm>
            <a:off x="4681421" y="3240037"/>
            <a:ext cx="1" cy="176104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Verbinder: gewinkelt 93">
            <a:extLst>
              <a:ext uri="{FF2B5EF4-FFF2-40B4-BE49-F238E27FC236}">
                <a16:creationId xmlns:a16="http://schemas.microsoft.com/office/drawing/2014/main" id="{A80A1220-2F87-38F7-5F16-EFA7778A9DC0}"/>
              </a:ext>
            </a:extLst>
          </p:cNvPr>
          <p:cNvCxnSpPr>
            <a:cxnSpLocks/>
            <a:stCxn id="91" idx="4"/>
            <a:endCxn id="73" idx="1"/>
          </p:cNvCxnSpPr>
          <p:nvPr/>
        </p:nvCxnSpPr>
        <p:spPr>
          <a:xfrm rot="5400000" flipH="1" flipV="1">
            <a:off x="5216753" y="2154810"/>
            <a:ext cx="352382" cy="1423046"/>
          </a:xfrm>
          <a:prstGeom prst="bentConnector2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hteck 97">
            <a:extLst>
              <a:ext uri="{FF2B5EF4-FFF2-40B4-BE49-F238E27FC236}">
                <a16:creationId xmlns:a16="http://schemas.microsoft.com/office/drawing/2014/main" id="{452FC6CB-8AF2-9A15-F9BB-0692053FFAEF}"/>
              </a:ext>
            </a:extLst>
          </p:cNvPr>
          <p:cNvSpPr/>
          <p:nvPr/>
        </p:nvSpPr>
        <p:spPr>
          <a:xfrm>
            <a:off x="8333487" y="1377388"/>
            <a:ext cx="4442371" cy="353543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ED33F93B-43DD-FBA5-B585-C45B9F65FC16}"/>
              </a:ext>
            </a:extLst>
          </p:cNvPr>
          <p:cNvSpPr/>
          <p:nvPr/>
        </p:nvSpPr>
        <p:spPr>
          <a:xfrm>
            <a:off x="8333487" y="4924212"/>
            <a:ext cx="4441438" cy="50627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Choreografie</a:t>
            </a: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752274EB-E1E5-E73E-C51D-F2F745ED3351}"/>
              </a:ext>
            </a:extLst>
          </p:cNvPr>
          <p:cNvSpPr/>
          <p:nvPr/>
        </p:nvSpPr>
        <p:spPr>
          <a:xfrm>
            <a:off x="8507643" y="3347561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396F8C98-1E39-0C4A-0AFC-EF46FD5B7F93}"/>
              </a:ext>
            </a:extLst>
          </p:cNvPr>
          <p:cNvSpPr/>
          <p:nvPr/>
        </p:nvSpPr>
        <p:spPr>
          <a:xfrm>
            <a:off x="8441184" y="3416141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4206D8AC-ECB6-9958-3AF5-7912B3991DFD}"/>
              </a:ext>
            </a:extLst>
          </p:cNvPr>
          <p:cNvSpPr/>
          <p:nvPr/>
        </p:nvSpPr>
        <p:spPr>
          <a:xfrm>
            <a:off x="8441184" y="3416141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103" name="Rechteck 102">
            <a:extLst>
              <a:ext uri="{FF2B5EF4-FFF2-40B4-BE49-F238E27FC236}">
                <a16:creationId xmlns:a16="http://schemas.microsoft.com/office/drawing/2014/main" id="{C1659BB4-DD92-191B-EBF2-B251FC0C95C1}"/>
              </a:ext>
            </a:extLst>
          </p:cNvPr>
          <p:cNvSpPr/>
          <p:nvPr/>
        </p:nvSpPr>
        <p:spPr>
          <a:xfrm>
            <a:off x="10554680" y="3342822"/>
            <a:ext cx="2068661" cy="1440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104" name="Ellipse 103">
            <a:extLst>
              <a:ext uri="{FF2B5EF4-FFF2-40B4-BE49-F238E27FC236}">
                <a16:creationId xmlns:a16="http://schemas.microsoft.com/office/drawing/2014/main" id="{8C3113A7-5B68-B43B-6BE0-9F63EB72B037}"/>
              </a:ext>
            </a:extLst>
          </p:cNvPr>
          <p:cNvSpPr/>
          <p:nvPr/>
        </p:nvSpPr>
        <p:spPr>
          <a:xfrm>
            <a:off x="10941068" y="3934308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94A9CFE2-033C-4BFC-40F9-6C6ED3504120}"/>
              </a:ext>
            </a:extLst>
          </p:cNvPr>
          <p:cNvSpPr/>
          <p:nvPr/>
        </p:nvSpPr>
        <p:spPr>
          <a:xfrm>
            <a:off x="10666698" y="3424689"/>
            <a:ext cx="1846567" cy="319263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0BCDC5CD-B379-310C-770D-086CFCE406A1}"/>
              </a:ext>
            </a:extLst>
          </p:cNvPr>
          <p:cNvSpPr/>
          <p:nvPr/>
        </p:nvSpPr>
        <p:spPr>
          <a:xfrm>
            <a:off x="11790039" y="3930175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3E7FA387-B240-566D-258D-AAC1F2724DB0}"/>
              </a:ext>
            </a:extLst>
          </p:cNvPr>
          <p:cNvCxnSpPr>
            <a:cxnSpLocks/>
            <a:stCxn id="105" idx="2"/>
            <a:endCxn id="104" idx="7"/>
          </p:cNvCxnSpPr>
          <p:nvPr/>
        </p:nvCxnSpPr>
        <p:spPr>
          <a:xfrm flipH="1">
            <a:off x="11349723" y="3743952"/>
            <a:ext cx="240259" cy="26047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F2C0F219-708E-C7E5-B8B4-A40758E3412E}"/>
              </a:ext>
            </a:extLst>
          </p:cNvPr>
          <p:cNvCxnSpPr>
            <a:cxnSpLocks/>
            <a:stCxn id="105" idx="2"/>
            <a:endCxn id="106" idx="1"/>
          </p:cNvCxnSpPr>
          <p:nvPr/>
        </p:nvCxnSpPr>
        <p:spPr>
          <a:xfrm>
            <a:off x="11589982" y="3743952"/>
            <a:ext cx="270171" cy="256337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Rechteck 108">
            <a:extLst>
              <a:ext uri="{FF2B5EF4-FFF2-40B4-BE49-F238E27FC236}">
                <a16:creationId xmlns:a16="http://schemas.microsoft.com/office/drawing/2014/main" id="{9F603E11-A113-0023-C812-7DC6555E63F4}"/>
              </a:ext>
            </a:extLst>
          </p:cNvPr>
          <p:cNvSpPr/>
          <p:nvPr/>
        </p:nvSpPr>
        <p:spPr>
          <a:xfrm>
            <a:off x="8436731" y="1513840"/>
            <a:ext cx="4186610" cy="14585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(TM)</a:t>
            </a:r>
          </a:p>
        </p:txBody>
      </p: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B563259F-0D82-1231-4046-A82A5FD0E1DE}"/>
              </a:ext>
            </a:extLst>
          </p:cNvPr>
          <p:cNvCxnSpPr>
            <a:cxnSpLocks/>
            <a:stCxn id="105" idx="0"/>
          </p:cNvCxnSpPr>
          <p:nvPr/>
        </p:nvCxnSpPr>
        <p:spPr>
          <a:xfrm flipH="1" flipV="1">
            <a:off x="11589010" y="2972409"/>
            <a:ext cx="972" cy="45228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hteck 110">
            <a:extLst>
              <a:ext uri="{FF2B5EF4-FFF2-40B4-BE49-F238E27FC236}">
                <a16:creationId xmlns:a16="http://schemas.microsoft.com/office/drawing/2014/main" id="{ED86B144-16B3-36E9-44B4-EA73E21ED884}"/>
              </a:ext>
            </a:extLst>
          </p:cNvPr>
          <p:cNvSpPr/>
          <p:nvPr/>
        </p:nvSpPr>
        <p:spPr>
          <a:xfrm>
            <a:off x="10554679" y="2183014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59B57763-B27B-0D70-EB1F-36ECE5AAD405}"/>
              </a:ext>
            </a:extLst>
          </p:cNvPr>
          <p:cNvSpPr/>
          <p:nvPr/>
        </p:nvSpPr>
        <p:spPr>
          <a:xfrm>
            <a:off x="10554679" y="2542947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2)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DA2EFC25-C5C8-6099-C330-715A60787C37}"/>
              </a:ext>
            </a:extLst>
          </p:cNvPr>
          <p:cNvSpPr/>
          <p:nvPr/>
        </p:nvSpPr>
        <p:spPr>
          <a:xfrm>
            <a:off x="8667750" y="3341370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A6552ABD-A518-ED69-BD99-108787F38573}"/>
              </a:ext>
            </a:extLst>
          </p:cNvPr>
          <p:cNvSpPr/>
          <p:nvPr/>
        </p:nvSpPr>
        <p:spPr>
          <a:xfrm>
            <a:off x="8919109" y="3341370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4B528F0-91D3-0063-701B-EFE3C0144C7C}"/>
              </a:ext>
            </a:extLst>
          </p:cNvPr>
          <p:cNvSpPr/>
          <p:nvPr/>
        </p:nvSpPr>
        <p:spPr>
          <a:xfrm>
            <a:off x="9170468" y="3341370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5BA0D67D-3B44-B2D0-B43D-0082FD7DD91B}"/>
              </a:ext>
            </a:extLst>
          </p:cNvPr>
          <p:cNvSpPr/>
          <p:nvPr/>
        </p:nvSpPr>
        <p:spPr>
          <a:xfrm>
            <a:off x="9421827" y="3341370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78B5874C-49EC-EAA5-51E5-65EF1C5034E3}"/>
              </a:ext>
            </a:extLst>
          </p:cNvPr>
          <p:cNvSpPr/>
          <p:nvPr/>
        </p:nvSpPr>
        <p:spPr>
          <a:xfrm>
            <a:off x="10466994" y="2570018"/>
            <a:ext cx="114300" cy="1143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1E6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FA99DF36-F61E-7F28-0DC3-D42AF4E353D0}"/>
              </a:ext>
            </a:extLst>
          </p:cNvPr>
          <p:cNvSpPr/>
          <p:nvPr/>
        </p:nvSpPr>
        <p:spPr>
          <a:xfrm>
            <a:off x="10466994" y="2707540"/>
            <a:ext cx="114300" cy="1143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1E6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76A1ADB-C195-3416-C306-5E84C4AE4ADA}"/>
              </a:ext>
            </a:extLst>
          </p:cNvPr>
          <p:cNvCxnSpPr>
            <a:stCxn id="121" idx="7"/>
            <a:endCxn id="125" idx="2"/>
          </p:cNvCxnSpPr>
          <p:nvPr/>
        </p:nvCxnSpPr>
        <p:spPr>
          <a:xfrm flipV="1">
            <a:off x="8765311" y="2627168"/>
            <a:ext cx="1701683" cy="73094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0592D6E4-CD53-6B57-01F3-6C7C7375B52D}"/>
              </a:ext>
            </a:extLst>
          </p:cNvPr>
          <p:cNvCxnSpPr>
            <a:cxnSpLocks/>
            <a:stCxn id="126" idx="3"/>
            <a:endCxn id="124" idx="7"/>
          </p:cNvCxnSpPr>
          <p:nvPr/>
        </p:nvCxnSpPr>
        <p:spPr>
          <a:xfrm flipH="1">
            <a:off x="9519388" y="2805101"/>
            <a:ext cx="964345" cy="553008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Auge mit einfarbiger Füllung">
            <a:extLst>
              <a:ext uri="{FF2B5EF4-FFF2-40B4-BE49-F238E27FC236}">
                <a16:creationId xmlns:a16="http://schemas.microsoft.com/office/drawing/2014/main" id="{F8119799-3E11-4A48-547C-F3B5DDA31B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96859" y="2511614"/>
            <a:ext cx="479939" cy="479939"/>
          </a:xfrm>
          <a:prstGeom prst="rect">
            <a:avLst/>
          </a:prstGeom>
        </p:spPr>
      </p:pic>
      <p:pic>
        <p:nvPicPr>
          <p:cNvPr id="23" name="Grafik 22" descr="Auge mit einfarbiger Füllung">
            <a:extLst>
              <a:ext uri="{FF2B5EF4-FFF2-40B4-BE49-F238E27FC236}">
                <a16:creationId xmlns:a16="http://schemas.microsoft.com/office/drawing/2014/main" id="{1414B85B-436A-DE11-5984-EF2D3A494A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969" y="2898769"/>
            <a:ext cx="479939" cy="47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63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044F4C82-C317-6DD0-A03E-CC8B9526D7CD}"/>
              </a:ext>
            </a:extLst>
          </p:cNvPr>
          <p:cNvSpPr/>
          <p:nvPr/>
        </p:nvSpPr>
        <p:spPr>
          <a:xfrm>
            <a:off x="1498441" y="2926080"/>
            <a:ext cx="2772618" cy="21793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9F183B9-B13F-8C20-471C-224DB22F9C89}"/>
              </a:ext>
            </a:extLst>
          </p:cNvPr>
          <p:cNvSpPr/>
          <p:nvPr/>
        </p:nvSpPr>
        <p:spPr>
          <a:xfrm>
            <a:off x="1498440" y="5105400"/>
            <a:ext cx="2772618" cy="358071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Logische Sicht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25C92DD-5A16-1C05-CB19-607586822F41}"/>
              </a:ext>
            </a:extLst>
          </p:cNvPr>
          <p:cNvSpPr/>
          <p:nvPr/>
        </p:nvSpPr>
        <p:spPr>
          <a:xfrm>
            <a:off x="1629165" y="4185131"/>
            <a:ext cx="2511168" cy="7848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bIns="72000" rtlCol="0" anchor="b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Transport-Management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175836-C567-A5FB-48EC-98F6EB6F1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4E8A8F7-8821-6E35-6FB1-C538AD653101}"/>
              </a:ext>
            </a:extLst>
          </p:cNvPr>
          <p:cNvSpPr/>
          <p:nvPr/>
        </p:nvSpPr>
        <p:spPr>
          <a:xfrm>
            <a:off x="1629165" y="3058223"/>
            <a:ext cx="2511168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732A4FB-A280-33E5-06A1-4F84A21EBD27}"/>
              </a:ext>
            </a:extLst>
          </p:cNvPr>
          <p:cNvSpPr/>
          <p:nvPr/>
        </p:nvSpPr>
        <p:spPr>
          <a:xfrm>
            <a:off x="1629165" y="3058223"/>
            <a:ext cx="2511168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09DA292-796E-4A14-97D6-DC28FBBF10D1}"/>
              </a:ext>
            </a:extLst>
          </p:cNvPr>
          <p:cNvSpPr/>
          <p:nvPr/>
        </p:nvSpPr>
        <p:spPr>
          <a:xfrm>
            <a:off x="2194299" y="4296457"/>
            <a:ext cx="1380900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BABCEEB-CA31-E797-6EC6-ADE37DA63569}"/>
              </a:ext>
            </a:extLst>
          </p:cNvPr>
          <p:cNvGrpSpPr/>
          <p:nvPr/>
        </p:nvGrpSpPr>
        <p:grpSpPr>
          <a:xfrm>
            <a:off x="2762787" y="3936464"/>
            <a:ext cx="243923" cy="243923"/>
            <a:chOff x="2481603" y="2856692"/>
            <a:chExt cx="243923" cy="243923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9ADE8EDF-EC24-F98D-0177-E8D01B6E19AE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8FC614CC-8A8D-DDED-2419-390D69689289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FA345F9E-F111-B362-5BD7-10D7A907C968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" name="Halbbogen 17">
                <a:extLst>
                  <a:ext uri="{FF2B5EF4-FFF2-40B4-BE49-F238E27FC236}">
                    <a16:creationId xmlns:a16="http://schemas.microsoft.com/office/drawing/2014/main" id="{D340B0BD-8F75-D825-5EC9-B03569056BD2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B5D87764-3784-BBE3-C67E-6B1BB3294EE1}"/>
              </a:ext>
            </a:extLst>
          </p:cNvPr>
          <p:cNvCxnSpPr>
            <a:cxnSpLocks/>
            <a:stCxn id="15" idx="0"/>
            <a:endCxn id="5" idx="2"/>
          </p:cNvCxnSpPr>
          <p:nvPr/>
        </p:nvCxnSpPr>
        <p:spPr>
          <a:xfrm flipV="1">
            <a:off x="2884749" y="3843083"/>
            <a:ext cx="0" cy="10100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6CBF985D-CC24-054B-9C35-564F2870746C}"/>
              </a:ext>
            </a:extLst>
          </p:cNvPr>
          <p:cNvCxnSpPr>
            <a:cxnSpLocks/>
            <a:stCxn id="17" idx="4"/>
            <a:endCxn id="13" idx="0"/>
          </p:cNvCxnSpPr>
          <p:nvPr/>
        </p:nvCxnSpPr>
        <p:spPr>
          <a:xfrm>
            <a:off x="2884749" y="4141597"/>
            <a:ext cx="0" cy="154860"/>
          </a:xfrm>
          <a:prstGeom prst="line">
            <a:avLst/>
          </a:prstGeom>
          <a:ln w="19050">
            <a:solidFill>
              <a:srgbClr val="2782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CABA625B-F0F4-B2E0-BDAA-4F897EBB3FB7}"/>
              </a:ext>
            </a:extLst>
          </p:cNvPr>
          <p:cNvSpPr/>
          <p:nvPr/>
        </p:nvSpPr>
        <p:spPr>
          <a:xfrm>
            <a:off x="4404344" y="2926080"/>
            <a:ext cx="2772618" cy="21793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BC39B8B-C333-BE02-057A-4D90C0A00E9D}"/>
              </a:ext>
            </a:extLst>
          </p:cNvPr>
          <p:cNvSpPr/>
          <p:nvPr/>
        </p:nvSpPr>
        <p:spPr>
          <a:xfrm>
            <a:off x="4404343" y="5105400"/>
            <a:ext cx="2772618" cy="358071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Technische Sicht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B9F26AB-E7E7-97EF-D219-2556DFE33EF1}"/>
              </a:ext>
            </a:extLst>
          </p:cNvPr>
          <p:cNvSpPr/>
          <p:nvPr/>
        </p:nvSpPr>
        <p:spPr>
          <a:xfrm>
            <a:off x="4539082" y="3058223"/>
            <a:ext cx="2503140" cy="78486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Transport-Management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7A09182-0031-2AB6-671C-2BEC7E11AABE}"/>
              </a:ext>
            </a:extLst>
          </p:cNvPr>
          <p:cNvSpPr/>
          <p:nvPr/>
        </p:nvSpPr>
        <p:spPr>
          <a:xfrm>
            <a:off x="4544817" y="4185131"/>
            <a:ext cx="2497405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5159880-6E50-602E-A895-8DFB27750F6D}"/>
              </a:ext>
            </a:extLst>
          </p:cNvPr>
          <p:cNvSpPr/>
          <p:nvPr/>
        </p:nvSpPr>
        <p:spPr>
          <a:xfrm>
            <a:off x="4544817" y="4185131"/>
            <a:ext cx="2497405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8798A18-FE54-6FD5-7009-07E890530B15}"/>
              </a:ext>
            </a:extLst>
          </p:cNvPr>
          <p:cNvGrpSpPr/>
          <p:nvPr/>
        </p:nvGrpSpPr>
        <p:grpSpPr>
          <a:xfrm>
            <a:off x="5668690" y="3893778"/>
            <a:ext cx="243923" cy="243923"/>
            <a:chOff x="2481603" y="2856692"/>
            <a:chExt cx="243923" cy="243923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E92C7C06-81AF-8507-C677-FEABC3FA572A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E53EDFCD-E2FD-AEBC-A170-55B65BDFC647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id="{1D480994-8482-2279-31C0-BD6E9EBE10ED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" name="Halbbogen 29">
                <a:extLst>
                  <a:ext uri="{FF2B5EF4-FFF2-40B4-BE49-F238E27FC236}">
                    <a16:creationId xmlns:a16="http://schemas.microsoft.com/office/drawing/2014/main" id="{33238317-9D79-86BF-F595-2C67814DDA9C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E2594F80-5946-7CCD-D3B4-A1BFB86D6C5C}"/>
              </a:ext>
            </a:extLst>
          </p:cNvPr>
          <p:cNvCxnSpPr>
            <a:cxnSpLocks/>
            <a:stCxn id="27" idx="0"/>
            <a:endCxn id="21" idx="2"/>
          </p:cNvCxnSpPr>
          <p:nvPr/>
        </p:nvCxnSpPr>
        <p:spPr>
          <a:xfrm flipV="1">
            <a:off x="5790652" y="3843084"/>
            <a:ext cx="0" cy="58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F59F656E-6E63-862C-8D1A-2236A1469DB9}"/>
              </a:ext>
            </a:extLst>
          </p:cNvPr>
          <p:cNvCxnSpPr>
            <a:cxnSpLocks/>
            <a:stCxn id="29" idx="4"/>
            <a:endCxn id="23" idx="0"/>
          </p:cNvCxnSpPr>
          <p:nvPr/>
        </p:nvCxnSpPr>
        <p:spPr>
          <a:xfrm>
            <a:off x="5790652" y="4098911"/>
            <a:ext cx="2868" cy="862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385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A97DF6-3048-3E68-D9CD-2047ADD34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3A7EF9B1-0227-FF39-7E2A-138184B24D37}"/>
              </a:ext>
            </a:extLst>
          </p:cNvPr>
          <p:cNvSpPr/>
          <p:nvPr/>
        </p:nvSpPr>
        <p:spPr>
          <a:xfrm>
            <a:off x="-555092" y="1584560"/>
            <a:ext cx="4442371" cy="324841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BC6A03BE-1F5D-431F-29C1-FE57126F13EF}"/>
              </a:ext>
            </a:extLst>
          </p:cNvPr>
          <p:cNvSpPr/>
          <p:nvPr/>
        </p:nvSpPr>
        <p:spPr>
          <a:xfrm>
            <a:off x="-556025" y="4841774"/>
            <a:ext cx="4441438" cy="67093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Browsen von Transportdiensten durch die LEAs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AB4AC2-E3C0-BF9F-4BFF-428C9E6EA266}"/>
              </a:ext>
            </a:extLst>
          </p:cNvPr>
          <p:cNvSpPr/>
          <p:nvPr/>
        </p:nvSpPr>
        <p:spPr>
          <a:xfrm>
            <a:off x="-380936" y="3308387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9E5A70F6-4965-81A9-9166-274A71D09973}"/>
              </a:ext>
            </a:extLst>
          </p:cNvPr>
          <p:cNvSpPr/>
          <p:nvPr/>
        </p:nvSpPr>
        <p:spPr>
          <a:xfrm>
            <a:off x="-447395" y="3376967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2EAF9440-029C-1F6C-8D74-6F58304EBBED}"/>
              </a:ext>
            </a:extLst>
          </p:cNvPr>
          <p:cNvSpPr/>
          <p:nvPr/>
        </p:nvSpPr>
        <p:spPr>
          <a:xfrm>
            <a:off x="-447395" y="3376967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CDAFA99-F04A-532A-7F48-6508F17C3E3D}"/>
              </a:ext>
            </a:extLst>
          </p:cNvPr>
          <p:cNvSpPr/>
          <p:nvPr/>
        </p:nvSpPr>
        <p:spPr>
          <a:xfrm>
            <a:off x="1666101" y="3303648"/>
            <a:ext cx="2068661" cy="1437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3FB70B40-0183-C790-87F5-3840E9B7009D}"/>
              </a:ext>
            </a:extLst>
          </p:cNvPr>
          <p:cNvSpPr/>
          <p:nvPr/>
        </p:nvSpPr>
        <p:spPr>
          <a:xfrm>
            <a:off x="2052489" y="3893290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A486E9C0-C091-0ABC-E0A9-BD59F63E91FC}"/>
              </a:ext>
            </a:extLst>
          </p:cNvPr>
          <p:cNvSpPr/>
          <p:nvPr/>
        </p:nvSpPr>
        <p:spPr>
          <a:xfrm>
            <a:off x="1778119" y="3398748"/>
            <a:ext cx="1846567" cy="304186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78153CAE-9527-43CC-7B95-DD64BF788F71}"/>
              </a:ext>
            </a:extLst>
          </p:cNvPr>
          <p:cNvSpPr/>
          <p:nvPr/>
        </p:nvSpPr>
        <p:spPr>
          <a:xfrm>
            <a:off x="2901460" y="3889157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684F1237-5128-E6B4-5AEC-4336B1F2BE6E}"/>
              </a:ext>
            </a:extLst>
          </p:cNvPr>
          <p:cNvCxnSpPr>
            <a:cxnSpLocks/>
            <a:stCxn id="50" idx="2"/>
            <a:endCxn id="49" idx="7"/>
          </p:cNvCxnSpPr>
          <p:nvPr/>
        </p:nvCxnSpPr>
        <p:spPr>
          <a:xfrm flipH="1">
            <a:off x="2461144" y="3702934"/>
            <a:ext cx="240259" cy="26047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FF00B780-CCC2-653D-E2D5-0A1269456C71}"/>
              </a:ext>
            </a:extLst>
          </p:cNvPr>
          <p:cNvCxnSpPr>
            <a:cxnSpLocks/>
            <a:stCxn id="50" idx="2"/>
            <a:endCxn id="51" idx="1"/>
          </p:cNvCxnSpPr>
          <p:nvPr/>
        </p:nvCxnSpPr>
        <p:spPr>
          <a:xfrm>
            <a:off x="2701403" y="3702934"/>
            <a:ext cx="270171" cy="256337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Rechteck 53">
            <a:extLst>
              <a:ext uri="{FF2B5EF4-FFF2-40B4-BE49-F238E27FC236}">
                <a16:creationId xmlns:a16="http://schemas.microsoft.com/office/drawing/2014/main" id="{6A44F3F3-F81B-ECB0-AC6E-D0A7FDA6CA9B}"/>
              </a:ext>
            </a:extLst>
          </p:cNvPr>
          <p:cNvSpPr/>
          <p:nvPr/>
        </p:nvSpPr>
        <p:spPr>
          <a:xfrm>
            <a:off x="-451848" y="1705697"/>
            <a:ext cx="4186610" cy="12275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(TM)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739F717F-CE28-7788-EC8F-09E49F10528E}"/>
              </a:ext>
            </a:extLst>
          </p:cNvPr>
          <p:cNvCxnSpPr>
            <a:cxnSpLocks/>
            <a:stCxn id="50" idx="0"/>
          </p:cNvCxnSpPr>
          <p:nvPr/>
        </p:nvCxnSpPr>
        <p:spPr>
          <a:xfrm flipV="1">
            <a:off x="2701403" y="2936424"/>
            <a:ext cx="0" cy="462324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hteck 55">
            <a:extLst>
              <a:ext uri="{FF2B5EF4-FFF2-40B4-BE49-F238E27FC236}">
                <a16:creationId xmlns:a16="http://schemas.microsoft.com/office/drawing/2014/main" id="{7E38F3CC-FEEC-770E-F467-2FC9CAF36C78}"/>
              </a:ext>
            </a:extLst>
          </p:cNvPr>
          <p:cNvSpPr/>
          <p:nvPr/>
        </p:nvSpPr>
        <p:spPr>
          <a:xfrm>
            <a:off x="1666100" y="2143840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E6978D27-8D82-25F8-8826-C33A2B8E2559}"/>
              </a:ext>
            </a:extLst>
          </p:cNvPr>
          <p:cNvSpPr/>
          <p:nvPr/>
        </p:nvSpPr>
        <p:spPr>
          <a:xfrm>
            <a:off x="1666100" y="2503773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2)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60FA850B-35EE-A85C-314B-EEA41F94F166}"/>
              </a:ext>
            </a:extLst>
          </p:cNvPr>
          <p:cNvSpPr/>
          <p:nvPr/>
        </p:nvSpPr>
        <p:spPr>
          <a:xfrm rot="10800000">
            <a:off x="211622" y="3154217"/>
            <a:ext cx="62865" cy="46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2FD15838-0FF1-BB45-339A-EB5F8243AAC4}"/>
              </a:ext>
            </a:extLst>
          </p:cNvPr>
          <p:cNvSpPr/>
          <p:nvPr/>
        </p:nvSpPr>
        <p:spPr>
          <a:xfrm rot="10800000">
            <a:off x="1290015" y="2570167"/>
            <a:ext cx="161599" cy="161599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Halbbogen 59">
            <a:extLst>
              <a:ext uri="{FF2B5EF4-FFF2-40B4-BE49-F238E27FC236}">
                <a16:creationId xmlns:a16="http://schemas.microsoft.com/office/drawing/2014/main" id="{8402C760-9122-034E-EA83-0309454AA8E1}"/>
              </a:ext>
            </a:extLst>
          </p:cNvPr>
          <p:cNvSpPr/>
          <p:nvPr/>
        </p:nvSpPr>
        <p:spPr>
          <a:xfrm rot="10800000">
            <a:off x="121093" y="2964560"/>
            <a:ext cx="243923" cy="243923"/>
          </a:xfrm>
          <a:prstGeom prst="blockArc">
            <a:avLst>
              <a:gd name="adj1" fmla="val 10800000"/>
              <a:gd name="adj2" fmla="val 7"/>
              <a:gd name="adj3" fmla="val 93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685E0E02-E30B-A52A-F9AA-FB2F54DFCBF0}"/>
              </a:ext>
            </a:extLst>
          </p:cNvPr>
          <p:cNvCxnSpPr>
            <a:cxnSpLocks/>
            <a:stCxn id="58" idx="0"/>
            <a:endCxn id="47" idx="0"/>
          </p:cNvCxnSpPr>
          <p:nvPr/>
        </p:nvCxnSpPr>
        <p:spPr>
          <a:xfrm>
            <a:off x="243054" y="3200863"/>
            <a:ext cx="1" cy="176104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lipse 61">
            <a:extLst>
              <a:ext uri="{FF2B5EF4-FFF2-40B4-BE49-F238E27FC236}">
                <a16:creationId xmlns:a16="http://schemas.microsoft.com/office/drawing/2014/main" id="{C18FE325-0B3E-779F-0B00-116C6A008343}"/>
              </a:ext>
            </a:extLst>
          </p:cNvPr>
          <p:cNvSpPr/>
          <p:nvPr/>
        </p:nvSpPr>
        <p:spPr>
          <a:xfrm rot="10800000">
            <a:off x="1290015" y="2210235"/>
            <a:ext cx="161599" cy="161599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2E12F4E4-FA45-2394-428A-DA6D5D95E0B8}"/>
              </a:ext>
            </a:extLst>
          </p:cNvPr>
          <p:cNvCxnSpPr>
            <a:cxnSpLocks/>
            <a:stCxn id="57" idx="1"/>
            <a:endCxn id="59" idx="2"/>
          </p:cNvCxnSpPr>
          <p:nvPr/>
        </p:nvCxnSpPr>
        <p:spPr>
          <a:xfrm flipH="1" flipV="1">
            <a:off x="1451614" y="2650966"/>
            <a:ext cx="214486" cy="2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A2A655F0-596B-B330-BDC0-183F9812037C}"/>
              </a:ext>
            </a:extLst>
          </p:cNvPr>
          <p:cNvCxnSpPr>
            <a:cxnSpLocks/>
            <a:stCxn id="56" idx="1"/>
            <a:endCxn id="62" idx="2"/>
          </p:cNvCxnSpPr>
          <p:nvPr/>
        </p:nvCxnSpPr>
        <p:spPr>
          <a:xfrm flipH="1" flipV="1">
            <a:off x="1451614" y="2291034"/>
            <a:ext cx="214486" cy="1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Grafik 64" descr="Lupe mit einfarbiger Füllung">
            <a:extLst>
              <a:ext uri="{FF2B5EF4-FFF2-40B4-BE49-F238E27FC236}">
                <a16:creationId xmlns:a16="http://schemas.microsoft.com/office/drawing/2014/main" id="{A9B78E29-A877-779B-97D0-50143C02AF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945" y="2692770"/>
            <a:ext cx="446887" cy="446887"/>
          </a:xfrm>
          <a:prstGeom prst="rect">
            <a:avLst/>
          </a:prstGeom>
        </p:spPr>
      </p:pic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D7F6655B-879C-3366-006B-569BFABB8942}"/>
              </a:ext>
            </a:extLst>
          </p:cNvPr>
          <p:cNvCxnSpPr>
            <a:cxnSpLocks/>
            <a:endCxn id="59" idx="6"/>
          </p:cNvCxnSpPr>
          <p:nvPr/>
        </p:nvCxnSpPr>
        <p:spPr>
          <a:xfrm flipV="1">
            <a:off x="243055" y="2650966"/>
            <a:ext cx="1046960" cy="43467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ECAF08D5-9B5A-DAE1-9E54-0773019B69C0}"/>
              </a:ext>
            </a:extLst>
          </p:cNvPr>
          <p:cNvGrpSpPr/>
          <p:nvPr/>
        </p:nvGrpSpPr>
        <p:grpSpPr>
          <a:xfrm rot="5400000">
            <a:off x="-264928" y="3147625"/>
            <a:ext cx="300608" cy="161599"/>
            <a:chOff x="4202829" y="3371730"/>
            <a:chExt cx="300608" cy="161599"/>
          </a:xfrm>
        </p:grpSpPr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F07CADC1-6BC7-1FD2-FA0B-199E399D483D}"/>
                </a:ext>
              </a:extLst>
            </p:cNvPr>
            <p:cNvSpPr/>
            <p:nvPr/>
          </p:nvSpPr>
          <p:spPr>
            <a:xfrm rot="10800000">
              <a:off x="4202829" y="3371730"/>
              <a:ext cx="161599" cy="1615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78687FF2-5FB7-A641-FDC0-BD3393297CA8}"/>
                </a:ext>
              </a:extLst>
            </p:cNvPr>
            <p:cNvCxnSpPr>
              <a:cxnSpLocks/>
              <a:endCxn id="68" idx="2"/>
            </p:cNvCxnSpPr>
            <p:nvPr/>
          </p:nvCxnSpPr>
          <p:spPr>
            <a:xfrm rot="16200000" flipH="1" flipV="1">
              <a:off x="4433931" y="3383023"/>
              <a:ext cx="3" cy="13900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A0FDC137-C602-D708-1721-AACD7F7053AC}"/>
              </a:ext>
            </a:extLst>
          </p:cNvPr>
          <p:cNvGrpSpPr/>
          <p:nvPr/>
        </p:nvGrpSpPr>
        <p:grpSpPr>
          <a:xfrm rot="10800000">
            <a:off x="-235906" y="2933235"/>
            <a:ext cx="243923" cy="340818"/>
            <a:chOff x="4863444" y="3290825"/>
            <a:chExt cx="243923" cy="340818"/>
          </a:xfrm>
        </p:grpSpPr>
        <p:sp>
          <p:nvSpPr>
            <p:cNvPr id="74" name="Halbbogen 73">
              <a:extLst>
                <a:ext uri="{FF2B5EF4-FFF2-40B4-BE49-F238E27FC236}">
                  <a16:creationId xmlns:a16="http://schemas.microsoft.com/office/drawing/2014/main" id="{B07742F2-3AE8-9201-58C0-ABC854C62096}"/>
                </a:ext>
              </a:extLst>
            </p:cNvPr>
            <p:cNvSpPr/>
            <p:nvPr/>
          </p:nvSpPr>
          <p:spPr>
            <a:xfrm rot="10800000">
              <a:off x="4863444" y="3290825"/>
              <a:ext cx="243923" cy="243923"/>
            </a:xfrm>
            <a:prstGeom prst="blockArc">
              <a:avLst>
                <a:gd name="adj1" fmla="val 10800000"/>
                <a:gd name="adj2" fmla="val 7"/>
                <a:gd name="adj3" fmla="val 9369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7AE5EA77-7E97-7BEA-CC03-10D13A4C00A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985404" y="3527128"/>
              <a:ext cx="680" cy="1045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Textfeld 79">
            <a:extLst>
              <a:ext uri="{FF2B5EF4-FFF2-40B4-BE49-F238E27FC236}">
                <a16:creationId xmlns:a16="http://schemas.microsoft.com/office/drawing/2014/main" id="{2E7661B0-7F80-64CC-D344-3F79835B6D72}"/>
              </a:ext>
            </a:extLst>
          </p:cNvPr>
          <p:cNvSpPr txBox="1"/>
          <p:nvPr/>
        </p:nvSpPr>
        <p:spPr>
          <a:xfrm>
            <a:off x="-549788" y="2158465"/>
            <a:ext cx="138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TM- </a:t>
            </a:r>
            <a:r>
              <a:rPr lang="de-DE" sz="1400" dirty="0" err="1"/>
              <a:t>Endpoint</a:t>
            </a:r>
            <a:endParaRPr lang="de-DE" sz="1400" dirty="0"/>
          </a:p>
          <a:p>
            <a:pPr algn="ctr"/>
            <a:r>
              <a:rPr lang="de-DE" sz="1400" dirty="0"/>
              <a:t>Transport-ID</a:t>
            </a:r>
          </a:p>
        </p:txBody>
      </p: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61989A07-B25C-20BD-4475-4F30BDAB7025}"/>
              </a:ext>
            </a:extLst>
          </p:cNvPr>
          <p:cNvCxnSpPr>
            <a:cxnSpLocks/>
          </p:cNvCxnSpPr>
          <p:nvPr/>
        </p:nvCxnSpPr>
        <p:spPr>
          <a:xfrm>
            <a:off x="-317186" y="2654155"/>
            <a:ext cx="0" cy="576635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hteck 82">
            <a:extLst>
              <a:ext uri="{FF2B5EF4-FFF2-40B4-BE49-F238E27FC236}">
                <a16:creationId xmlns:a16="http://schemas.microsoft.com/office/drawing/2014/main" id="{B566428D-6358-7B08-6542-20025E7A108B}"/>
              </a:ext>
            </a:extLst>
          </p:cNvPr>
          <p:cNvSpPr/>
          <p:nvPr/>
        </p:nvSpPr>
        <p:spPr>
          <a:xfrm>
            <a:off x="3885413" y="1586321"/>
            <a:ext cx="4442371" cy="324841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93105F36-8AAB-137B-3892-AB8BC4DADB6A}"/>
              </a:ext>
            </a:extLst>
          </p:cNvPr>
          <p:cNvSpPr/>
          <p:nvPr/>
        </p:nvSpPr>
        <p:spPr>
          <a:xfrm>
            <a:off x="3884480" y="4843535"/>
            <a:ext cx="4441438" cy="67093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Konfigurative Anbindung von Transportdiensten durch das TM</a:t>
            </a: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3F9AED21-2E9B-29CC-4FFB-9C012BDF9B56}"/>
              </a:ext>
            </a:extLst>
          </p:cNvPr>
          <p:cNvSpPr/>
          <p:nvPr/>
        </p:nvSpPr>
        <p:spPr>
          <a:xfrm>
            <a:off x="4059569" y="3310148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B73C6EB1-5225-782D-8A54-2F7ACFD1CAA4}"/>
              </a:ext>
            </a:extLst>
          </p:cNvPr>
          <p:cNvSpPr/>
          <p:nvPr/>
        </p:nvSpPr>
        <p:spPr>
          <a:xfrm>
            <a:off x="3993110" y="3378728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364761F0-9BF9-3650-666F-1C67B7348EB1}"/>
              </a:ext>
            </a:extLst>
          </p:cNvPr>
          <p:cNvSpPr/>
          <p:nvPr/>
        </p:nvSpPr>
        <p:spPr>
          <a:xfrm>
            <a:off x="3993110" y="3378728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01D1F607-126D-E1D8-7AFC-8D0C450C34E2}"/>
              </a:ext>
            </a:extLst>
          </p:cNvPr>
          <p:cNvSpPr/>
          <p:nvPr/>
        </p:nvSpPr>
        <p:spPr>
          <a:xfrm>
            <a:off x="6106606" y="3305409"/>
            <a:ext cx="2068661" cy="1437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89" name="Ellipse 88">
            <a:extLst>
              <a:ext uri="{FF2B5EF4-FFF2-40B4-BE49-F238E27FC236}">
                <a16:creationId xmlns:a16="http://schemas.microsoft.com/office/drawing/2014/main" id="{F2E1F41D-60F1-986D-89EA-E84557A5C6EA}"/>
              </a:ext>
            </a:extLst>
          </p:cNvPr>
          <p:cNvSpPr/>
          <p:nvPr/>
        </p:nvSpPr>
        <p:spPr>
          <a:xfrm>
            <a:off x="6492994" y="3895051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F478C5EB-3A58-3424-36EA-A8136768B94A}"/>
              </a:ext>
            </a:extLst>
          </p:cNvPr>
          <p:cNvSpPr/>
          <p:nvPr/>
        </p:nvSpPr>
        <p:spPr>
          <a:xfrm>
            <a:off x="6218624" y="3400509"/>
            <a:ext cx="1846567" cy="304186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1" name="Ellipse 90">
            <a:extLst>
              <a:ext uri="{FF2B5EF4-FFF2-40B4-BE49-F238E27FC236}">
                <a16:creationId xmlns:a16="http://schemas.microsoft.com/office/drawing/2014/main" id="{544620F4-768C-AE7C-B437-32C2F9683B30}"/>
              </a:ext>
            </a:extLst>
          </p:cNvPr>
          <p:cNvSpPr/>
          <p:nvPr/>
        </p:nvSpPr>
        <p:spPr>
          <a:xfrm>
            <a:off x="7341965" y="3890918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7A583DE0-B6D6-5A19-E08F-4DB27C69F9F1}"/>
              </a:ext>
            </a:extLst>
          </p:cNvPr>
          <p:cNvCxnSpPr>
            <a:cxnSpLocks/>
            <a:stCxn id="90" idx="2"/>
            <a:endCxn id="89" idx="7"/>
          </p:cNvCxnSpPr>
          <p:nvPr/>
        </p:nvCxnSpPr>
        <p:spPr>
          <a:xfrm flipH="1">
            <a:off x="6901649" y="3704695"/>
            <a:ext cx="240259" cy="26047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CAAF2D43-16D6-033E-E411-B800AD98E475}"/>
              </a:ext>
            </a:extLst>
          </p:cNvPr>
          <p:cNvCxnSpPr>
            <a:cxnSpLocks/>
            <a:stCxn id="90" idx="2"/>
            <a:endCxn id="91" idx="1"/>
          </p:cNvCxnSpPr>
          <p:nvPr/>
        </p:nvCxnSpPr>
        <p:spPr>
          <a:xfrm>
            <a:off x="7141908" y="3704695"/>
            <a:ext cx="270171" cy="256337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Rechteck 93">
            <a:extLst>
              <a:ext uri="{FF2B5EF4-FFF2-40B4-BE49-F238E27FC236}">
                <a16:creationId xmlns:a16="http://schemas.microsoft.com/office/drawing/2014/main" id="{E85151E5-8889-A9FE-42FF-158106591127}"/>
              </a:ext>
            </a:extLst>
          </p:cNvPr>
          <p:cNvSpPr/>
          <p:nvPr/>
        </p:nvSpPr>
        <p:spPr>
          <a:xfrm>
            <a:off x="3988657" y="1707458"/>
            <a:ext cx="4186610" cy="12275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(TM)</a:t>
            </a:r>
          </a:p>
        </p:txBody>
      </p: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F69F40CE-0B49-BFBF-BD87-CA8882E66561}"/>
              </a:ext>
            </a:extLst>
          </p:cNvPr>
          <p:cNvCxnSpPr>
            <a:cxnSpLocks/>
            <a:stCxn id="90" idx="0"/>
          </p:cNvCxnSpPr>
          <p:nvPr/>
        </p:nvCxnSpPr>
        <p:spPr>
          <a:xfrm flipV="1">
            <a:off x="7141908" y="2927863"/>
            <a:ext cx="0" cy="472646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hteck 95">
            <a:extLst>
              <a:ext uri="{FF2B5EF4-FFF2-40B4-BE49-F238E27FC236}">
                <a16:creationId xmlns:a16="http://schemas.microsoft.com/office/drawing/2014/main" id="{0F1628B0-C58F-A942-AEFF-E65E0AF20F33}"/>
              </a:ext>
            </a:extLst>
          </p:cNvPr>
          <p:cNvSpPr/>
          <p:nvPr/>
        </p:nvSpPr>
        <p:spPr>
          <a:xfrm>
            <a:off x="6106605" y="2145601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4FBE7C57-3300-1EE9-8A90-BD1614B9CFBF}"/>
              </a:ext>
            </a:extLst>
          </p:cNvPr>
          <p:cNvSpPr/>
          <p:nvPr/>
        </p:nvSpPr>
        <p:spPr>
          <a:xfrm>
            <a:off x="6106605" y="2505534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2)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A0B89D42-6875-9B03-F79D-829956816800}"/>
              </a:ext>
            </a:extLst>
          </p:cNvPr>
          <p:cNvSpPr/>
          <p:nvPr/>
        </p:nvSpPr>
        <p:spPr>
          <a:xfrm rot="10800000">
            <a:off x="4652127" y="3155978"/>
            <a:ext cx="62865" cy="46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C718B25B-F310-FB10-6CDD-9977C8F1B0DE}"/>
              </a:ext>
            </a:extLst>
          </p:cNvPr>
          <p:cNvSpPr/>
          <p:nvPr/>
        </p:nvSpPr>
        <p:spPr>
          <a:xfrm rot="10800000">
            <a:off x="5730520" y="2571928"/>
            <a:ext cx="161599" cy="161599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0" name="Halbbogen 99">
            <a:extLst>
              <a:ext uri="{FF2B5EF4-FFF2-40B4-BE49-F238E27FC236}">
                <a16:creationId xmlns:a16="http://schemas.microsoft.com/office/drawing/2014/main" id="{7704D652-DFE7-70F6-D7A7-6880458577B4}"/>
              </a:ext>
            </a:extLst>
          </p:cNvPr>
          <p:cNvSpPr/>
          <p:nvPr/>
        </p:nvSpPr>
        <p:spPr>
          <a:xfrm rot="10800000">
            <a:off x="4561598" y="2966321"/>
            <a:ext cx="243923" cy="243923"/>
          </a:xfrm>
          <a:prstGeom prst="blockArc">
            <a:avLst>
              <a:gd name="adj1" fmla="val 10800000"/>
              <a:gd name="adj2" fmla="val 7"/>
              <a:gd name="adj3" fmla="val 93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7EEDA333-B88C-246A-5DFB-46BA6F085061}"/>
              </a:ext>
            </a:extLst>
          </p:cNvPr>
          <p:cNvCxnSpPr>
            <a:cxnSpLocks/>
            <a:stCxn id="98" idx="0"/>
            <a:endCxn id="87" idx="0"/>
          </p:cNvCxnSpPr>
          <p:nvPr/>
        </p:nvCxnSpPr>
        <p:spPr>
          <a:xfrm>
            <a:off x="4683559" y="3202624"/>
            <a:ext cx="1" cy="176104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Ellipse 101">
            <a:extLst>
              <a:ext uri="{FF2B5EF4-FFF2-40B4-BE49-F238E27FC236}">
                <a16:creationId xmlns:a16="http://schemas.microsoft.com/office/drawing/2014/main" id="{ECD50C0C-32E5-62EC-A78F-0EFC7FB5A933}"/>
              </a:ext>
            </a:extLst>
          </p:cNvPr>
          <p:cNvSpPr/>
          <p:nvPr/>
        </p:nvSpPr>
        <p:spPr>
          <a:xfrm rot="10800000">
            <a:off x="5730520" y="2211996"/>
            <a:ext cx="161599" cy="161599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197F2BE4-6615-9761-E487-18A9E441CF22}"/>
              </a:ext>
            </a:extLst>
          </p:cNvPr>
          <p:cNvCxnSpPr>
            <a:cxnSpLocks/>
            <a:stCxn id="97" idx="1"/>
            <a:endCxn id="99" idx="2"/>
          </p:cNvCxnSpPr>
          <p:nvPr/>
        </p:nvCxnSpPr>
        <p:spPr>
          <a:xfrm flipH="1" flipV="1">
            <a:off x="5892119" y="2652727"/>
            <a:ext cx="214486" cy="2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E7E35FA3-F542-CD50-5DCD-E0906CCA70B7}"/>
              </a:ext>
            </a:extLst>
          </p:cNvPr>
          <p:cNvCxnSpPr>
            <a:cxnSpLocks/>
            <a:stCxn id="96" idx="1"/>
            <a:endCxn id="102" idx="2"/>
          </p:cNvCxnSpPr>
          <p:nvPr/>
        </p:nvCxnSpPr>
        <p:spPr>
          <a:xfrm flipH="1" flipV="1">
            <a:off x="5892119" y="2292795"/>
            <a:ext cx="214486" cy="1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C34CD0A9-5181-5D4C-DCD0-ACDB8418B62C}"/>
              </a:ext>
            </a:extLst>
          </p:cNvPr>
          <p:cNvCxnSpPr>
            <a:cxnSpLocks/>
            <a:endCxn id="99" idx="6"/>
          </p:cNvCxnSpPr>
          <p:nvPr/>
        </p:nvCxnSpPr>
        <p:spPr>
          <a:xfrm flipV="1">
            <a:off x="4683560" y="2652727"/>
            <a:ext cx="1046960" cy="43467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398610B8-9130-2A57-C04F-AF0544A7BA30}"/>
              </a:ext>
            </a:extLst>
          </p:cNvPr>
          <p:cNvGrpSpPr/>
          <p:nvPr/>
        </p:nvGrpSpPr>
        <p:grpSpPr>
          <a:xfrm rot="5400000">
            <a:off x="4175577" y="3149386"/>
            <a:ext cx="300608" cy="161599"/>
            <a:chOff x="4202829" y="3371730"/>
            <a:chExt cx="300608" cy="161599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8E5A74D3-7B13-663A-8BC8-2BBC28200EAF}"/>
                </a:ext>
              </a:extLst>
            </p:cNvPr>
            <p:cNvSpPr/>
            <p:nvPr/>
          </p:nvSpPr>
          <p:spPr>
            <a:xfrm rot="10800000">
              <a:off x="4202829" y="3371730"/>
              <a:ext cx="161599" cy="1615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9" name="Gerader Verbinder 108">
              <a:extLst>
                <a:ext uri="{FF2B5EF4-FFF2-40B4-BE49-F238E27FC236}">
                  <a16:creationId xmlns:a16="http://schemas.microsoft.com/office/drawing/2014/main" id="{C5FD40BD-7224-F2B9-3E96-8F3B454CECB9}"/>
                </a:ext>
              </a:extLst>
            </p:cNvPr>
            <p:cNvCxnSpPr>
              <a:cxnSpLocks/>
              <a:endCxn id="108" idx="2"/>
            </p:cNvCxnSpPr>
            <p:nvPr/>
          </p:nvCxnSpPr>
          <p:spPr>
            <a:xfrm rot="16200000" flipH="1" flipV="1">
              <a:off x="4433931" y="3383023"/>
              <a:ext cx="3" cy="13900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C7309695-0304-7078-C624-1BE5415245A3}"/>
              </a:ext>
            </a:extLst>
          </p:cNvPr>
          <p:cNvGrpSpPr/>
          <p:nvPr/>
        </p:nvGrpSpPr>
        <p:grpSpPr>
          <a:xfrm rot="10800000">
            <a:off x="4204599" y="2934996"/>
            <a:ext cx="243923" cy="340818"/>
            <a:chOff x="4863444" y="3290825"/>
            <a:chExt cx="243923" cy="340818"/>
          </a:xfrm>
        </p:grpSpPr>
        <p:sp>
          <p:nvSpPr>
            <p:cNvPr id="111" name="Halbbogen 110">
              <a:extLst>
                <a:ext uri="{FF2B5EF4-FFF2-40B4-BE49-F238E27FC236}">
                  <a16:creationId xmlns:a16="http://schemas.microsoft.com/office/drawing/2014/main" id="{4FFAF5F5-0E29-9D76-49EE-887A1C21F482}"/>
                </a:ext>
              </a:extLst>
            </p:cNvPr>
            <p:cNvSpPr/>
            <p:nvPr/>
          </p:nvSpPr>
          <p:spPr>
            <a:xfrm rot="10800000">
              <a:off x="4863444" y="3290825"/>
              <a:ext cx="243923" cy="243923"/>
            </a:xfrm>
            <a:prstGeom prst="blockArc">
              <a:avLst>
                <a:gd name="adj1" fmla="val 10800000"/>
                <a:gd name="adj2" fmla="val 7"/>
                <a:gd name="adj3" fmla="val 9369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89A580F7-B087-C57D-0FFD-8569A042BE6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985404" y="3527128"/>
              <a:ext cx="680" cy="1045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Textfeld 112">
            <a:extLst>
              <a:ext uri="{FF2B5EF4-FFF2-40B4-BE49-F238E27FC236}">
                <a16:creationId xmlns:a16="http://schemas.microsoft.com/office/drawing/2014/main" id="{077103CA-A7F8-196E-6547-9A5CC63BE632}"/>
              </a:ext>
            </a:extLst>
          </p:cNvPr>
          <p:cNvSpPr txBox="1"/>
          <p:nvPr/>
        </p:nvSpPr>
        <p:spPr>
          <a:xfrm>
            <a:off x="3915768" y="2127754"/>
            <a:ext cx="15355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Konfiguration zur   Transportdienst-Anbindung</a:t>
            </a: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0B1DF643-9AA2-194A-D956-0728E15CB9D1}"/>
              </a:ext>
            </a:extLst>
          </p:cNvPr>
          <p:cNvSpPr/>
          <p:nvPr/>
        </p:nvSpPr>
        <p:spPr>
          <a:xfrm>
            <a:off x="8325291" y="1587749"/>
            <a:ext cx="4442371" cy="32484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5" name="Rechteck 154">
            <a:extLst>
              <a:ext uri="{FF2B5EF4-FFF2-40B4-BE49-F238E27FC236}">
                <a16:creationId xmlns:a16="http://schemas.microsoft.com/office/drawing/2014/main" id="{32206F86-8FC9-2A93-B253-9206816D460F}"/>
              </a:ext>
            </a:extLst>
          </p:cNvPr>
          <p:cNvSpPr/>
          <p:nvPr/>
        </p:nvSpPr>
        <p:spPr>
          <a:xfrm>
            <a:off x="8324358" y="4844963"/>
            <a:ext cx="4441438" cy="67093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Konfigurative Anbindung von </a:t>
            </a:r>
            <a:r>
              <a:rPr lang="de-DE" sz="2000" b="1" dirty="0" err="1">
                <a:solidFill>
                  <a:schemeClr val="bg2">
                    <a:lumMod val="10000"/>
                  </a:schemeClr>
                </a:solidFill>
              </a:rPr>
              <a:t>Proxies</a:t>
            </a:r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 durch das TM</a:t>
            </a:r>
          </a:p>
        </p:txBody>
      </p:sp>
      <p:sp>
        <p:nvSpPr>
          <p:cNvPr id="156" name="Rechteck 155">
            <a:extLst>
              <a:ext uri="{FF2B5EF4-FFF2-40B4-BE49-F238E27FC236}">
                <a16:creationId xmlns:a16="http://schemas.microsoft.com/office/drawing/2014/main" id="{C1C1A4E9-1A37-4874-F8C9-FAB16B11DE91}"/>
              </a:ext>
            </a:extLst>
          </p:cNvPr>
          <p:cNvSpPr/>
          <p:nvPr/>
        </p:nvSpPr>
        <p:spPr>
          <a:xfrm>
            <a:off x="8499447" y="3311576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157" name="Rechteck 156">
            <a:extLst>
              <a:ext uri="{FF2B5EF4-FFF2-40B4-BE49-F238E27FC236}">
                <a16:creationId xmlns:a16="http://schemas.microsoft.com/office/drawing/2014/main" id="{FC2526DD-9769-170B-8130-0ADA7FF3CB8B}"/>
              </a:ext>
            </a:extLst>
          </p:cNvPr>
          <p:cNvSpPr/>
          <p:nvPr/>
        </p:nvSpPr>
        <p:spPr>
          <a:xfrm>
            <a:off x="8432988" y="3380156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8" name="Rechteck 157">
            <a:extLst>
              <a:ext uri="{FF2B5EF4-FFF2-40B4-BE49-F238E27FC236}">
                <a16:creationId xmlns:a16="http://schemas.microsoft.com/office/drawing/2014/main" id="{ECE28A93-4724-5C40-D9C3-1CCF23E5C79D}"/>
              </a:ext>
            </a:extLst>
          </p:cNvPr>
          <p:cNvSpPr/>
          <p:nvPr/>
        </p:nvSpPr>
        <p:spPr>
          <a:xfrm>
            <a:off x="8432988" y="3380156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159" name="Rechteck 158">
            <a:extLst>
              <a:ext uri="{FF2B5EF4-FFF2-40B4-BE49-F238E27FC236}">
                <a16:creationId xmlns:a16="http://schemas.microsoft.com/office/drawing/2014/main" id="{8AD19060-3C9B-5837-E3A1-1DF8CC2D401C}"/>
              </a:ext>
            </a:extLst>
          </p:cNvPr>
          <p:cNvSpPr/>
          <p:nvPr/>
        </p:nvSpPr>
        <p:spPr>
          <a:xfrm>
            <a:off x="10546484" y="3306837"/>
            <a:ext cx="2068661" cy="1437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160" name="Ellipse 159">
            <a:extLst>
              <a:ext uri="{FF2B5EF4-FFF2-40B4-BE49-F238E27FC236}">
                <a16:creationId xmlns:a16="http://schemas.microsoft.com/office/drawing/2014/main" id="{2CEBC0CB-1394-7CDE-A567-4860278D40DF}"/>
              </a:ext>
            </a:extLst>
          </p:cNvPr>
          <p:cNvSpPr/>
          <p:nvPr/>
        </p:nvSpPr>
        <p:spPr>
          <a:xfrm>
            <a:off x="10932872" y="3896479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sp>
        <p:nvSpPr>
          <p:cNvPr id="161" name="Rechteck 160">
            <a:extLst>
              <a:ext uri="{FF2B5EF4-FFF2-40B4-BE49-F238E27FC236}">
                <a16:creationId xmlns:a16="http://schemas.microsoft.com/office/drawing/2014/main" id="{2A48A837-8C5F-1F1E-04F4-94AED2816681}"/>
              </a:ext>
            </a:extLst>
          </p:cNvPr>
          <p:cNvSpPr/>
          <p:nvPr/>
        </p:nvSpPr>
        <p:spPr>
          <a:xfrm>
            <a:off x="10658502" y="3401937"/>
            <a:ext cx="1846567" cy="304186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D3B9886B-8A3D-80B1-5706-D4A9345BB86D}"/>
              </a:ext>
            </a:extLst>
          </p:cNvPr>
          <p:cNvSpPr/>
          <p:nvPr/>
        </p:nvSpPr>
        <p:spPr>
          <a:xfrm>
            <a:off x="11781843" y="3892346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cxnSp>
        <p:nvCxnSpPr>
          <p:cNvPr id="163" name="Gerade Verbindung mit Pfeil 162">
            <a:extLst>
              <a:ext uri="{FF2B5EF4-FFF2-40B4-BE49-F238E27FC236}">
                <a16:creationId xmlns:a16="http://schemas.microsoft.com/office/drawing/2014/main" id="{4CE461B0-079D-1F17-513D-4BCECBAEF1F1}"/>
              </a:ext>
            </a:extLst>
          </p:cNvPr>
          <p:cNvCxnSpPr>
            <a:cxnSpLocks/>
            <a:stCxn id="161" idx="2"/>
            <a:endCxn id="160" idx="7"/>
          </p:cNvCxnSpPr>
          <p:nvPr/>
        </p:nvCxnSpPr>
        <p:spPr>
          <a:xfrm flipH="1">
            <a:off x="11341527" y="3706123"/>
            <a:ext cx="240259" cy="26047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4" name="Gerade Verbindung mit Pfeil 163">
            <a:extLst>
              <a:ext uri="{FF2B5EF4-FFF2-40B4-BE49-F238E27FC236}">
                <a16:creationId xmlns:a16="http://schemas.microsoft.com/office/drawing/2014/main" id="{35F416CE-2BEA-1F20-2E72-57EEBBABE2D9}"/>
              </a:ext>
            </a:extLst>
          </p:cNvPr>
          <p:cNvCxnSpPr>
            <a:cxnSpLocks/>
            <a:stCxn id="161" idx="2"/>
            <a:endCxn id="162" idx="1"/>
          </p:cNvCxnSpPr>
          <p:nvPr/>
        </p:nvCxnSpPr>
        <p:spPr>
          <a:xfrm>
            <a:off x="11581786" y="3706123"/>
            <a:ext cx="270171" cy="256337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Rechteck 164">
            <a:extLst>
              <a:ext uri="{FF2B5EF4-FFF2-40B4-BE49-F238E27FC236}">
                <a16:creationId xmlns:a16="http://schemas.microsoft.com/office/drawing/2014/main" id="{0C4DC29B-3922-98A7-434D-1A2C0CF05E32}"/>
              </a:ext>
            </a:extLst>
          </p:cNvPr>
          <p:cNvSpPr/>
          <p:nvPr/>
        </p:nvSpPr>
        <p:spPr>
          <a:xfrm>
            <a:off x="8412885" y="1708886"/>
            <a:ext cx="4261252" cy="12275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(TM)</a:t>
            </a:r>
          </a:p>
        </p:txBody>
      </p: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72863FBD-4E14-1BDD-FA0C-6CCD33232CE1}"/>
              </a:ext>
            </a:extLst>
          </p:cNvPr>
          <p:cNvCxnSpPr>
            <a:cxnSpLocks/>
            <a:stCxn id="161" idx="0"/>
          </p:cNvCxnSpPr>
          <p:nvPr/>
        </p:nvCxnSpPr>
        <p:spPr>
          <a:xfrm flipV="1">
            <a:off x="11581786" y="2923883"/>
            <a:ext cx="0" cy="478054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hteck 166">
            <a:extLst>
              <a:ext uri="{FF2B5EF4-FFF2-40B4-BE49-F238E27FC236}">
                <a16:creationId xmlns:a16="http://schemas.microsoft.com/office/drawing/2014/main" id="{17883733-B1FF-EB88-14AE-EB2805351620}"/>
              </a:ext>
            </a:extLst>
          </p:cNvPr>
          <p:cNvSpPr/>
          <p:nvPr/>
        </p:nvSpPr>
        <p:spPr>
          <a:xfrm>
            <a:off x="10605475" y="2147029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sp>
        <p:nvSpPr>
          <p:cNvPr id="168" name="Rechteck 167">
            <a:extLst>
              <a:ext uri="{FF2B5EF4-FFF2-40B4-BE49-F238E27FC236}">
                <a16:creationId xmlns:a16="http://schemas.microsoft.com/office/drawing/2014/main" id="{C1F7D2AA-F34E-B897-F582-06FEF7D8AE02}"/>
              </a:ext>
            </a:extLst>
          </p:cNvPr>
          <p:cNvSpPr/>
          <p:nvPr/>
        </p:nvSpPr>
        <p:spPr>
          <a:xfrm>
            <a:off x="10605475" y="2506962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2)</a:t>
            </a:r>
          </a:p>
        </p:txBody>
      </p:sp>
      <p:sp>
        <p:nvSpPr>
          <p:cNvPr id="169" name="Rechteck 168">
            <a:extLst>
              <a:ext uri="{FF2B5EF4-FFF2-40B4-BE49-F238E27FC236}">
                <a16:creationId xmlns:a16="http://schemas.microsoft.com/office/drawing/2014/main" id="{2B56F04F-866D-4C09-6817-2FA926526C26}"/>
              </a:ext>
            </a:extLst>
          </p:cNvPr>
          <p:cNvSpPr/>
          <p:nvPr/>
        </p:nvSpPr>
        <p:spPr>
          <a:xfrm rot="10800000">
            <a:off x="9624008" y="3157406"/>
            <a:ext cx="62865" cy="46646"/>
          </a:xfrm>
          <a:prstGeom prst="rect">
            <a:avLst/>
          </a:prstGeom>
          <a:solidFill>
            <a:srgbClr val="E4F7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EB79CF5F-2A89-087C-7B4A-6AE46E3BA47D}"/>
              </a:ext>
            </a:extLst>
          </p:cNvPr>
          <p:cNvSpPr/>
          <p:nvPr/>
        </p:nvSpPr>
        <p:spPr>
          <a:xfrm rot="10800000">
            <a:off x="10341150" y="2573356"/>
            <a:ext cx="161599" cy="161599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1" name="Halbbogen 170">
            <a:extLst>
              <a:ext uri="{FF2B5EF4-FFF2-40B4-BE49-F238E27FC236}">
                <a16:creationId xmlns:a16="http://schemas.microsoft.com/office/drawing/2014/main" id="{CEED31DD-2D3B-ED7A-0085-3D816B5168D6}"/>
              </a:ext>
            </a:extLst>
          </p:cNvPr>
          <p:cNvSpPr/>
          <p:nvPr/>
        </p:nvSpPr>
        <p:spPr>
          <a:xfrm rot="10800000">
            <a:off x="9533479" y="2967749"/>
            <a:ext cx="243923" cy="243923"/>
          </a:xfrm>
          <a:prstGeom prst="blockArc">
            <a:avLst>
              <a:gd name="adj1" fmla="val 10800000"/>
              <a:gd name="adj2" fmla="val 7"/>
              <a:gd name="adj3" fmla="val 93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72" name="Gerader Verbinder 171">
            <a:extLst>
              <a:ext uri="{FF2B5EF4-FFF2-40B4-BE49-F238E27FC236}">
                <a16:creationId xmlns:a16="http://schemas.microsoft.com/office/drawing/2014/main" id="{3394CA84-5881-AC2C-7801-495A2503623D}"/>
              </a:ext>
            </a:extLst>
          </p:cNvPr>
          <p:cNvCxnSpPr>
            <a:cxnSpLocks/>
            <a:stCxn id="169" idx="0"/>
          </p:cNvCxnSpPr>
          <p:nvPr/>
        </p:nvCxnSpPr>
        <p:spPr>
          <a:xfrm>
            <a:off x="9655440" y="3204052"/>
            <a:ext cx="1" cy="176104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Ellipse 172">
            <a:extLst>
              <a:ext uri="{FF2B5EF4-FFF2-40B4-BE49-F238E27FC236}">
                <a16:creationId xmlns:a16="http://schemas.microsoft.com/office/drawing/2014/main" id="{2030428A-3FB8-DFDB-962C-7EE2DB7D13F0}"/>
              </a:ext>
            </a:extLst>
          </p:cNvPr>
          <p:cNvSpPr/>
          <p:nvPr/>
        </p:nvSpPr>
        <p:spPr>
          <a:xfrm rot="10800000">
            <a:off x="10341150" y="2213424"/>
            <a:ext cx="161599" cy="161599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4" name="Gerader Verbinder 173">
            <a:extLst>
              <a:ext uri="{FF2B5EF4-FFF2-40B4-BE49-F238E27FC236}">
                <a16:creationId xmlns:a16="http://schemas.microsoft.com/office/drawing/2014/main" id="{5F8B5555-687B-0DF2-5201-9DCE1D3FD2B9}"/>
              </a:ext>
            </a:extLst>
          </p:cNvPr>
          <p:cNvCxnSpPr>
            <a:cxnSpLocks/>
            <a:endCxn id="170" idx="2"/>
          </p:cNvCxnSpPr>
          <p:nvPr/>
        </p:nvCxnSpPr>
        <p:spPr>
          <a:xfrm flipH="1">
            <a:off x="10502749" y="2650968"/>
            <a:ext cx="100751" cy="3187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Gerader Verbinder 174">
            <a:extLst>
              <a:ext uri="{FF2B5EF4-FFF2-40B4-BE49-F238E27FC236}">
                <a16:creationId xmlns:a16="http://schemas.microsoft.com/office/drawing/2014/main" id="{34D7DC66-E7EC-ED3B-4C81-580545E9C705}"/>
              </a:ext>
            </a:extLst>
          </p:cNvPr>
          <p:cNvCxnSpPr>
            <a:cxnSpLocks/>
            <a:stCxn id="167" idx="1"/>
            <a:endCxn id="173" idx="2"/>
          </p:cNvCxnSpPr>
          <p:nvPr/>
        </p:nvCxnSpPr>
        <p:spPr>
          <a:xfrm flipH="1" flipV="1">
            <a:off x="10502749" y="2294223"/>
            <a:ext cx="102726" cy="1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Gerader Verbinder 175">
            <a:extLst>
              <a:ext uri="{FF2B5EF4-FFF2-40B4-BE49-F238E27FC236}">
                <a16:creationId xmlns:a16="http://schemas.microsoft.com/office/drawing/2014/main" id="{3F201931-CA91-E431-70C8-B81876E213A9}"/>
              </a:ext>
            </a:extLst>
          </p:cNvPr>
          <p:cNvCxnSpPr>
            <a:cxnSpLocks/>
            <a:stCxn id="188" idx="3"/>
            <a:endCxn id="170" idx="5"/>
          </p:cNvCxnSpPr>
          <p:nvPr/>
        </p:nvCxnSpPr>
        <p:spPr>
          <a:xfrm>
            <a:off x="10232211" y="2469530"/>
            <a:ext cx="132605" cy="127492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7" name="Gruppieren 176">
            <a:extLst>
              <a:ext uri="{FF2B5EF4-FFF2-40B4-BE49-F238E27FC236}">
                <a16:creationId xmlns:a16="http://schemas.microsoft.com/office/drawing/2014/main" id="{A2B9E403-6AEB-D929-86A6-D55D7C46D365}"/>
              </a:ext>
            </a:extLst>
          </p:cNvPr>
          <p:cNvGrpSpPr/>
          <p:nvPr/>
        </p:nvGrpSpPr>
        <p:grpSpPr>
          <a:xfrm rot="5400000">
            <a:off x="8615455" y="3150814"/>
            <a:ext cx="300608" cy="161599"/>
            <a:chOff x="4202829" y="3371730"/>
            <a:chExt cx="300608" cy="161599"/>
          </a:xfrm>
        </p:grpSpPr>
        <p:sp>
          <p:nvSpPr>
            <p:cNvPr id="178" name="Ellipse 177">
              <a:extLst>
                <a:ext uri="{FF2B5EF4-FFF2-40B4-BE49-F238E27FC236}">
                  <a16:creationId xmlns:a16="http://schemas.microsoft.com/office/drawing/2014/main" id="{BEEC6EC7-68D8-14AF-153E-B5B09658ACB4}"/>
                </a:ext>
              </a:extLst>
            </p:cNvPr>
            <p:cNvSpPr/>
            <p:nvPr/>
          </p:nvSpPr>
          <p:spPr>
            <a:xfrm rot="10800000">
              <a:off x="4202829" y="3371730"/>
              <a:ext cx="161599" cy="1615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79" name="Gerader Verbinder 178">
              <a:extLst>
                <a:ext uri="{FF2B5EF4-FFF2-40B4-BE49-F238E27FC236}">
                  <a16:creationId xmlns:a16="http://schemas.microsoft.com/office/drawing/2014/main" id="{9FFA15BE-16C1-0087-959E-85D572AC8130}"/>
                </a:ext>
              </a:extLst>
            </p:cNvPr>
            <p:cNvCxnSpPr>
              <a:cxnSpLocks/>
              <a:endCxn id="178" idx="2"/>
            </p:cNvCxnSpPr>
            <p:nvPr/>
          </p:nvCxnSpPr>
          <p:spPr>
            <a:xfrm rot="16200000" flipH="1" flipV="1">
              <a:off x="4433931" y="3383023"/>
              <a:ext cx="3" cy="139009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uppieren 179">
            <a:extLst>
              <a:ext uri="{FF2B5EF4-FFF2-40B4-BE49-F238E27FC236}">
                <a16:creationId xmlns:a16="http://schemas.microsoft.com/office/drawing/2014/main" id="{55338191-95AF-99C9-660A-5905E7279838}"/>
              </a:ext>
            </a:extLst>
          </p:cNvPr>
          <p:cNvGrpSpPr/>
          <p:nvPr/>
        </p:nvGrpSpPr>
        <p:grpSpPr>
          <a:xfrm rot="10800000">
            <a:off x="8644477" y="2936424"/>
            <a:ext cx="243923" cy="340818"/>
            <a:chOff x="4863444" y="3290825"/>
            <a:chExt cx="243923" cy="340818"/>
          </a:xfrm>
        </p:grpSpPr>
        <p:sp>
          <p:nvSpPr>
            <p:cNvPr id="181" name="Halbbogen 180">
              <a:extLst>
                <a:ext uri="{FF2B5EF4-FFF2-40B4-BE49-F238E27FC236}">
                  <a16:creationId xmlns:a16="http://schemas.microsoft.com/office/drawing/2014/main" id="{2561AFBD-09F5-32C7-535F-66DE5B6C8CE4}"/>
                </a:ext>
              </a:extLst>
            </p:cNvPr>
            <p:cNvSpPr/>
            <p:nvPr/>
          </p:nvSpPr>
          <p:spPr>
            <a:xfrm rot="10800000">
              <a:off x="4863444" y="3290825"/>
              <a:ext cx="243923" cy="243923"/>
            </a:xfrm>
            <a:prstGeom prst="blockArc">
              <a:avLst>
                <a:gd name="adj1" fmla="val 10800000"/>
                <a:gd name="adj2" fmla="val 7"/>
                <a:gd name="adj3" fmla="val 9369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cxnSp>
          <p:nvCxnSpPr>
            <p:cNvPr id="182" name="Gerader Verbinder 181">
              <a:extLst>
                <a:ext uri="{FF2B5EF4-FFF2-40B4-BE49-F238E27FC236}">
                  <a16:creationId xmlns:a16="http://schemas.microsoft.com/office/drawing/2014/main" id="{EB49BD0F-E51E-4056-A9FD-BBA5CC281690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985404" y="3527128"/>
              <a:ext cx="680" cy="1045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4" name="Gerade Verbindung mit Pfeil 183">
            <a:extLst>
              <a:ext uri="{FF2B5EF4-FFF2-40B4-BE49-F238E27FC236}">
                <a16:creationId xmlns:a16="http://schemas.microsoft.com/office/drawing/2014/main" id="{73DBD85E-2CCD-4CF7-FEBC-33D2FD5297D4}"/>
              </a:ext>
            </a:extLst>
          </p:cNvPr>
          <p:cNvCxnSpPr/>
          <p:nvPr/>
        </p:nvCxnSpPr>
        <p:spPr>
          <a:xfrm>
            <a:off x="8568277" y="2967748"/>
            <a:ext cx="0" cy="30598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hteck 187">
            <a:extLst>
              <a:ext uri="{FF2B5EF4-FFF2-40B4-BE49-F238E27FC236}">
                <a16:creationId xmlns:a16="http://schemas.microsoft.com/office/drawing/2014/main" id="{E9721E6E-9C5B-9C39-5997-639C3C78FD6B}"/>
              </a:ext>
            </a:extLst>
          </p:cNvPr>
          <p:cNvSpPr/>
          <p:nvPr/>
        </p:nvSpPr>
        <p:spPr>
          <a:xfrm>
            <a:off x="9295606" y="2211996"/>
            <a:ext cx="936605" cy="5150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Transport- Proxy</a:t>
            </a:r>
          </a:p>
        </p:txBody>
      </p:sp>
      <p:sp>
        <p:nvSpPr>
          <p:cNvPr id="190" name="Rechteck 189">
            <a:extLst>
              <a:ext uri="{FF2B5EF4-FFF2-40B4-BE49-F238E27FC236}">
                <a16:creationId xmlns:a16="http://schemas.microsoft.com/office/drawing/2014/main" id="{76A23B32-C3E0-1B49-31EC-94862BA01BAF}"/>
              </a:ext>
            </a:extLst>
          </p:cNvPr>
          <p:cNvSpPr/>
          <p:nvPr/>
        </p:nvSpPr>
        <p:spPr>
          <a:xfrm>
            <a:off x="5775279" y="313727"/>
            <a:ext cx="1343401" cy="33751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3" name="Gruppieren 192">
            <a:extLst>
              <a:ext uri="{FF2B5EF4-FFF2-40B4-BE49-F238E27FC236}">
                <a16:creationId xmlns:a16="http://schemas.microsoft.com/office/drawing/2014/main" id="{88BE8DA2-646F-36E1-ECC8-F46C98C6FF49}"/>
              </a:ext>
            </a:extLst>
          </p:cNvPr>
          <p:cNvGrpSpPr/>
          <p:nvPr/>
        </p:nvGrpSpPr>
        <p:grpSpPr>
          <a:xfrm rot="16200000">
            <a:off x="9435582" y="2866122"/>
            <a:ext cx="439716" cy="161599"/>
            <a:chOff x="4202829" y="3371730"/>
            <a:chExt cx="439716" cy="161599"/>
          </a:xfrm>
        </p:grpSpPr>
        <p:sp>
          <p:nvSpPr>
            <p:cNvPr id="194" name="Ellipse 193">
              <a:extLst>
                <a:ext uri="{FF2B5EF4-FFF2-40B4-BE49-F238E27FC236}">
                  <a16:creationId xmlns:a16="http://schemas.microsoft.com/office/drawing/2014/main" id="{594099A1-4794-3BD5-740F-E2EA2E8C1AE6}"/>
                </a:ext>
              </a:extLst>
            </p:cNvPr>
            <p:cNvSpPr/>
            <p:nvPr/>
          </p:nvSpPr>
          <p:spPr>
            <a:xfrm rot="10800000">
              <a:off x="4202829" y="3371730"/>
              <a:ext cx="161599" cy="1615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195" name="Gerader Verbinder 194">
              <a:extLst>
                <a:ext uri="{FF2B5EF4-FFF2-40B4-BE49-F238E27FC236}">
                  <a16:creationId xmlns:a16="http://schemas.microsoft.com/office/drawing/2014/main" id="{E4B43E52-7204-2533-BE03-A9EFAD6D1E9C}"/>
                </a:ext>
              </a:extLst>
            </p:cNvPr>
            <p:cNvCxnSpPr>
              <a:cxnSpLocks/>
              <a:endCxn id="194" idx="2"/>
            </p:cNvCxnSpPr>
            <p:nvPr/>
          </p:nvCxnSpPr>
          <p:spPr>
            <a:xfrm rot="5400000">
              <a:off x="4503485" y="3313470"/>
              <a:ext cx="3" cy="2781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" name="Textfeld 199">
            <a:extLst>
              <a:ext uri="{FF2B5EF4-FFF2-40B4-BE49-F238E27FC236}">
                <a16:creationId xmlns:a16="http://schemas.microsoft.com/office/drawing/2014/main" id="{21A4DB2A-8608-70E1-8274-CD142B2328F5}"/>
              </a:ext>
            </a:extLst>
          </p:cNvPr>
          <p:cNvSpPr txBox="1"/>
          <p:nvPr/>
        </p:nvSpPr>
        <p:spPr>
          <a:xfrm>
            <a:off x="8382260" y="2208642"/>
            <a:ext cx="915321" cy="7386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de-DE" sz="1400" dirty="0" err="1"/>
              <a:t>Konfig</a:t>
            </a:r>
            <a:r>
              <a:rPr lang="de-DE" sz="1400" dirty="0"/>
              <a:t>. zur   Proxy-Anbindung</a:t>
            </a:r>
          </a:p>
        </p:txBody>
      </p:sp>
      <p:cxnSp>
        <p:nvCxnSpPr>
          <p:cNvPr id="203" name="Gerade Verbindung mit Pfeil 202">
            <a:extLst>
              <a:ext uri="{FF2B5EF4-FFF2-40B4-BE49-F238E27FC236}">
                <a16:creationId xmlns:a16="http://schemas.microsoft.com/office/drawing/2014/main" id="{36511423-93A2-18B0-84A1-D497E8C71B3F}"/>
              </a:ext>
            </a:extLst>
          </p:cNvPr>
          <p:cNvCxnSpPr>
            <a:cxnSpLocks/>
          </p:cNvCxnSpPr>
          <p:nvPr/>
        </p:nvCxnSpPr>
        <p:spPr>
          <a:xfrm>
            <a:off x="4108225" y="2684155"/>
            <a:ext cx="0" cy="58195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72B5D6BE-F1DE-826D-0916-6E352BFBB65C}"/>
              </a:ext>
            </a:extLst>
          </p:cNvPr>
          <p:cNvSpPr txBox="1"/>
          <p:nvPr/>
        </p:nvSpPr>
        <p:spPr>
          <a:xfrm>
            <a:off x="919727" y="2866170"/>
            <a:ext cx="892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Browsen</a:t>
            </a:r>
          </a:p>
        </p:txBody>
      </p:sp>
    </p:spTree>
    <p:extLst>
      <p:ext uri="{BB962C8B-B14F-4D97-AF65-F5344CB8AC3E}">
        <p14:creationId xmlns:p14="http://schemas.microsoft.com/office/powerpoint/2010/main" val="1246871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5278F0-9977-BA66-4219-9200933A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83907C1-8B17-2B1B-9A3E-079210AD03AB}"/>
              </a:ext>
            </a:extLst>
          </p:cNvPr>
          <p:cNvSpPr/>
          <p:nvPr/>
        </p:nvSpPr>
        <p:spPr>
          <a:xfrm>
            <a:off x="5279208" y="1551907"/>
            <a:ext cx="4442371" cy="32676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A128FEC-7652-E2EC-CE19-A46B65523E7D}"/>
              </a:ext>
            </a:extLst>
          </p:cNvPr>
          <p:cNvSpPr/>
          <p:nvPr/>
        </p:nvSpPr>
        <p:spPr>
          <a:xfrm>
            <a:off x="5279208" y="4821287"/>
            <a:ext cx="4441438" cy="67093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>
                <a:solidFill>
                  <a:schemeClr val="bg2">
                    <a:lumMod val="10000"/>
                  </a:schemeClr>
                </a:solidFill>
              </a:rPr>
              <a:t>Erzeugung durch das TM</a:t>
            </a:r>
            <a:endParaRPr lang="de-DE" sz="20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27F01E-79AB-174E-0F82-3BB9BFCF2D98}"/>
              </a:ext>
            </a:extLst>
          </p:cNvPr>
          <p:cNvSpPr/>
          <p:nvPr/>
        </p:nvSpPr>
        <p:spPr>
          <a:xfrm>
            <a:off x="5486198" y="3268648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04A445D-0053-8E52-0483-E546E6734A5D}"/>
              </a:ext>
            </a:extLst>
          </p:cNvPr>
          <p:cNvSpPr/>
          <p:nvPr/>
        </p:nvSpPr>
        <p:spPr>
          <a:xfrm>
            <a:off x="5419739" y="3337228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1C4C3D8-25FA-4D57-4CE9-F7529A4F3597}"/>
              </a:ext>
            </a:extLst>
          </p:cNvPr>
          <p:cNvSpPr/>
          <p:nvPr/>
        </p:nvSpPr>
        <p:spPr>
          <a:xfrm>
            <a:off x="5419739" y="3337228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E6C4AD9-CD9B-23A2-B7F3-91F07F9084E8}"/>
              </a:ext>
            </a:extLst>
          </p:cNvPr>
          <p:cNvSpPr/>
          <p:nvPr/>
        </p:nvSpPr>
        <p:spPr>
          <a:xfrm>
            <a:off x="7500401" y="3270995"/>
            <a:ext cx="2068661" cy="1434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0CA43BF-1858-AFB5-8150-5D4F4072573D}"/>
              </a:ext>
            </a:extLst>
          </p:cNvPr>
          <p:cNvSpPr/>
          <p:nvPr/>
        </p:nvSpPr>
        <p:spPr>
          <a:xfrm>
            <a:off x="7886789" y="3880957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FE26FE1-6D4E-31E8-674F-903AAEE11FAF}"/>
              </a:ext>
            </a:extLst>
          </p:cNvPr>
          <p:cNvSpPr/>
          <p:nvPr/>
        </p:nvSpPr>
        <p:spPr>
          <a:xfrm>
            <a:off x="7612419" y="3371338"/>
            <a:ext cx="1846567" cy="319263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3B1721B-F151-CC59-4FF7-28A4844C2EAD}"/>
              </a:ext>
            </a:extLst>
          </p:cNvPr>
          <p:cNvSpPr/>
          <p:nvPr/>
        </p:nvSpPr>
        <p:spPr>
          <a:xfrm>
            <a:off x="8735760" y="3876824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9BB4C1B-2FE6-D666-B658-236984B6DAB8}"/>
              </a:ext>
            </a:extLst>
          </p:cNvPr>
          <p:cNvCxnSpPr>
            <a:cxnSpLocks/>
            <a:stCxn id="10" idx="2"/>
            <a:endCxn id="9" idx="7"/>
          </p:cNvCxnSpPr>
          <p:nvPr/>
        </p:nvCxnSpPr>
        <p:spPr>
          <a:xfrm flipH="1">
            <a:off x="8295444" y="3690601"/>
            <a:ext cx="240259" cy="26047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42E3D46-E790-DABF-500E-DD99A29A4924}"/>
              </a:ext>
            </a:extLst>
          </p:cNvPr>
          <p:cNvCxnSpPr>
            <a:cxnSpLocks/>
            <a:stCxn id="10" idx="2"/>
            <a:endCxn id="11" idx="1"/>
          </p:cNvCxnSpPr>
          <p:nvPr/>
        </p:nvCxnSpPr>
        <p:spPr>
          <a:xfrm>
            <a:off x="8535703" y="3690601"/>
            <a:ext cx="270171" cy="256337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D97A9E4C-005F-40DC-A969-5A9840E3E0F9}"/>
              </a:ext>
            </a:extLst>
          </p:cNvPr>
          <p:cNvSpPr/>
          <p:nvPr/>
        </p:nvSpPr>
        <p:spPr>
          <a:xfrm>
            <a:off x="7021013" y="1673044"/>
            <a:ext cx="2548049" cy="12275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91802130-A5EC-40F4-2AF5-1CF928ABBB61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8535703" y="2900582"/>
            <a:ext cx="0" cy="470756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FC76588A-7C7A-7679-347F-49ED65D3BB94}"/>
              </a:ext>
            </a:extLst>
          </p:cNvPr>
          <p:cNvSpPr/>
          <p:nvPr/>
        </p:nvSpPr>
        <p:spPr>
          <a:xfrm>
            <a:off x="7500400" y="2041115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6095945-A478-2380-73B7-8EA07C93FEA7}"/>
              </a:ext>
            </a:extLst>
          </p:cNvPr>
          <p:cNvSpPr/>
          <p:nvPr/>
        </p:nvSpPr>
        <p:spPr>
          <a:xfrm>
            <a:off x="836837" y="1553668"/>
            <a:ext cx="4442371" cy="326761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A0822E7-DF60-63BB-2319-B6A7F6E0D499}"/>
              </a:ext>
            </a:extLst>
          </p:cNvPr>
          <p:cNvSpPr/>
          <p:nvPr/>
        </p:nvSpPr>
        <p:spPr>
          <a:xfrm>
            <a:off x="836837" y="4823048"/>
            <a:ext cx="4441438" cy="67093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Erzeugung durch die LEA </a:t>
            </a:r>
          </a:p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(mittels OPC UA Methoden)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672BDD3-D635-D5BA-4581-974869F9820E}"/>
              </a:ext>
            </a:extLst>
          </p:cNvPr>
          <p:cNvSpPr/>
          <p:nvPr/>
        </p:nvSpPr>
        <p:spPr>
          <a:xfrm>
            <a:off x="3058030" y="3272756"/>
            <a:ext cx="2068661" cy="1434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B2D391B1-E6ED-FA77-5CE0-3A6ABA9BD7D9}"/>
              </a:ext>
            </a:extLst>
          </p:cNvPr>
          <p:cNvSpPr/>
          <p:nvPr/>
        </p:nvSpPr>
        <p:spPr>
          <a:xfrm>
            <a:off x="3444418" y="3882718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06BF2310-5222-F595-89CC-FB5524DCFC32}"/>
              </a:ext>
            </a:extLst>
          </p:cNvPr>
          <p:cNvSpPr/>
          <p:nvPr/>
        </p:nvSpPr>
        <p:spPr>
          <a:xfrm>
            <a:off x="3170048" y="3373099"/>
            <a:ext cx="1846567" cy="319263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8159D4BB-840A-4A1D-2568-41AB883792C0}"/>
              </a:ext>
            </a:extLst>
          </p:cNvPr>
          <p:cNvSpPr/>
          <p:nvPr/>
        </p:nvSpPr>
        <p:spPr>
          <a:xfrm>
            <a:off x="4293389" y="3878585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2BBE57BB-D1E5-D95B-785F-2AE947A0AB57}"/>
              </a:ext>
            </a:extLst>
          </p:cNvPr>
          <p:cNvCxnSpPr>
            <a:cxnSpLocks/>
            <a:stCxn id="42" idx="2"/>
            <a:endCxn id="41" idx="7"/>
          </p:cNvCxnSpPr>
          <p:nvPr/>
        </p:nvCxnSpPr>
        <p:spPr>
          <a:xfrm flipH="1">
            <a:off x="3853073" y="3692362"/>
            <a:ext cx="240259" cy="26047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98B3D1B9-7A73-C01A-651D-D86F38257D87}"/>
              </a:ext>
            </a:extLst>
          </p:cNvPr>
          <p:cNvCxnSpPr>
            <a:cxnSpLocks/>
            <a:stCxn id="42" idx="2"/>
            <a:endCxn id="43" idx="1"/>
          </p:cNvCxnSpPr>
          <p:nvPr/>
        </p:nvCxnSpPr>
        <p:spPr>
          <a:xfrm>
            <a:off x="4093332" y="3692362"/>
            <a:ext cx="270171" cy="256337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B229A281-65C8-D681-4FC1-18346C947752}"/>
              </a:ext>
            </a:extLst>
          </p:cNvPr>
          <p:cNvSpPr/>
          <p:nvPr/>
        </p:nvSpPr>
        <p:spPr>
          <a:xfrm>
            <a:off x="2948061" y="1674805"/>
            <a:ext cx="2178630" cy="12275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03BF64D8-5B78-0F81-2956-CE7634F6A098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4093332" y="2900582"/>
            <a:ext cx="0" cy="472517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hteck 47">
            <a:extLst>
              <a:ext uri="{FF2B5EF4-FFF2-40B4-BE49-F238E27FC236}">
                <a16:creationId xmlns:a16="http://schemas.microsoft.com/office/drawing/2014/main" id="{77B224BC-BF49-B5D5-4982-387968121C59}"/>
              </a:ext>
            </a:extLst>
          </p:cNvPr>
          <p:cNvSpPr/>
          <p:nvPr/>
        </p:nvSpPr>
        <p:spPr>
          <a:xfrm>
            <a:off x="3058029" y="2036748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70D19103-6CF0-97E9-2676-19DB7FD52EC6}"/>
              </a:ext>
            </a:extLst>
          </p:cNvPr>
          <p:cNvSpPr/>
          <p:nvPr/>
        </p:nvSpPr>
        <p:spPr>
          <a:xfrm>
            <a:off x="1046855" y="3266575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A60E4CBD-1AFC-BCC7-04E8-4DC24546D7E3}"/>
              </a:ext>
            </a:extLst>
          </p:cNvPr>
          <p:cNvSpPr/>
          <p:nvPr/>
        </p:nvSpPr>
        <p:spPr>
          <a:xfrm>
            <a:off x="980396" y="3335155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C2B9EB0A-E28F-A8A2-19A4-C5C1C7810919}"/>
              </a:ext>
            </a:extLst>
          </p:cNvPr>
          <p:cNvSpPr/>
          <p:nvPr/>
        </p:nvSpPr>
        <p:spPr>
          <a:xfrm>
            <a:off x="980396" y="3335155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5A44759-9F60-5361-0163-0C9DFEE46B38}"/>
              </a:ext>
            </a:extLst>
          </p:cNvPr>
          <p:cNvGrpSpPr/>
          <p:nvPr/>
        </p:nvGrpSpPr>
        <p:grpSpPr>
          <a:xfrm>
            <a:off x="1548884" y="2804496"/>
            <a:ext cx="243923" cy="243923"/>
            <a:chOff x="6593218" y="2547589"/>
            <a:chExt cx="243923" cy="243923"/>
          </a:xfrm>
        </p:grpSpPr>
        <p:sp>
          <p:nvSpPr>
            <p:cNvPr id="97" name="Ellipse 96">
              <a:extLst>
                <a:ext uri="{FF2B5EF4-FFF2-40B4-BE49-F238E27FC236}">
                  <a16:creationId xmlns:a16="http://schemas.microsoft.com/office/drawing/2014/main" id="{645794DD-E2BA-EC4A-7134-062B64631337}"/>
                </a:ext>
              </a:extLst>
            </p:cNvPr>
            <p:cNvSpPr/>
            <p:nvPr/>
          </p:nvSpPr>
          <p:spPr>
            <a:xfrm rot="5400000">
              <a:off x="6635032" y="2581869"/>
              <a:ext cx="161599" cy="1615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Halbbogen 94">
              <a:extLst>
                <a:ext uri="{FF2B5EF4-FFF2-40B4-BE49-F238E27FC236}">
                  <a16:creationId xmlns:a16="http://schemas.microsoft.com/office/drawing/2014/main" id="{7AF676A3-E2BA-0857-70A1-1D58F603D974}"/>
                </a:ext>
              </a:extLst>
            </p:cNvPr>
            <p:cNvSpPr/>
            <p:nvPr/>
          </p:nvSpPr>
          <p:spPr>
            <a:xfrm rot="10800000">
              <a:off x="6593218" y="2547589"/>
              <a:ext cx="243923" cy="243923"/>
            </a:xfrm>
            <a:prstGeom prst="blockArc">
              <a:avLst>
                <a:gd name="adj1" fmla="val 10800000"/>
                <a:gd name="adj2" fmla="val 7"/>
                <a:gd name="adj3" fmla="val 936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D63A13C0-1AEC-25E1-EF02-4F4A33B3A40E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1670845" y="3048419"/>
            <a:ext cx="1" cy="286736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78673B8D-7328-477D-DAC6-CAE36DB9FB0B}"/>
              </a:ext>
            </a:extLst>
          </p:cNvPr>
          <p:cNvCxnSpPr>
            <a:cxnSpLocks/>
            <a:stCxn id="30" idx="1"/>
            <a:endCxn id="97" idx="2"/>
          </p:cNvCxnSpPr>
          <p:nvPr/>
        </p:nvCxnSpPr>
        <p:spPr>
          <a:xfrm rot="10800000" flipV="1">
            <a:off x="1671497" y="2573266"/>
            <a:ext cx="1124048" cy="265509"/>
          </a:xfrm>
          <a:prstGeom prst="bentConnector2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BC90B90C-57A1-D7DA-E883-010CEDE0175C}"/>
              </a:ext>
            </a:extLst>
          </p:cNvPr>
          <p:cNvSpPr/>
          <p:nvPr/>
        </p:nvSpPr>
        <p:spPr>
          <a:xfrm>
            <a:off x="3059002" y="2420986"/>
            <a:ext cx="1957613" cy="294389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2)</a:t>
            </a:r>
          </a:p>
        </p:txBody>
      </p:sp>
      <p:pic>
        <p:nvPicPr>
          <p:cNvPr id="30" name="Grafik 29" descr="Marke folgen mit einfarbiger Füllung">
            <a:extLst>
              <a:ext uri="{FF2B5EF4-FFF2-40B4-BE49-F238E27FC236}">
                <a16:creationId xmlns:a16="http://schemas.microsoft.com/office/drawing/2014/main" id="{88E6F090-FD6E-0260-CC5F-CEA13B0779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5545" y="2405576"/>
            <a:ext cx="335382" cy="335382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CCD50FB4-440E-3D7C-2E2F-4419B43B1C84}"/>
              </a:ext>
            </a:extLst>
          </p:cNvPr>
          <p:cNvSpPr/>
          <p:nvPr/>
        </p:nvSpPr>
        <p:spPr>
          <a:xfrm>
            <a:off x="7499927" y="2418144"/>
            <a:ext cx="1957613" cy="294389"/>
          </a:xfrm>
          <a:prstGeom prst="rect">
            <a:avLst/>
          </a:prstGeom>
          <a:solidFill>
            <a:schemeClr val="accent5">
              <a:lumMod val="50000"/>
              <a:alpha val="2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2)</a:t>
            </a:r>
          </a:p>
        </p:txBody>
      </p:sp>
      <p:pic>
        <p:nvPicPr>
          <p:cNvPr id="38" name="Grafik 37" descr="Marke folgen mit einfarbiger Füllung">
            <a:extLst>
              <a:ext uri="{FF2B5EF4-FFF2-40B4-BE49-F238E27FC236}">
                <a16:creationId xmlns:a16="http://schemas.microsoft.com/office/drawing/2014/main" id="{81DB112E-3615-43E9-A35C-BA566C7E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46881" y="2392926"/>
            <a:ext cx="335382" cy="335382"/>
          </a:xfrm>
          <a:prstGeom prst="rect">
            <a:avLst/>
          </a:prstGeom>
        </p:spPr>
      </p:pic>
      <p:cxnSp>
        <p:nvCxnSpPr>
          <p:cNvPr id="50" name="Verbinder: gekrümmt 49">
            <a:extLst>
              <a:ext uri="{FF2B5EF4-FFF2-40B4-BE49-F238E27FC236}">
                <a16:creationId xmlns:a16="http://schemas.microsoft.com/office/drawing/2014/main" id="{A386ED33-1E28-62B6-F6D5-857920A29863}"/>
              </a:ext>
            </a:extLst>
          </p:cNvPr>
          <p:cNvCxnSpPr>
            <a:cxnSpLocks/>
            <a:stCxn id="14" idx="1"/>
            <a:endCxn id="38" idx="1"/>
          </p:cNvCxnSpPr>
          <p:nvPr/>
        </p:nvCxnSpPr>
        <p:spPr>
          <a:xfrm rot="10800000" flipH="1" flipV="1">
            <a:off x="7021013" y="2286813"/>
            <a:ext cx="225868" cy="273804"/>
          </a:xfrm>
          <a:prstGeom prst="curvedConnector3">
            <a:avLst>
              <a:gd name="adj1" fmla="val -101210"/>
            </a:avLst>
          </a:prstGeom>
          <a:ln w="28575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Verbinder: gewinkelt 52">
            <a:extLst>
              <a:ext uri="{FF2B5EF4-FFF2-40B4-BE49-F238E27FC236}">
                <a16:creationId xmlns:a16="http://schemas.microsoft.com/office/drawing/2014/main" id="{74C2E424-5D42-7145-4392-4D77FEE9F4EC}"/>
              </a:ext>
            </a:extLst>
          </p:cNvPr>
          <p:cNvCxnSpPr>
            <a:cxnSpLocks/>
          </p:cNvCxnSpPr>
          <p:nvPr/>
        </p:nvCxnSpPr>
        <p:spPr>
          <a:xfrm rot="5400000">
            <a:off x="6134493" y="2445214"/>
            <a:ext cx="1133086" cy="650947"/>
          </a:xfrm>
          <a:prstGeom prst="bentConnector3">
            <a:avLst>
              <a:gd name="adj1" fmla="val 123"/>
            </a:avLst>
          </a:prstGeom>
          <a:ln w="28575">
            <a:solidFill>
              <a:schemeClr val="bg1">
                <a:lumMod val="65000"/>
              </a:schemeClr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>
            <a:extLst>
              <a:ext uri="{FF2B5EF4-FFF2-40B4-BE49-F238E27FC236}">
                <a16:creationId xmlns:a16="http://schemas.microsoft.com/office/drawing/2014/main" id="{5EEE4607-79E0-7667-19FA-7B1B52290D22}"/>
              </a:ext>
            </a:extLst>
          </p:cNvPr>
          <p:cNvSpPr txBox="1"/>
          <p:nvPr/>
        </p:nvSpPr>
        <p:spPr>
          <a:xfrm>
            <a:off x="5446997" y="1865222"/>
            <a:ext cx="140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Überwachen</a:t>
            </a:r>
          </a:p>
        </p:txBody>
      </p:sp>
      <p:pic>
        <p:nvPicPr>
          <p:cNvPr id="62" name="Grafik 61" descr="Lupe mit einfarbiger Füllung">
            <a:extLst>
              <a:ext uri="{FF2B5EF4-FFF2-40B4-BE49-F238E27FC236}">
                <a16:creationId xmlns:a16="http://schemas.microsoft.com/office/drawing/2014/main" id="{AA540AE2-139B-4A68-2755-047583726C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062756" y="2489218"/>
            <a:ext cx="630555" cy="63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018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8CEC2-2C82-CDDE-AA1F-2503486F3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7F387F-9458-223E-A4A4-7E5DD3F3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E3458B7-B7D3-FF1B-246B-98579967C72D}"/>
              </a:ext>
            </a:extLst>
          </p:cNvPr>
          <p:cNvSpPr/>
          <p:nvPr/>
        </p:nvSpPr>
        <p:spPr>
          <a:xfrm>
            <a:off x="1440666" y="1584560"/>
            <a:ext cx="4442371" cy="326761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B0D8BF-C208-9F18-E45E-22E8C8FA5A53}"/>
              </a:ext>
            </a:extLst>
          </p:cNvPr>
          <p:cNvSpPr/>
          <p:nvPr/>
        </p:nvSpPr>
        <p:spPr>
          <a:xfrm>
            <a:off x="1440666" y="4853940"/>
            <a:ext cx="4441438" cy="67093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Transportknotenermittlung durch das TM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541FE5C-C88A-73FD-0DA8-5E4DB2E7EE45}"/>
              </a:ext>
            </a:extLst>
          </p:cNvPr>
          <p:cNvSpPr/>
          <p:nvPr/>
        </p:nvSpPr>
        <p:spPr>
          <a:xfrm>
            <a:off x="1647656" y="3301301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19BFFA6-BC53-5C3E-EB52-2148B513DE28}"/>
              </a:ext>
            </a:extLst>
          </p:cNvPr>
          <p:cNvSpPr/>
          <p:nvPr/>
        </p:nvSpPr>
        <p:spPr>
          <a:xfrm>
            <a:off x="1581197" y="3369881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7B621EE-3F45-657E-D17E-F8BA3F6493C3}"/>
              </a:ext>
            </a:extLst>
          </p:cNvPr>
          <p:cNvSpPr/>
          <p:nvPr/>
        </p:nvSpPr>
        <p:spPr>
          <a:xfrm>
            <a:off x="1581197" y="3369881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6FFF57E-11D1-3D12-6804-23718BB887F5}"/>
              </a:ext>
            </a:extLst>
          </p:cNvPr>
          <p:cNvSpPr/>
          <p:nvPr/>
        </p:nvSpPr>
        <p:spPr>
          <a:xfrm>
            <a:off x="3661859" y="3303648"/>
            <a:ext cx="2068661" cy="1434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929795F-30BB-15AB-31F6-F77A4C85D036}"/>
              </a:ext>
            </a:extLst>
          </p:cNvPr>
          <p:cNvSpPr/>
          <p:nvPr/>
        </p:nvSpPr>
        <p:spPr>
          <a:xfrm>
            <a:off x="4048247" y="3913610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EA4E43E-5F02-6F9A-50C3-E4F185CFA991}"/>
              </a:ext>
            </a:extLst>
          </p:cNvPr>
          <p:cNvSpPr/>
          <p:nvPr/>
        </p:nvSpPr>
        <p:spPr>
          <a:xfrm>
            <a:off x="3773877" y="3403991"/>
            <a:ext cx="1846567" cy="319263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CD61736-063D-D17E-7060-5B44ECB8569C}"/>
              </a:ext>
            </a:extLst>
          </p:cNvPr>
          <p:cNvSpPr/>
          <p:nvPr/>
        </p:nvSpPr>
        <p:spPr>
          <a:xfrm>
            <a:off x="4897218" y="3909477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1DD7347D-8D15-10AC-CD52-9FFC8F0E99CA}"/>
              </a:ext>
            </a:extLst>
          </p:cNvPr>
          <p:cNvCxnSpPr>
            <a:cxnSpLocks/>
            <a:stCxn id="10" idx="2"/>
            <a:endCxn id="9" idx="7"/>
          </p:cNvCxnSpPr>
          <p:nvPr/>
        </p:nvCxnSpPr>
        <p:spPr>
          <a:xfrm flipH="1">
            <a:off x="4456902" y="3723254"/>
            <a:ext cx="240259" cy="26047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53FDB94-3BAE-C1A5-1166-AD60D46915BB}"/>
              </a:ext>
            </a:extLst>
          </p:cNvPr>
          <p:cNvCxnSpPr>
            <a:cxnSpLocks/>
            <a:stCxn id="10" idx="2"/>
            <a:endCxn id="11" idx="1"/>
          </p:cNvCxnSpPr>
          <p:nvPr/>
        </p:nvCxnSpPr>
        <p:spPr>
          <a:xfrm>
            <a:off x="4697161" y="3723254"/>
            <a:ext cx="270171" cy="256337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37BCA5BB-B5C9-E59B-57E0-12668C6B4DFE}"/>
              </a:ext>
            </a:extLst>
          </p:cNvPr>
          <p:cNvSpPr/>
          <p:nvPr/>
        </p:nvSpPr>
        <p:spPr>
          <a:xfrm>
            <a:off x="3550024" y="1705697"/>
            <a:ext cx="2180496" cy="12275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C5C73D5-115B-7C5B-C6F6-5649D06E0A40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4697161" y="2933235"/>
            <a:ext cx="0" cy="470756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83F03A94-063D-F9C1-5F5E-E8789EF42951}"/>
              </a:ext>
            </a:extLst>
          </p:cNvPr>
          <p:cNvSpPr/>
          <p:nvPr/>
        </p:nvSpPr>
        <p:spPr>
          <a:xfrm>
            <a:off x="3661858" y="2143840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7A588E4-FD7C-375D-7A8C-73A1A88C54E6}"/>
              </a:ext>
            </a:extLst>
          </p:cNvPr>
          <p:cNvSpPr/>
          <p:nvPr/>
        </p:nvSpPr>
        <p:spPr>
          <a:xfrm>
            <a:off x="3661858" y="2503773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2)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EE62765-392C-47BD-FD2F-F4540C55339E}"/>
              </a:ext>
            </a:extLst>
          </p:cNvPr>
          <p:cNvSpPr/>
          <p:nvPr/>
        </p:nvSpPr>
        <p:spPr>
          <a:xfrm>
            <a:off x="5881171" y="1586321"/>
            <a:ext cx="4442371" cy="32676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7F2E9B7-4B90-1F93-C4AA-14BFBAA42298}"/>
              </a:ext>
            </a:extLst>
          </p:cNvPr>
          <p:cNvSpPr/>
          <p:nvPr/>
        </p:nvSpPr>
        <p:spPr>
          <a:xfrm>
            <a:off x="5881171" y="4855701"/>
            <a:ext cx="4441438" cy="670935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>
                    <a:lumMod val="10000"/>
                  </a:schemeClr>
                </a:solidFill>
              </a:rPr>
              <a:t>Transportknotenermittlung durch die LEAs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F0B5EFBD-ECE2-DEEB-0ABF-55A8CEF93E90}"/>
              </a:ext>
            </a:extLst>
          </p:cNvPr>
          <p:cNvSpPr/>
          <p:nvPr/>
        </p:nvSpPr>
        <p:spPr>
          <a:xfrm>
            <a:off x="8102364" y="3305409"/>
            <a:ext cx="2068661" cy="1434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AGV-System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6AEE00D7-6580-CB0E-0C4B-67AF6BC48BFD}"/>
              </a:ext>
            </a:extLst>
          </p:cNvPr>
          <p:cNvSpPr/>
          <p:nvPr/>
        </p:nvSpPr>
        <p:spPr>
          <a:xfrm>
            <a:off x="8488752" y="3915371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E078705B-27FB-A6A8-660F-CBDE053FB08F}"/>
              </a:ext>
            </a:extLst>
          </p:cNvPr>
          <p:cNvSpPr/>
          <p:nvPr/>
        </p:nvSpPr>
        <p:spPr>
          <a:xfrm>
            <a:off x="8214382" y="3405752"/>
            <a:ext cx="1846567" cy="319263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3E53E0CD-B745-CE3C-80E3-FDC3210DE45C}"/>
              </a:ext>
            </a:extLst>
          </p:cNvPr>
          <p:cNvSpPr/>
          <p:nvPr/>
        </p:nvSpPr>
        <p:spPr>
          <a:xfrm>
            <a:off x="9337723" y="3911238"/>
            <a:ext cx="478769" cy="478769"/>
          </a:xfrm>
          <a:prstGeom prst="ellipse">
            <a:avLst/>
          </a:prstGeom>
          <a:solidFill>
            <a:srgbClr val="1E643F"/>
          </a:solidFill>
          <a:ln w="19050">
            <a:solidFill>
              <a:srgbClr val="1E64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AGV 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FEC90EAC-CCE2-0CA3-E0A5-88630246E11B}"/>
              </a:ext>
            </a:extLst>
          </p:cNvPr>
          <p:cNvCxnSpPr>
            <a:cxnSpLocks/>
            <a:stCxn id="42" idx="2"/>
            <a:endCxn id="41" idx="7"/>
          </p:cNvCxnSpPr>
          <p:nvPr/>
        </p:nvCxnSpPr>
        <p:spPr>
          <a:xfrm flipH="1">
            <a:off x="8897407" y="3725015"/>
            <a:ext cx="240259" cy="260470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6F5B15D4-B410-5CA8-8307-A9AD08E7B031}"/>
              </a:ext>
            </a:extLst>
          </p:cNvPr>
          <p:cNvCxnSpPr>
            <a:cxnSpLocks/>
            <a:stCxn id="42" idx="2"/>
            <a:endCxn id="43" idx="1"/>
          </p:cNvCxnSpPr>
          <p:nvPr/>
        </p:nvCxnSpPr>
        <p:spPr>
          <a:xfrm>
            <a:off x="9137666" y="3725015"/>
            <a:ext cx="270171" cy="256337"/>
          </a:xfrm>
          <a:prstGeom prst="straightConnector1">
            <a:avLst/>
          </a:prstGeom>
          <a:ln w="28575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184D556D-98DB-AC3C-48C5-836821A01433}"/>
              </a:ext>
            </a:extLst>
          </p:cNvPr>
          <p:cNvSpPr/>
          <p:nvPr/>
        </p:nvSpPr>
        <p:spPr>
          <a:xfrm>
            <a:off x="7992395" y="1707458"/>
            <a:ext cx="2178630" cy="12275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3FFDE1E6-2CC6-89FC-7D1A-6547FD7E36BD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9137666" y="2933235"/>
            <a:ext cx="0" cy="472517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hteck 47">
            <a:extLst>
              <a:ext uri="{FF2B5EF4-FFF2-40B4-BE49-F238E27FC236}">
                <a16:creationId xmlns:a16="http://schemas.microsoft.com/office/drawing/2014/main" id="{03DBED19-1135-2F7F-4120-12887563D329}"/>
              </a:ext>
            </a:extLst>
          </p:cNvPr>
          <p:cNvSpPr/>
          <p:nvPr/>
        </p:nvSpPr>
        <p:spPr>
          <a:xfrm>
            <a:off x="8102363" y="2145601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3C379606-30FE-EB10-3532-FD9CCDDDAE6A}"/>
              </a:ext>
            </a:extLst>
          </p:cNvPr>
          <p:cNvSpPr/>
          <p:nvPr/>
        </p:nvSpPr>
        <p:spPr>
          <a:xfrm>
            <a:off x="8102363" y="2505534"/>
            <a:ext cx="1957613" cy="29438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2)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D9909EA0-32D2-A026-03A0-17095BBEEC36}"/>
              </a:ext>
            </a:extLst>
          </p:cNvPr>
          <p:cNvSpPr/>
          <p:nvPr/>
        </p:nvSpPr>
        <p:spPr>
          <a:xfrm>
            <a:off x="6091189" y="3299228"/>
            <a:ext cx="1380900" cy="784860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34ADFC10-0236-A3AF-2F56-55259D241FB3}"/>
              </a:ext>
            </a:extLst>
          </p:cNvPr>
          <p:cNvSpPr/>
          <p:nvPr/>
        </p:nvSpPr>
        <p:spPr>
          <a:xfrm>
            <a:off x="6024730" y="3367808"/>
            <a:ext cx="1380900" cy="78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78BAA58C-A75F-97A8-7390-D58517D951A9}"/>
              </a:ext>
            </a:extLst>
          </p:cNvPr>
          <p:cNvSpPr/>
          <p:nvPr/>
        </p:nvSpPr>
        <p:spPr>
          <a:xfrm>
            <a:off x="6024730" y="3367808"/>
            <a:ext cx="1380900" cy="784860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400" dirty="0">
                <a:solidFill>
                  <a:schemeClr val="tx2">
                    <a:lumMod val="50000"/>
                  </a:schemeClr>
                </a:solidFill>
              </a:rPr>
              <a:t> Equipment Assembly </a:t>
            </a:r>
            <a:r>
              <a:rPr lang="de-DE" sz="1600" b="1" dirty="0">
                <a:solidFill>
                  <a:schemeClr val="tx2">
                    <a:lumMod val="50000"/>
                  </a:schemeClr>
                </a:solidFill>
              </a:rPr>
              <a:t>(LEA)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D8418143-3DA7-213B-40FF-A596439A8616}"/>
              </a:ext>
            </a:extLst>
          </p:cNvPr>
          <p:cNvSpPr/>
          <p:nvPr/>
        </p:nvSpPr>
        <p:spPr>
          <a:xfrm>
            <a:off x="1578091" y="1700498"/>
            <a:ext cx="1379928" cy="12397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Materialfluss-Management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61E6F040-1A9C-DF70-B28D-D3D885D1A411}"/>
              </a:ext>
            </a:extLst>
          </p:cNvPr>
          <p:cNvGrpSpPr/>
          <p:nvPr/>
        </p:nvGrpSpPr>
        <p:grpSpPr>
          <a:xfrm rot="5400000">
            <a:off x="3132060" y="2026525"/>
            <a:ext cx="243923" cy="592006"/>
            <a:chOff x="467712" y="2786727"/>
            <a:chExt cx="243923" cy="592006"/>
          </a:xfrm>
        </p:grpSpPr>
        <p:grpSp>
          <p:nvGrpSpPr>
            <p:cNvPr id="83" name="Gruppieren 82">
              <a:extLst>
                <a:ext uri="{FF2B5EF4-FFF2-40B4-BE49-F238E27FC236}">
                  <a16:creationId xmlns:a16="http://schemas.microsoft.com/office/drawing/2014/main" id="{DF5653BD-3628-8FFB-6594-392385959905}"/>
                </a:ext>
              </a:extLst>
            </p:cNvPr>
            <p:cNvGrpSpPr/>
            <p:nvPr/>
          </p:nvGrpSpPr>
          <p:grpSpPr>
            <a:xfrm rot="5400000">
              <a:off x="403757" y="3112667"/>
              <a:ext cx="370533" cy="161599"/>
              <a:chOff x="4132879" y="3359431"/>
              <a:chExt cx="370533" cy="161599"/>
            </a:xfrm>
          </p:grpSpPr>
          <p:sp>
            <p:nvSpPr>
              <p:cNvPr id="87" name="Ellipse 86">
                <a:extLst>
                  <a:ext uri="{FF2B5EF4-FFF2-40B4-BE49-F238E27FC236}">
                    <a16:creationId xmlns:a16="http://schemas.microsoft.com/office/drawing/2014/main" id="{C2964989-86B4-F4BB-3676-B9B82D37D260}"/>
                  </a:ext>
                </a:extLst>
              </p:cNvPr>
              <p:cNvSpPr/>
              <p:nvPr/>
            </p:nvSpPr>
            <p:spPr>
              <a:xfrm rot="10800000">
                <a:off x="4132879" y="3359431"/>
                <a:ext cx="161599" cy="16159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88" name="Gerader Verbinder 87">
                <a:extLst>
                  <a:ext uri="{FF2B5EF4-FFF2-40B4-BE49-F238E27FC236}">
                    <a16:creationId xmlns:a16="http://schemas.microsoft.com/office/drawing/2014/main" id="{623A654F-FB68-B425-B8EF-0A44524409C0}"/>
                  </a:ext>
                </a:extLst>
              </p:cNvPr>
              <p:cNvCxnSpPr>
                <a:cxnSpLocks/>
                <a:stCxn id="70" idx="3"/>
                <a:endCxn id="87" idx="2"/>
              </p:cNvCxnSpPr>
              <p:nvPr/>
            </p:nvCxnSpPr>
            <p:spPr>
              <a:xfrm rot="10800000">
                <a:off x="4294478" y="3440230"/>
                <a:ext cx="208934" cy="148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4" name="Gruppieren 83">
              <a:extLst>
                <a:ext uri="{FF2B5EF4-FFF2-40B4-BE49-F238E27FC236}">
                  <a16:creationId xmlns:a16="http://schemas.microsoft.com/office/drawing/2014/main" id="{2A5076E3-EE60-8995-5F2D-6ABF087A4264}"/>
                </a:ext>
              </a:extLst>
            </p:cNvPr>
            <p:cNvGrpSpPr/>
            <p:nvPr/>
          </p:nvGrpSpPr>
          <p:grpSpPr>
            <a:xfrm rot="10800000">
              <a:off x="467712" y="2786727"/>
              <a:ext cx="243923" cy="417348"/>
              <a:chOff x="4851145" y="3360803"/>
              <a:chExt cx="243923" cy="417348"/>
            </a:xfrm>
          </p:grpSpPr>
          <p:sp>
            <p:nvSpPr>
              <p:cNvPr id="85" name="Halbbogen 84">
                <a:extLst>
                  <a:ext uri="{FF2B5EF4-FFF2-40B4-BE49-F238E27FC236}">
                    <a16:creationId xmlns:a16="http://schemas.microsoft.com/office/drawing/2014/main" id="{5DE87A23-9780-BF22-F45B-544F4061E7F9}"/>
                  </a:ext>
                </a:extLst>
              </p:cNvPr>
              <p:cNvSpPr/>
              <p:nvPr/>
            </p:nvSpPr>
            <p:spPr>
              <a:xfrm rot="10800000">
                <a:off x="4851145" y="3360803"/>
                <a:ext cx="243923" cy="243923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6" name="Gerader Verbinder 85">
                <a:extLst>
                  <a:ext uri="{FF2B5EF4-FFF2-40B4-BE49-F238E27FC236}">
                    <a16:creationId xmlns:a16="http://schemas.microsoft.com/office/drawing/2014/main" id="{E2D426A6-BEB1-17EA-3554-D7A6A5C96EFC}"/>
                  </a:ext>
                </a:extLst>
              </p:cNvPr>
              <p:cNvCxnSpPr>
                <a:cxnSpLocks/>
                <a:endCxn id="14" idx="1"/>
              </p:cNvCxnSpPr>
              <p:nvPr/>
            </p:nvCxnSpPr>
            <p:spPr>
              <a:xfrm rot="5400000">
                <a:off x="4885438" y="3687421"/>
                <a:ext cx="18146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0" name="Rechteck 89">
            <a:extLst>
              <a:ext uri="{FF2B5EF4-FFF2-40B4-BE49-F238E27FC236}">
                <a16:creationId xmlns:a16="http://schemas.microsoft.com/office/drawing/2014/main" id="{686070D8-4A44-9F62-C648-3FF64481FADC}"/>
              </a:ext>
            </a:extLst>
          </p:cNvPr>
          <p:cNvSpPr/>
          <p:nvPr/>
        </p:nvSpPr>
        <p:spPr>
          <a:xfrm>
            <a:off x="6537142" y="1707458"/>
            <a:ext cx="1379928" cy="57797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Parameter-Management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1" name="Rechteck 90">
            <a:extLst>
              <a:ext uri="{FF2B5EF4-FFF2-40B4-BE49-F238E27FC236}">
                <a16:creationId xmlns:a16="http://schemas.microsoft.com/office/drawing/2014/main" id="{1B87D3D1-B362-F871-32C2-1AC9B6292E7B}"/>
              </a:ext>
            </a:extLst>
          </p:cNvPr>
          <p:cNvSpPr/>
          <p:nvPr/>
        </p:nvSpPr>
        <p:spPr>
          <a:xfrm>
            <a:off x="6537142" y="2362324"/>
            <a:ext cx="1379928" cy="57797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Materialfluss-Management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1BA27E72-4B20-FD28-DC32-FB4BD0D4CDFD}"/>
              </a:ext>
            </a:extLst>
          </p:cNvPr>
          <p:cNvGrpSpPr/>
          <p:nvPr/>
        </p:nvGrpSpPr>
        <p:grpSpPr>
          <a:xfrm rot="10800000">
            <a:off x="6785252" y="2940295"/>
            <a:ext cx="243923" cy="365114"/>
            <a:chOff x="455413" y="2893566"/>
            <a:chExt cx="243923" cy="365114"/>
          </a:xfrm>
        </p:grpSpPr>
        <p:grpSp>
          <p:nvGrpSpPr>
            <p:cNvPr id="93" name="Gruppieren 92">
              <a:extLst>
                <a:ext uri="{FF2B5EF4-FFF2-40B4-BE49-F238E27FC236}">
                  <a16:creationId xmlns:a16="http://schemas.microsoft.com/office/drawing/2014/main" id="{5D1993B8-DB77-D870-7B25-5A905FB54482}"/>
                </a:ext>
              </a:extLst>
            </p:cNvPr>
            <p:cNvGrpSpPr/>
            <p:nvPr/>
          </p:nvGrpSpPr>
          <p:grpSpPr>
            <a:xfrm rot="5400000">
              <a:off x="455499" y="3056657"/>
              <a:ext cx="242447" cy="161599"/>
              <a:chOff x="4140914" y="3371730"/>
              <a:chExt cx="242447" cy="161599"/>
            </a:xfrm>
          </p:grpSpPr>
          <p:sp>
            <p:nvSpPr>
              <p:cNvPr id="97" name="Ellipse 96">
                <a:extLst>
                  <a:ext uri="{FF2B5EF4-FFF2-40B4-BE49-F238E27FC236}">
                    <a16:creationId xmlns:a16="http://schemas.microsoft.com/office/drawing/2014/main" id="{351E31BA-2310-308E-C4EA-052E3B3F9836}"/>
                  </a:ext>
                </a:extLst>
              </p:cNvPr>
              <p:cNvSpPr/>
              <p:nvPr/>
            </p:nvSpPr>
            <p:spPr>
              <a:xfrm rot="10800000">
                <a:off x="4140914" y="3371730"/>
                <a:ext cx="161599" cy="16159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98" name="Gerader Verbinder 97">
                <a:extLst>
                  <a:ext uri="{FF2B5EF4-FFF2-40B4-BE49-F238E27FC236}">
                    <a16:creationId xmlns:a16="http://schemas.microsoft.com/office/drawing/2014/main" id="{5DEA9862-B23D-0BD2-208B-C8A18A5A582B}"/>
                  </a:ext>
                </a:extLst>
              </p:cNvPr>
              <p:cNvCxnSpPr>
                <a:cxnSpLocks/>
                <a:endCxn id="97" idx="2"/>
              </p:cNvCxnSpPr>
              <p:nvPr/>
            </p:nvCxnSpPr>
            <p:spPr>
              <a:xfrm rot="16200000" flipV="1">
                <a:off x="4342937" y="3412105"/>
                <a:ext cx="0" cy="8084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" name="Gruppieren 93">
              <a:extLst>
                <a:ext uri="{FF2B5EF4-FFF2-40B4-BE49-F238E27FC236}">
                  <a16:creationId xmlns:a16="http://schemas.microsoft.com/office/drawing/2014/main" id="{2C8E3BC7-BA99-5F39-A057-C1095A95938F}"/>
                </a:ext>
              </a:extLst>
            </p:cNvPr>
            <p:cNvGrpSpPr/>
            <p:nvPr/>
          </p:nvGrpSpPr>
          <p:grpSpPr>
            <a:xfrm rot="10800000">
              <a:off x="455413" y="2893566"/>
              <a:ext cx="243923" cy="318546"/>
              <a:chOff x="4863444" y="3352766"/>
              <a:chExt cx="243923" cy="318546"/>
            </a:xfrm>
          </p:grpSpPr>
          <p:sp>
            <p:nvSpPr>
              <p:cNvPr id="95" name="Halbbogen 94">
                <a:extLst>
                  <a:ext uri="{FF2B5EF4-FFF2-40B4-BE49-F238E27FC236}">
                    <a16:creationId xmlns:a16="http://schemas.microsoft.com/office/drawing/2014/main" id="{8292A5CF-019E-A77F-D8F0-40B1CE88CCD0}"/>
                  </a:ext>
                </a:extLst>
              </p:cNvPr>
              <p:cNvSpPr/>
              <p:nvPr/>
            </p:nvSpPr>
            <p:spPr>
              <a:xfrm rot="10800000">
                <a:off x="4863444" y="3352766"/>
                <a:ext cx="243923" cy="243923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6" name="Gerader Verbinder 95">
                <a:extLst>
                  <a:ext uri="{FF2B5EF4-FFF2-40B4-BE49-F238E27FC236}">
                    <a16:creationId xmlns:a16="http://schemas.microsoft.com/office/drawing/2014/main" id="{C61DA721-5030-6F3C-8C9C-7F79C588100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 flipV="1">
                <a:off x="4986084" y="3596689"/>
                <a:ext cx="970" cy="74623"/>
              </a:xfrm>
              <a:prstGeom prst="line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9" name="Verbinder: gewinkelt 108">
            <a:extLst>
              <a:ext uri="{FF2B5EF4-FFF2-40B4-BE49-F238E27FC236}">
                <a16:creationId xmlns:a16="http://schemas.microsoft.com/office/drawing/2014/main" id="{C87E6426-5BFB-CE58-CE35-4B214AAF06EB}"/>
              </a:ext>
            </a:extLst>
          </p:cNvPr>
          <p:cNvCxnSpPr>
            <a:cxnSpLocks/>
            <a:endCxn id="90" idx="1"/>
          </p:cNvCxnSpPr>
          <p:nvPr/>
        </p:nvCxnSpPr>
        <p:spPr>
          <a:xfrm rot="5400000" flipH="1" flipV="1">
            <a:off x="5806150" y="2568237"/>
            <a:ext cx="1302784" cy="159199"/>
          </a:xfrm>
          <a:prstGeom prst="bentConnector2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feld 111">
            <a:extLst>
              <a:ext uri="{FF2B5EF4-FFF2-40B4-BE49-F238E27FC236}">
                <a16:creationId xmlns:a16="http://schemas.microsoft.com/office/drawing/2014/main" id="{0E116611-2D53-8BBD-30A5-8C8879CB73A7}"/>
              </a:ext>
            </a:extLst>
          </p:cNvPr>
          <p:cNvSpPr txBox="1"/>
          <p:nvPr/>
        </p:nvSpPr>
        <p:spPr>
          <a:xfrm rot="16200000">
            <a:off x="5349548" y="2305838"/>
            <a:ext cx="1571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400"/>
            </a:lvl1pPr>
          </a:lstStyle>
          <a:p>
            <a:r>
              <a:rPr lang="de-DE" dirty="0"/>
              <a:t>Parametrierung gem. Artefakt 1</a:t>
            </a:r>
          </a:p>
        </p:txBody>
      </p:sp>
    </p:spTree>
    <p:extLst>
      <p:ext uri="{BB962C8B-B14F-4D97-AF65-F5344CB8AC3E}">
        <p14:creationId xmlns:p14="http://schemas.microsoft.com/office/powerpoint/2010/main" val="2459599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F7FBF0-3794-76A5-7306-4D117F729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9A0A73C0-A488-96EF-9C30-036543719BAB}"/>
              </a:ext>
            </a:extLst>
          </p:cNvPr>
          <p:cNvSpPr/>
          <p:nvPr/>
        </p:nvSpPr>
        <p:spPr>
          <a:xfrm>
            <a:off x="825051" y="2818236"/>
            <a:ext cx="975252" cy="4572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Undefined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96611E00-EF4A-E15F-0CBC-87D087CF3138}"/>
              </a:ext>
            </a:extLst>
          </p:cNvPr>
          <p:cNvSpPr/>
          <p:nvPr/>
        </p:nvSpPr>
        <p:spPr>
          <a:xfrm>
            <a:off x="1434620" y="2222185"/>
            <a:ext cx="975253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Push-Requested</a:t>
            </a:r>
          </a:p>
        </p:txBody>
      </p:sp>
      <p:cxnSp>
        <p:nvCxnSpPr>
          <p:cNvPr id="5" name="Verbinder: gekrümmt 4">
            <a:extLst>
              <a:ext uri="{FF2B5EF4-FFF2-40B4-BE49-F238E27FC236}">
                <a16:creationId xmlns:a16="http://schemas.microsoft.com/office/drawing/2014/main" id="{2F93A70E-B836-218A-7392-E89ABFC67D72}"/>
              </a:ext>
            </a:extLst>
          </p:cNvPr>
          <p:cNvCxnSpPr>
            <a:cxnSpLocks/>
            <a:stCxn id="3" idx="0"/>
            <a:endCxn id="4" idx="1"/>
          </p:cNvCxnSpPr>
          <p:nvPr/>
        </p:nvCxnSpPr>
        <p:spPr>
          <a:xfrm rot="5400000" flipH="1" flipV="1">
            <a:off x="1189923" y="2573540"/>
            <a:ext cx="367451" cy="121943"/>
          </a:xfrm>
          <a:prstGeom prst="curvedConnector2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DFABD30-FC70-35B3-E069-92D374F88D26}"/>
              </a:ext>
            </a:extLst>
          </p:cNvPr>
          <p:cNvSpPr/>
          <p:nvPr/>
        </p:nvSpPr>
        <p:spPr>
          <a:xfrm>
            <a:off x="1434620" y="3419371"/>
            <a:ext cx="975252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Pull-Requested</a:t>
            </a:r>
          </a:p>
        </p:txBody>
      </p:sp>
      <p:cxnSp>
        <p:nvCxnSpPr>
          <p:cNvPr id="7" name="Verbinder: gekrümmt 6">
            <a:extLst>
              <a:ext uri="{FF2B5EF4-FFF2-40B4-BE49-F238E27FC236}">
                <a16:creationId xmlns:a16="http://schemas.microsoft.com/office/drawing/2014/main" id="{C15D58C7-F48B-FE1C-F7A0-1312FA58E8E5}"/>
              </a:ext>
            </a:extLst>
          </p:cNvPr>
          <p:cNvCxnSpPr>
            <a:cxnSpLocks/>
            <a:stCxn id="3" idx="2"/>
            <a:endCxn id="6" idx="1"/>
          </p:cNvCxnSpPr>
          <p:nvPr/>
        </p:nvCxnSpPr>
        <p:spPr>
          <a:xfrm rot="16200000" flipH="1">
            <a:off x="1187381" y="3400731"/>
            <a:ext cx="372535" cy="121943"/>
          </a:xfrm>
          <a:prstGeom prst="curvedConnector2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EFB4FE32-1B66-2BA4-DAFD-5BB675527A57}"/>
              </a:ext>
            </a:extLst>
          </p:cNvPr>
          <p:cNvSpPr/>
          <p:nvPr/>
        </p:nvSpPr>
        <p:spPr>
          <a:xfrm>
            <a:off x="2595179" y="2818237"/>
            <a:ext cx="1028422" cy="457200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</a:p>
        </p:txBody>
      </p: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A62ABFDC-4DD8-AA28-21D1-AEDBB6D55FE4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2409874" y="2450785"/>
            <a:ext cx="185306" cy="596052"/>
          </a:xfrm>
          <a:prstGeom prst="curvedConnector3">
            <a:avLst>
              <a:gd name="adj1" fmla="val 50000"/>
            </a:avLst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Verbinder: gekrümmt 9">
            <a:extLst>
              <a:ext uri="{FF2B5EF4-FFF2-40B4-BE49-F238E27FC236}">
                <a16:creationId xmlns:a16="http://schemas.microsoft.com/office/drawing/2014/main" id="{82A6D047-BB06-B6B0-F6A7-433AF6B3C88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2409872" y="3046837"/>
            <a:ext cx="185307" cy="601134"/>
          </a:xfrm>
          <a:prstGeom prst="curvedConnector3">
            <a:avLst>
              <a:gd name="adj1" fmla="val 50000"/>
            </a:avLst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DD8631A-400D-A0B0-F5F3-FD630596447C}"/>
              </a:ext>
            </a:extLst>
          </p:cNvPr>
          <p:cNvSpPr/>
          <p:nvPr/>
        </p:nvSpPr>
        <p:spPr>
          <a:xfrm>
            <a:off x="2595179" y="2222185"/>
            <a:ext cx="1028422" cy="457200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Rerouting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153BC386-B526-FE7F-2465-83D8FAAE938A}"/>
              </a:ext>
            </a:extLst>
          </p:cNvPr>
          <p:cNvCxnSpPr>
            <a:cxnSpLocks/>
            <a:stCxn id="8" idx="0"/>
            <a:endCxn id="11" idx="2"/>
          </p:cNvCxnSpPr>
          <p:nvPr/>
        </p:nvCxnSpPr>
        <p:spPr>
          <a:xfrm flipV="1">
            <a:off x="3109390" y="2679385"/>
            <a:ext cx="0" cy="138852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krümmt 14">
            <a:extLst>
              <a:ext uri="{FF2B5EF4-FFF2-40B4-BE49-F238E27FC236}">
                <a16:creationId xmlns:a16="http://schemas.microsoft.com/office/drawing/2014/main" id="{94EE18FD-0FE7-9263-0D41-E8E8DEB1E68D}"/>
              </a:ext>
            </a:extLst>
          </p:cNvPr>
          <p:cNvCxnSpPr>
            <a:cxnSpLocks/>
          </p:cNvCxnSpPr>
          <p:nvPr/>
        </p:nvCxnSpPr>
        <p:spPr>
          <a:xfrm>
            <a:off x="3623601" y="2386491"/>
            <a:ext cx="12700" cy="596052"/>
          </a:xfrm>
          <a:prstGeom prst="curvedConnector3">
            <a:avLst>
              <a:gd name="adj1" fmla="val 975000"/>
            </a:avLst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F6E29CA7-92FC-8B6D-68A1-FDF0763057A6}"/>
              </a:ext>
            </a:extLst>
          </p:cNvPr>
          <p:cNvSpPr/>
          <p:nvPr/>
        </p:nvSpPr>
        <p:spPr>
          <a:xfrm>
            <a:off x="3840800" y="3420754"/>
            <a:ext cx="973190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Transport-Awaited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FB19D098-474C-FD0E-87C2-4852A1E71B3B}"/>
              </a:ext>
            </a:extLst>
          </p:cNvPr>
          <p:cNvSpPr/>
          <p:nvPr/>
        </p:nvSpPr>
        <p:spPr>
          <a:xfrm>
            <a:off x="2589005" y="3419371"/>
            <a:ext cx="1034579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Transport-Declined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A5A1C20-FAE7-0DFA-DD5A-12DDA56D4E0C}"/>
              </a:ext>
            </a:extLst>
          </p:cNvPr>
          <p:cNvCxnSpPr>
            <a:cxnSpLocks/>
            <a:stCxn id="17" idx="0"/>
            <a:endCxn id="8" idx="2"/>
          </p:cNvCxnSpPr>
          <p:nvPr/>
        </p:nvCxnSpPr>
        <p:spPr>
          <a:xfrm flipV="1">
            <a:off x="3106295" y="3275437"/>
            <a:ext cx="3095" cy="143934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DEBC89D8-F22A-E74B-30FD-196AE8798D6F}"/>
              </a:ext>
            </a:extLst>
          </p:cNvPr>
          <p:cNvSpPr/>
          <p:nvPr/>
        </p:nvSpPr>
        <p:spPr>
          <a:xfrm>
            <a:off x="3840800" y="4023938"/>
            <a:ext cx="973190" cy="457200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Transport-Arrived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DBBBA2B5-E58B-C2CB-992A-BF841A697767}"/>
              </a:ext>
            </a:extLst>
          </p:cNvPr>
          <p:cNvSpPr/>
          <p:nvPr/>
        </p:nvSpPr>
        <p:spPr>
          <a:xfrm>
            <a:off x="5023796" y="2818235"/>
            <a:ext cx="1037685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Transfer-</a:t>
            </a:r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FromLea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47961B63-0CE6-6A37-F23F-2BF06FEAB5EC}"/>
              </a:ext>
            </a:extLst>
          </p:cNvPr>
          <p:cNvSpPr/>
          <p:nvPr/>
        </p:nvSpPr>
        <p:spPr>
          <a:xfrm>
            <a:off x="5023796" y="1982704"/>
            <a:ext cx="1037688" cy="69668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Transfer-</a:t>
            </a:r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FromLea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-Succeeded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8618D5E4-E0E4-3A5E-63E0-5D36E9BE6078}"/>
              </a:ext>
            </a:extLst>
          </p:cNvPr>
          <p:cNvCxnSpPr>
            <a:cxnSpLocks/>
            <a:stCxn id="20" idx="0"/>
            <a:endCxn id="21" idx="2"/>
          </p:cNvCxnSpPr>
          <p:nvPr/>
        </p:nvCxnSpPr>
        <p:spPr>
          <a:xfrm flipV="1">
            <a:off x="5542639" y="2679386"/>
            <a:ext cx="1" cy="138849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D10C8E25-914E-3D0D-8FDF-550BD37E4230}"/>
              </a:ext>
            </a:extLst>
          </p:cNvPr>
          <p:cNvSpPr/>
          <p:nvPr/>
        </p:nvSpPr>
        <p:spPr>
          <a:xfrm>
            <a:off x="6235223" y="2818237"/>
            <a:ext cx="1028421" cy="457200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B434F7F4-1303-B571-6247-A12BF6BE6C19}"/>
              </a:ext>
            </a:extLst>
          </p:cNvPr>
          <p:cNvSpPr/>
          <p:nvPr/>
        </p:nvSpPr>
        <p:spPr>
          <a:xfrm>
            <a:off x="6235223" y="2222185"/>
            <a:ext cx="1028421" cy="457200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Rerouting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32DB8C37-7BD4-8635-8C0F-78FD38AD529F}"/>
              </a:ext>
            </a:extLst>
          </p:cNvPr>
          <p:cNvCxnSpPr>
            <a:cxnSpLocks/>
            <a:stCxn id="23" idx="0"/>
            <a:endCxn id="24" idx="2"/>
          </p:cNvCxnSpPr>
          <p:nvPr/>
        </p:nvCxnSpPr>
        <p:spPr>
          <a:xfrm flipV="1">
            <a:off x="6749434" y="2679385"/>
            <a:ext cx="0" cy="138852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Verbinder: gekrümmt 27">
            <a:extLst>
              <a:ext uri="{FF2B5EF4-FFF2-40B4-BE49-F238E27FC236}">
                <a16:creationId xmlns:a16="http://schemas.microsoft.com/office/drawing/2014/main" id="{5678A21E-DB97-97A9-F9E8-0190832B86B7}"/>
              </a:ext>
            </a:extLst>
          </p:cNvPr>
          <p:cNvCxnSpPr>
            <a:cxnSpLocks/>
          </p:cNvCxnSpPr>
          <p:nvPr/>
        </p:nvCxnSpPr>
        <p:spPr>
          <a:xfrm>
            <a:off x="7263644" y="2396015"/>
            <a:ext cx="12700" cy="596052"/>
          </a:xfrm>
          <a:prstGeom prst="curvedConnector3">
            <a:avLst>
              <a:gd name="adj1" fmla="val 982504"/>
            </a:avLst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522B4591-CABC-BB8B-32D8-50A7F831C8FE}"/>
              </a:ext>
            </a:extLst>
          </p:cNvPr>
          <p:cNvSpPr/>
          <p:nvPr/>
        </p:nvSpPr>
        <p:spPr>
          <a:xfrm>
            <a:off x="6229049" y="3419371"/>
            <a:ext cx="1034577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Transport-Declined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FB932F64-0FAC-BD50-9847-4B06383BDCFD}"/>
              </a:ext>
            </a:extLst>
          </p:cNvPr>
          <p:cNvCxnSpPr>
            <a:cxnSpLocks/>
            <a:stCxn id="29" idx="0"/>
            <a:endCxn id="23" idx="2"/>
          </p:cNvCxnSpPr>
          <p:nvPr/>
        </p:nvCxnSpPr>
        <p:spPr>
          <a:xfrm flipV="1">
            <a:off x="6746338" y="3275437"/>
            <a:ext cx="3096" cy="143934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Verbinder: gekrümmt 30">
            <a:extLst>
              <a:ext uri="{FF2B5EF4-FFF2-40B4-BE49-F238E27FC236}">
                <a16:creationId xmlns:a16="http://schemas.microsoft.com/office/drawing/2014/main" id="{508E6549-B140-A5AE-56FF-58E1D9908D8C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6061484" y="2331045"/>
            <a:ext cx="173739" cy="715792"/>
          </a:xfrm>
          <a:prstGeom prst="curvedConnector3">
            <a:avLst>
              <a:gd name="adj1" fmla="val 50000"/>
            </a:avLst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D45E1198-D347-4BD1-AE6B-8D9C15C47959}"/>
              </a:ext>
            </a:extLst>
          </p:cNvPr>
          <p:cNvSpPr/>
          <p:nvPr/>
        </p:nvSpPr>
        <p:spPr>
          <a:xfrm>
            <a:off x="5032270" y="4032987"/>
            <a:ext cx="1034577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1111E303-B4B2-FB43-D4C7-E35CA1763724}"/>
              </a:ext>
            </a:extLst>
          </p:cNvPr>
          <p:cNvCxnSpPr>
            <a:cxnSpLocks/>
            <a:stCxn id="32" idx="0"/>
            <a:endCxn id="35" idx="2"/>
          </p:cNvCxnSpPr>
          <p:nvPr/>
        </p:nvCxnSpPr>
        <p:spPr>
          <a:xfrm flipV="1">
            <a:off x="5549559" y="3882811"/>
            <a:ext cx="0" cy="150176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Verbinder: gekrümmt 33">
            <a:extLst>
              <a:ext uri="{FF2B5EF4-FFF2-40B4-BE49-F238E27FC236}">
                <a16:creationId xmlns:a16="http://schemas.microsoft.com/office/drawing/2014/main" id="{A278B4DF-B4A1-7D15-2E1F-0D21BCEF673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890978" y="3227176"/>
            <a:ext cx="384228" cy="374305"/>
          </a:xfrm>
          <a:prstGeom prst="curvedConnector3">
            <a:avLst>
              <a:gd name="adj1" fmla="val 50000"/>
            </a:avLst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FD336437-EF57-32A0-7A8E-FFC9414B30F8}"/>
              </a:ext>
            </a:extLst>
          </p:cNvPr>
          <p:cNvSpPr/>
          <p:nvPr/>
        </p:nvSpPr>
        <p:spPr>
          <a:xfrm>
            <a:off x="4991359" y="3425611"/>
            <a:ext cx="1116400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Processing-Succeeded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F775CAC3-E3B6-3651-2FD9-C521ADFC4016}"/>
              </a:ext>
            </a:extLst>
          </p:cNvPr>
          <p:cNvCxnSpPr>
            <a:cxnSpLocks/>
          </p:cNvCxnSpPr>
          <p:nvPr/>
        </p:nvCxnSpPr>
        <p:spPr>
          <a:xfrm flipV="1">
            <a:off x="3623601" y="3097636"/>
            <a:ext cx="200820" cy="6351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420B7217-40E3-B4FB-564A-B3FEFA2AA474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>
            <a:off x="4327395" y="3877954"/>
            <a:ext cx="0" cy="145984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Verbinder: gekrümmt 37">
            <a:extLst>
              <a:ext uri="{FF2B5EF4-FFF2-40B4-BE49-F238E27FC236}">
                <a16:creationId xmlns:a16="http://schemas.microsoft.com/office/drawing/2014/main" id="{8BE87094-A85C-C737-77FB-A084D5076608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4813990" y="3046835"/>
            <a:ext cx="209806" cy="1205703"/>
          </a:xfrm>
          <a:prstGeom prst="curvedConnector3">
            <a:avLst>
              <a:gd name="adj1" fmla="val 40315"/>
            </a:avLst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F1D0894D-73AC-EB98-08B0-B17D9405366F}"/>
              </a:ext>
            </a:extLst>
          </p:cNvPr>
          <p:cNvCxnSpPr>
            <a:cxnSpLocks/>
          </p:cNvCxnSpPr>
          <p:nvPr/>
        </p:nvCxnSpPr>
        <p:spPr>
          <a:xfrm flipV="1">
            <a:off x="7263644" y="3102296"/>
            <a:ext cx="223702" cy="5501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35B6A17C-2B15-FDC6-39C8-A88D769F4EB0}"/>
              </a:ext>
            </a:extLst>
          </p:cNvPr>
          <p:cNvSpPr/>
          <p:nvPr/>
        </p:nvSpPr>
        <p:spPr>
          <a:xfrm>
            <a:off x="8658073" y="2824702"/>
            <a:ext cx="1051526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Transfer-</a:t>
            </a:r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ToLea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0103F5C3-2D27-2043-5297-D1A38836E826}"/>
              </a:ext>
            </a:extLst>
          </p:cNvPr>
          <p:cNvSpPr/>
          <p:nvPr/>
        </p:nvSpPr>
        <p:spPr>
          <a:xfrm>
            <a:off x="8658072" y="1982703"/>
            <a:ext cx="1051527" cy="69668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Transfer-</a:t>
            </a:r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ToLea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-Succeeded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6AC2B805-F56F-0195-9628-DCD88EF7FF75}"/>
              </a:ext>
            </a:extLst>
          </p:cNvPr>
          <p:cNvCxnSpPr>
            <a:cxnSpLocks/>
            <a:stCxn id="40" idx="0"/>
            <a:endCxn id="41" idx="2"/>
          </p:cNvCxnSpPr>
          <p:nvPr/>
        </p:nvCxnSpPr>
        <p:spPr>
          <a:xfrm flipV="1">
            <a:off x="9183836" y="2679385"/>
            <a:ext cx="0" cy="145317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Verbinder: gekrümmt 42">
            <a:extLst>
              <a:ext uri="{FF2B5EF4-FFF2-40B4-BE49-F238E27FC236}">
                <a16:creationId xmlns:a16="http://schemas.microsoft.com/office/drawing/2014/main" id="{3F0BE280-025F-3373-5CEA-0EF3425F90FE}"/>
              </a:ext>
            </a:extLst>
          </p:cNvPr>
          <p:cNvCxnSpPr>
            <a:cxnSpLocks/>
            <a:stCxn id="47" idx="3"/>
            <a:endCxn id="40" idx="1"/>
          </p:cNvCxnSpPr>
          <p:nvPr/>
        </p:nvCxnSpPr>
        <p:spPr>
          <a:xfrm flipV="1">
            <a:off x="8466060" y="3053302"/>
            <a:ext cx="192013" cy="601341"/>
          </a:xfrm>
          <a:prstGeom prst="curvedConnector3">
            <a:avLst>
              <a:gd name="adj1" fmla="val 50000"/>
            </a:avLst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BD97A81F-FC2D-9D1A-C012-448BB7E78158}"/>
              </a:ext>
            </a:extLst>
          </p:cNvPr>
          <p:cNvSpPr/>
          <p:nvPr/>
        </p:nvSpPr>
        <p:spPr>
          <a:xfrm>
            <a:off x="3835276" y="2812946"/>
            <a:ext cx="973190" cy="457200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Transport-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AwaitReq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C8162132-6DA3-17F3-4218-61611AC4425C}"/>
              </a:ext>
            </a:extLst>
          </p:cNvPr>
          <p:cNvCxnSpPr>
            <a:cxnSpLocks/>
            <a:stCxn id="44" idx="2"/>
            <a:endCxn id="16" idx="0"/>
          </p:cNvCxnSpPr>
          <p:nvPr/>
        </p:nvCxnSpPr>
        <p:spPr>
          <a:xfrm>
            <a:off x="4321871" y="3270146"/>
            <a:ext cx="5524" cy="150608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Verbinder: gekrümmt 45">
            <a:extLst>
              <a:ext uri="{FF2B5EF4-FFF2-40B4-BE49-F238E27FC236}">
                <a16:creationId xmlns:a16="http://schemas.microsoft.com/office/drawing/2014/main" id="{9D47F57D-F84E-BAE3-D5B1-BCB5DACF385B}"/>
              </a:ext>
            </a:extLst>
          </p:cNvPr>
          <p:cNvCxnSpPr>
            <a:cxnSpLocks/>
            <a:endCxn id="17" idx="3"/>
          </p:cNvCxnSpPr>
          <p:nvPr/>
        </p:nvCxnSpPr>
        <p:spPr>
          <a:xfrm rot="5400000">
            <a:off x="3504430" y="3314689"/>
            <a:ext cx="452436" cy="214128"/>
          </a:xfrm>
          <a:prstGeom prst="curvedConnector2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hteck: abgerundete Ecken 46">
            <a:extLst>
              <a:ext uri="{FF2B5EF4-FFF2-40B4-BE49-F238E27FC236}">
                <a16:creationId xmlns:a16="http://schemas.microsoft.com/office/drawing/2014/main" id="{DB886B43-08B0-90E4-C677-4A504A737CDD}"/>
              </a:ext>
            </a:extLst>
          </p:cNvPr>
          <p:cNvSpPr/>
          <p:nvPr/>
        </p:nvSpPr>
        <p:spPr>
          <a:xfrm>
            <a:off x="7492870" y="3426043"/>
            <a:ext cx="973190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Transport-Awaited</a:t>
            </a:r>
          </a:p>
        </p:txBody>
      </p:sp>
      <p:sp>
        <p:nvSpPr>
          <p:cNvPr id="48" name="Rechteck: abgerundete Ecken 47">
            <a:extLst>
              <a:ext uri="{FF2B5EF4-FFF2-40B4-BE49-F238E27FC236}">
                <a16:creationId xmlns:a16="http://schemas.microsoft.com/office/drawing/2014/main" id="{C0BF96AE-8BE4-9D1D-A33B-17E4FFA0CFC7}"/>
              </a:ext>
            </a:extLst>
          </p:cNvPr>
          <p:cNvSpPr/>
          <p:nvPr/>
        </p:nvSpPr>
        <p:spPr>
          <a:xfrm>
            <a:off x="7487346" y="4029227"/>
            <a:ext cx="973190" cy="457200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Transport-Arrived</a:t>
            </a:r>
          </a:p>
        </p:txBody>
      </p: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3BAAAE06-C1B1-1EF3-8516-380DBDFA6DAD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 flipH="1">
            <a:off x="7973941" y="3883243"/>
            <a:ext cx="5524" cy="145984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B792BB7D-BB33-698E-0AAF-1FAE3F400F5D}"/>
              </a:ext>
            </a:extLst>
          </p:cNvPr>
          <p:cNvSpPr/>
          <p:nvPr/>
        </p:nvSpPr>
        <p:spPr>
          <a:xfrm>
            <a:off x="7487346" y="2812736"/>
            <a:ext cx="973190" cy="457200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Transport-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AwaitReq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31911E87-93F8-30A7-81B1-CC83C8BFC077}"/>
              </a:ext>
            </a:extLst>
          </p:cNvPr>
          <p:cNvCxnSpPr>
            <a:cxnSpLocks/>
            <a:stCxn id="50" idx="2"/>
            <a:endCxn id="47" idx="0"/>
          </p:cNvCxnSpPr>
          <p:nvPr/>
        </p:nvCxnSpPr>
        <p:spPr>
          <a:xfrm>
            <a:off x="7973941" y="3269936"/>
            <a:ext cx="5524" cy="156107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Verbinder: gekrümmt 51">
            <a:extLst>
              <a:ext uri="{FF2B5EF4-FFF2-40B4-BE49-F238E27FC236}">
                <a16:creationId xmlns:a16="http://schemas.microsoft.com/office/drawing/2014/main" id="{B14286C0-7911-9F54-FF45-559E295A7DED}"/>
              </a:ext>
            </a:extLst>
          </p:cNvPr>
          <p:cNvCxnSpPr>
            <a:cxnSpLocks/>
            <a:endCxn id="29" idx="3"/>
          </p:cNvCxnSpPr>
          <p:nvPr/>
        </p:nvCxnSpPr>
        <p:spPr>
          <a:xfrm rot="5400000">
            <a:off x="7150223" y="3310848"/>
            <a:ext cx="450526" cy="223720"/>
          </a:xfrm>
          <a:prstGeom prst="curvedConnector2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85007565-3A9E-FD9A-4271-D3E02FFC1298}"/>
              </a:ext>
            </a:extLst>
          </p:cNvPr>
          <p:cNvCxnSpPr>
            <a:cxnSpLocks/>
            <a:stCxn id="48" idx="1"/>
            <a:endCxn id="32" idx="3"/>
          </p:cNvCxnSpPr>
          <p:nvPr/>
        </p:nvCxnSpPr>
        <p:spPr>
          <a:xfrm flipH="1">
            <a:off x="6066847" y="4257827"/>
            <a:ext cx="1420499" cy="3760"/>
          </a:xfrm>
          <a:prstGeom prst="straightConnector1">
            <a:avLst/>
          </a:prstGeom>
          <a:ln w="28575"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Pfeil: Fünfeck 55">
            <a:extLst>
              <a:ext uri="{FF2B5EF4-FFF2-40B4-BE49-F238E27FC236}">
                <a16:creationId xmlns:a16="http://schemas.microsoft.com/office/drawing/2014/main" id="{8A329164-244C-5A6B-81C9-6A5189EC8F1F}"/>
              </a:ext>
            </a:extLst>
          </p:cNvPr>
          <p:cNvSpPr/>
          <p:nvPr/>
        </p:nvSpPr>
        <p:spPr>
          <a:xfrm>
            <a:off x="319742" y="4748330"/>
            <a:ext cx="1191379" cy="739314"/>
          </a:xfrm>
          <a:prstGeom prst="homePlate">
            <a:avLst>
              <a:gd name="adj" fmla="val 33593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Erzeugung Transport-dienst</a:t>
            </a:r>
          </a:p>
        </p:txBody>
      </p:sp>
      <p:sp>
        <p:nvSpPr>
          <p:cNvPr id="57" name="Pfeil: Chevron 56">
            <a:extLst>
              <a:ext uri="{FF2B5EF4-FFF2-40B4-BE49-F238E27FC236}">
                <a16:creationId xmlns:a16="http://schemas.microsoft.com/office/drawing/2014/main" id="{CAA257E4-C686-9905-4202-B419A85B4AD2}"/>
              </a:ext>
            </a:extLst>
          </p:cNvPr>
          <p:cNvSpPr/>
          <p:nvPr/>
        </p:nvSpPr>
        <p:spPr>
          <a:xfrm>
            <a:off x="2575421" y="4740578"/>
            <a:ext cx="2452075" cy="739313"/>
          </a:xfrm>
          <a:prstGeom prst="chevron">
            <a:avLst>
              <a:gd name="adj" fmla="val 33039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Transport und Anfahren einer LEA</a:t>
            </a:r>
          </a:p>
        </p:txBody>
      </p:sp>
      <p:sp>
        <p:nvSpPr>
          <p:cNvPr id="58" name="Pfeil: Chevron 57">
            <a:extLst>
              <a:ext uri="{FF2B5EF4-FFF2-40B4-BE49-F238E27FC236}">
                <a16:creationId xmlns:a16="http://schemas.microsoft.com/office/drawing/2014/main" id="{DDC6C87E-069C-5232-5EB3-E7154DE63903}"/>
              </a:ext>
            </a:extLst>
          </p:cNvPr>
          <p:cNvSpPr/>
          <p:nvPr/>
        </p:nvSpPr>
        <p:spPr>
          <a:xfrm>
            <a:off x="4858381" y="4744484"/>
            <a:ext cx="1709741" cy="739314"/>
          </a:xfrm>
          <a:prstGeom prst="chevron">
            <a:avLst>
              <a:gd name="adj" fmla="val 32331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Übergabe, Bearbeitung von LOs</a:t>
            </a:r>
          </a:p>
        </p:txBody>
      </p:sp>
      <p:sp>
        <p:nvSpPr>
          <p:cNvPr id="69" name="Rechteck: abgerundete Ecken 68">
            <a:extLst>
              <a:ext uri="{FF2B5EF4-FFF2-40B4-BE49-F238E27FC236}">
                <a16:creationId xmlns:a16="http://schemas.microsoft.com/office/drawing/2014/main" id="{8690ADE9-5969-E2D8-CE76-1C06FF6F799F}"/>
              </a:ext>
            </a:extLst>
          </p:cNvPr>
          <p:cNvSpPr/>
          <p:nvPr/>
        </p:nvSpPr>
        <p:spPr>
          <a:xfrm>
            <a:off x="825051" y="4068334"/>
            <a:ext cx="691379" cy="25629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Rechteck: abgerundete Ecken 69">
            <a:extLst>
              <a:ext uri="{FF2B5EF4-FFF2-40B4-BE49-F238E27FC236}">
                <a16:creationId xmlns:a16="http://schemas.microsoft.com/office/drawing/2014/main" id="{77C8C07E-FEF6-5A60-8344-4B7B859373AD}"/>
              </a:ext>
            </a:extLst>
          </p:cNvPr>
          <p:cNvSpPr/>
          <p:nvPr/>
        </p:nvSpPr>
        <p:spPr>
          <a:xfrm>
            <a:off x="825051" y="4380115"/>
            <a:ext cx="691379" cy="256293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D282BF3F-601B-85B9-2306-0D48565A146A}"/>
              </a:ext>
            </a:extLst>
          </p:cNvPr>
          <p:cNvSpPr txBox="1"/>
          <p:nvPr/>
        </p:nvSpPr>
        <p:spPr>
          <a:xfrm>
            <a:off x="1511121" y="4041864"/>
            <a:ext cx="1715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accent1">
                    <a:lumMod val="75000"/>
                  </a:schemeClr>
                </a:solidFill>
              </a:rPr>
              <a:t>Von der LEA initiiert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42FC4D7F-DF5D-D896-2B82-16802D9EB066}"/>
              </a:ext>
            </a:extLst>
          </p:cNvPr>
          <p:cNvSpPr txBox="1"/>
          <p:nvPr/>
        </p:nvSpPr>
        <p:spPr>
          <a:xfrm>
            <a:off x="1503680" y="4348152"/>
            <a:ext cx="2686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accent1">
                    <a:lumMod val="75000"/>
                  </a:schemeClr>
                </a:solidFill>
              </a:rPr>
              <a:t>Vom AGV-System/TM initiiert</a:t>
            </a:r>
          </a:p>
        </p:txBody>
      </p:sp>
      <p:sp>
        <p:nvSpPr>
          <p:cNvPr id="13" name="Pfeil: Chevron 12">
            <a:extLst>
              <a:ext uri="{FF2B5EF4-FFF2-40B4-BE49-F238E27FC236}">
                <a16:creationId xmlns:a16="http://schemas.microsoft.com/office/drawing/2014/main" id="{5FA13945-E3E6-6672-F5F3-9BC4AF3F4701}"/>
              </a:ext>
            </a:extLst>
          </p:cNvPr>
          <p:cNvSpPr/>
          <p:nvPr/>
        </p:nvSpPr>
        <p:spPr>
          <a:xfrm>
            <a:off x="1342006" y="4740576"/>
            <a:ext cx="1402530" cy="739315"/>
          </a:xfrm>
          <a:prstGeom prst="chevron">
            <a:avLst>
              <a:gd name="adj" fmla="val 33593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Meldung Transport-bedarf</a:t>
            </a:r>
          </a:p>
        </p:txBody>
      </p:sp>
      <p:sp>
        <p:nvSpPr>
          <p:cNvPr id="14" name="Pfeil: Chevron 13">
            <a:extLst>
              <a:ext uri="{FF2B5EF4-FFF2-40B4-BE49-F238E27FC236}">
                <a16:creationId xmlns:a16="http://schemas.microsoft.com/office/drawing/2014/main" id="{3CB972B6-3AF1-EFD4-A330-98DC99EC9194}"/>
              </a:ext>
            </a:extLst>
          </p:cNvPr>
          <p:cNvSpPr/>
          <p:nvPr/>
        </p:nvSpPr>
        <p:spPr>
          <a:xfrm>
            <a:off x="6399007" y="4740578"/>
            <a:ext cx="2185946" cy="739314"/>
          </a:xfrm>
          <a:prstGeom prst="chevron">
            <a:avLst>
              <a:gd name="adj" fmla="val 32331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Transport und Anfahren einer LEA</a:t>
            </a:r>
          </a:p>
        </p:txBody>
      </p:sp>
      <p:sp>
        <p:nvSpPr>
          <p:cNvPr id="75" name="Pfeil: Chevron 74">
            <a:extLst>
              <a:ext uri="{FF2B5EF4-FFF2-40B4-BE49-F238E27FC236}">
                <a16:creationId xmlns:a16="http://schemas.microsoft.com/office/drawing/2014/main" id="{099C9CC6-0945-8740-9DF3-C87AAF2B6F6F}"/>
              </a:ext>
            </a:extLst>
          </p:cNvPr>
          <p:cNvSpPr/>
          <p:nvPr/>
        </p:nvSpPr>
        <p:spPr>
          <a:xfrm>
            <a:off x="8415839" y="4744484"/>
            <a:ext cx="1709741" cy="739314"/>
          </a:xfrm>
          <a:prstGeom prst="chevron">
            <a:avLst>
              <a:gd name="adj" fmla="val 32331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Übergabe, Bearbeitung von LOs</a:t>
            </a:r>
          </a:p>
        </p:txBody>
      </p:sp>
    </p:spTree>
    <p:extLst>
      <p:ext uri="{BB962C8B-B14F-4D97-AF65-F5344CB8AC3E}">
        <p14:creationId xmlns:p14="http://schemas.microsoft.com/office/powerpoint/2010/main" val="4460690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C21FB-E310-ACDD-BBD9-C5A1B79D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52D59A-E4CD-AEC5-F4B1-393BAF7F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08CFE0D-DB12-D760-17CE-B40D7AA25488}"/>
              </a:ext>
            </a:extLst>
          </p:cNvPr>
          <p:cNvSpPr/>
          <p:nvPr/>
        </p:nvSpPr>
        <p:spPr>
          <a:xfrm>
            <a:off x="1766427" y="2270760"/>
            <a:ext cx="1254390" cy="8418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de-DE" sz="1600" dirty="0">
                <a:solidFill>
                  <a:schemeClr val="tx1">
                    <a:lumMod val="50000"/>
                  </a:schemeClr>
                </a:solidFill>
              </a:rPr>
              <a:t>IDLE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AD843-F11E-FB32-8F1D-0B92219FCA1F}"/>
              </a:ext>
            </a:extLst>
          </p:cNvPr>
          <p:cNvSpPr/>
          <p:nvPr/>
        </p:nvSpPr>
        <p:spPr>
          <a:xfrm>
            <a:off x="3278401" y="2270760"/>
            <a:ext cx="1330619" cy="84184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tx1">
                    <a:lumMod val="50000"/>
                  </a:schemeClr>
                </a:solidFill>
              </a:rPr>
              <a:t>STARTING</a:t>
            </a:r>
          </a:p>
          <a:p>
            <a:pPr algn="ctr"/>
            <a:r>
              <a:rPr lang="de-DE" sz="1400" b="1" dirty="0">
                <a:solidFill>
                  <a:schemeClr val="accent1"/>
                </a:solidFill>
              </a:rPr>
              <a:t>(Wechsel des Transportstatus)</a:t>
            </a:r>
            <a:endParaRPr lang="de-DE" sz="1200" b="1" dirty="0">
              <a:solidFill>
                <a:schemeClr val="accent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5F0BA7D-A9EB-7AA7-69DA-29B63C7E1960}"/>
              </a:ext>
            </a:extLst>
          </p:cNvPr>
          <p:cNvSpPr/>
          <p:nvPr/>
        </p:nvSpPr>
        <p:spPr>
          <a:xfrm>
            <a:off x="4881213" y="2270760"/>
            <a:ext cx="4605686" cy="235203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de-DE" sz="1600" dirty="0">
                <a:solidFill>
                  <a:schemeClr val="tx1">
                    <a:lumMod val="50000"/>
                  </a:schemeClr>
                </a:solidFill>
              </a:rPr>
              <a:t>EXECUTE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F1EDB6C-A3A7-91FF-F52B-944F5937AF44}"/>
              </a:ext>
            </a:extLst>
          </p:cNvPr>
          <p:cNvSpPr/>
          <p:nvPr/>
        </p:nvSpPr>
        <p:spPr>
          <a:xfrm>
            <a:off x="3278403" y="3399121"/>
            <a:ext cx="1330618" cy="122367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COMPLETING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2C2F862-5879-438C-6BBA-421ECE53C119}"/>
              </a:ext>
            </a:extLst>
          </p:cNvPr>
          <p:cNvSpPr/>
          <p:nvPr/>
        </p:nvSpPr>
        <p:spPr>
          <a:xfrm>
            <a:off x="1766426" y="3399121"/>
            <a:ext cx="1254390" cy="122367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COMPLETED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0B53DA6-5395-E9F7-3CA1-619FCEA733C5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3020817" y="2691680"/>
            <a:ext cx="257584" cy="0"/>
          </a:xfrm>
          <a:prstGeom prst="straightConnector1">
            <a:avLst/>
          </a:prstGeom>
          <a:ln w="28575">
            <a:solidFill>
              <a:srgbClr val="695C5D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14DFA219-8EEF-8379-C4D1-156A0C1F4CE2}"/>
              </a:ext>
            </a:extLst>
          </p:cNvPr>
          <p:cNvCxnSpPr>
            <a:cxnSpLocks/>
          </p:cNvCxnSpPr>
          <p:nvPr/>
        </p:nvCxnSpPr>
        <p:spPr>
          <a:xfrm flipV="1">
            <a:off x="4609021" y="2465493"/>
            <a:ext cx="272193" cy="1170"/>
          </a:xfrm>
          <a:prstGeom prst="straightConnector1">
            <a:avLst/>
          </a:prstGeom>
          <a:ln w="28575">
            <a:solidFill>
              <a:srgbClr val="695C5D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38DB988E-E765-8476-C673-0F9E91FF74D8}"/>
              </a:ext>
            </a:extLst>
          </p:cNvPr>
          <p:cNvCxnSpPr/>
          <p:nvPr/>
        </p:nvCxnSpPr>
        <p:spPr>
          <a:xfrm>
            <a:off x="4609021" y="2729267"/>
            <a:ext cx="272193" cy="0"/>
          </a:xfrm>
          <a:prstGeom prst="straightConnector1">
            <a:avLst/>
          </a:prstGeom>
          <a:ln w="28575"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4B0351B3-D5F0-EB9D-E894-A2ECFF5C66B8}"/>
              </a:ext>
            </a:extLst>
          </p:cNvPr>
          <p:cNvCxnSpPr>
            <a:cxnSpLocks/>
            <a:stCxn id="14" idx="1"/>
            <a:endCxn id="17" idx="3"/>
          </p:cNvCxnSpPr>
          <p:nvPr/>
        </p:nvCxnSpPr>
        <p:spPr>
          <a:xfrm flipH="1">
            <a:off x="3020816" y="4010958"/>
            <a:ext cx="257587" cy="0"/>
          </a:xfrm>
          <a:prstGeom prst="straightConnector1">
            <a:avLst/>
          </a:prstGeom>
          <a:ln w="28575">
            <a:solidFill>
              <a:srgbClr val="695C5D"/>
            </a:solidFill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Rechteck: abgerundete Ecken 78">
            <a:extLst>
              <a:ext uri="{FF2B5EF4-FFF2-40B4-BE49-F238E27FC236}">
                <a16:creationId xmlns:a16="http://schemas.microsoft.com/office/drawing/2014/main" id="{655399C0-B5AF-334A-136E-5AD18E6486FA}"/>
              </a:ext>
            </a:extLst>
          </p:cNvPr>
          <p:cNvSpPr/>
          <p:nvPr/>
        </p:nvSpPr>
        <p:spPr>
          <a:xfrm>
            <a:off x="4992942" y="2636680"/>
            <a:ext cx="975253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Push-Requested</a:t>
            </a:r>
          </a:p>
        </p:txBody>
      </p:sp>
      <p:sp>
        <p:nvSpPr>
          <p:cNvPr id="80" name="Rechteck: abgerundete Ecken 79">
            <a:extLst>
              <a:ext uri="{FF2B5EF4-FFF2-40B4-BE49-F238E27FC236}">
                <a16:creationId xmlns:a16="http://schemas.microsoft.com/office/drawing/2014/main" id="{27236855-586E-B655-CF1D-ED91013372AB}"/>
              </a:ext>
            </a:extLst>
          </p:cNvPr>
          <p:cNvSpPr/>
          <p:nvPr/>
        </p:nvSpPr>
        <p:spPr>
          <a:xfrm>
            <a:off x="4992943" y="3185252"/>
            <a:ext cx="975252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Pull-Requested</a:t>
            </a:r>
          </a:p>
        </p:txBody>
      </p:sp>
      <p:sp>
        <p:nvSpPr>
          <p:cNvPr id="81" name="Rechteck: abgerundete Ecken 80">
            <a:extLst>
              <a:ext uri="{FF2B5EF4-FFF2-40B4-BE49-F238E27FC236}">
                <a16:creationId xmlns:a16="http://schemas.microsoft.com/office/drawing/2014/main" id="{28F6F21C-D6E4-0995-DB95-4E08E53C2A66}"/>
              </a:ext>
            </a:extLst>
          </p:cNvPr>
          <p:cNvSpPr/>
          <p:nvPr/>
        </p:nvSpPr>
        <p:spPr>
          <a:xfrm>
            <a:off x="4993717" y="3727589"/>
            <a:ext cx="974478" cy="283602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DE04E725-A61F-4DF4-865F-5F9ACB0393CF}"/>
              </a:ext>
            </a:extLst>
          </p:cNvPr>
          <p:cNvSpPr/>
          <p:nvPr/>
        </p:nvSpPr>
        <p:spPr>
          <a:xfrm>
            <a:off x="6063395" y="4254986"/>
            <a:ext cx="974478" cy="283602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Rerouting</a:t>
            </a:r>
          </a:p>
        </p:txBody>
      </p:sp>
      <p:sp>
        <p:nvSpPr>
          <p:cNvPr id="83" name="Rechteck: abgerundete Ecken 82">
            <a:extLst>
              <a:ext uri="{FF2B5EF4-FFF2-40B4-BE49-F238E27FC236}">
                <a16:creationId xmlns:a16="http://schemas.microsoft.com/office/drawing/2014/main" id="{866760C9-2BC5-D9CE-8615-81EAA57A4A35}"/>
              </a:ext>
            </a:extLst>
          </p:cNvPr>
          <p:cNvSpPr/>
          <p:nvPr/>
        </p:nvSpPr>
        <p:spPr>
          <a:xfrm>
            <a:off x="6064683" y="3185252"/>
            <a:ext cx="973190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Transport-Awaited</a:t>
            </a:r>
          </a:p>
        </p:txBody>
      </p: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1EBE74D0-CA11-6406-839F-D7DA52F29836}"/>
              </a:ext>
            </a:extLst>
          </p:cNvPr>
          <p:cNvSpPr/>
          <p:nvPr/>
        </p:nvSpPr>
        <p:spPr>
          <a:xfrm>
            <a:off x="6064684" y="3719541"/>
            <a:ext cx="973190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Transport-Declined</a:t>
            </a:r>
          </a:p>
        </p:txBody>
      </p:sp>
      <p:sp>
        <p:nvSpPr>
          <p:cNvPr id="85" name="Rechteck: abgerundete Ecken 84">
            <a:extLst>
              <a:ext uri="{FF2B5EF4-FFF2-40B4-BE49-F238E27FC236}">
                <a16:creationId xmlns:a16="http://schemas.microsoft.com/office/drawing/2014/main" id="{08018638-66EB-B977-9795-29AD970ABD3B}"/>
              </a:ext>
            </a:extLst>
          </p:cNvPr>
          <p:cNvSpPr/>
          <p:nvPr/>
        </p:nvSpPr>
        <p:spPr>
          <a:xfrm>
            <a:off x="6064683" y="2640667"/>
            <a:ext cx="973190" cy="457200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Transport-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AwaitReq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33701F37-7A74-A711-B44C-D26C3ECD10F7}"/>
              </a:ext>
            </a:extLst>
          </p:cNvPr>
          <p:cNvSpPr/>
          <p:nvPr/>
        </p:nvSpPr>
        <p:spPr>
          <a:xfrm>
            <a:off x="4995005" y="4083597"/>
            <a:ext cx="973190" cy="457200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Transport-Arrived</a:t>
            </a:r>
          </a:p>
        </p:txBody>
      </p:sp>
      <p:sp>
        <p:nvSpPr>
          <p:cNvPr id="92" name="Rechteck: abgerundete Ecken 91">
            <a:extLst>
              <a:ext uri="{FF2B5EF4-FFF2-40B4-BE49-F238E27FC236}">
                <a16:creationId xmlns:a16="http://schemas.microsoft.com/office/drawing/2014/main" id="{099D9AC7-11D7-67A7-06EC-AC60717E7866}"/>
              </a:ext>
            </a:extLst>
          </p:cNvPr>
          <p:cNvSpPr/>
          <p:nvPr/>
        </p:nvSpPr>
        <p:spPr>
          <a:xfrm>
            <a:off x="7132505" y="2640667"/>
            <a:ext cx="1037685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Transfer-</a:t>
            </a:r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FromLea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Rechteck: abgerundete Ecken 92">
            <a:extLst>
              <a:ext uri="{FF2B5EF4-FFF2-40B4-BE49-F238E27FC236}">
                <a16:creationId xmlns:a16="http://schemas.microsoft.com/office/drawing/2014/main" id="{B2C68F9F-63FE-1060-37D1-DC32C2E19287}"/>
              </a:ext>
            </a:extLst>
          </p:cNvPr>
          <p:cNvSpPr/>
          <p:nvPr/>
        </p:nvSpPr>
        <p:spPr>
          <a:xfrm>
            <a:off x="7132505" y="3185252"/>
            <a:ext cx="1037688" cy="69668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Transfer-</a:t>
            </a:r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FromLea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-Succeeded</a:t>
            </a:r>
          </a:p>
        </p:txBody>
      </p:sp>
      <p:sp>
        <p:nvSpPr>
          <p:cNvPr id="94" name="Rechteck: abgerundete Ecken 93">
            <a:extLst>
              <a:ext uri="{FF2B5EF4-FFF2-40B4-BE49-F238E27FC236}">
                <a16:creationId xmlns:a16="http://schemas.microsoft.com/office/drawing/2014/main" id="{7F6EE060-309E-451E-C7E8-46BF0E3821A0}"/>
              </a:ext>
            </a:extLst>
          </p:cNvPr>
          <p:cNvSpPr/>
          <p:nvPr/>
        </p:nvSpPr>
        <p:spPr>
          <a:xfrm>
            <a:off x="7135617" y="3969319"/>
            <a:ext cx="1034574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</a:p>
        </p:txBody>
      </p:sp>
      <p:sp>
        <p:nvSpPr>
          <p:cNvPr id="98" name="Rechteck: abgerundete Ecken 97">
            <a:extLst>
              <a:ext uri="{FF2B5EF4-FFF2-40B4-BE49-F238E27FC236}">
                <a16:creationId xmlns:a16="http://schemas.microsoft.com/office/drawing/2014/main" id="{E62A1B51-AAD6-F8CA-FFE9-ADE38AFB7E17}"/>
              </a:ext>
            </a:extLst>
          </p:cNvPr>
          <p:cNvSpPr/>
          <p:nvPr/>
        </p:nvSpPr>
        <p:spPr>
          <a:xfrm>
            <a:off x="8267934" y="3969319"/>
            <a:ext cx="1116400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Processing-Succeeded</a:t>
            </a:r>
          </a:p>
        </p:txBody>
      </p:sp>
      <p:sp>
        <p:nvSpPr>
          <p:cNvPr id="99" name="Rechteck: abgerundete Ecken 98">
            <a:extLst>
              <a:ext uri="{FF2B5EF4-FFF2-40B4-BE49-F238E27FC236}">
                <a16:creationId xmlns:a16="http://schemas.microsoft.com/office/drawing/2014/main" id="{3818F724-70D6-3FC7-8364-171CFE1A1740}"/>
              </a:ext>
            </a:extLst>
          </p:cNvPr>
          <p:cNvSpPr/>
          <p:nvPr/>
        </p:nvSpPr>
        <p:spPr>
          <a:xfrm>
            <a:off x="8264822" y="2636680"/>
            <a:ext cx="1116400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Transfer-</a:t>
            </a:r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ToLea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hteck: abgerundete Ecken 99">
            <a:extLst>
              <a:ext uri="{FF2B5EF4-FFF2-40B4-BE49-F238E27FC236}">
                <a16:creationId xmlns:a16="http://schemas.microsoft.com/office/drawing/2014/main" id="{9C56DA5A-0EF5-886A-E630-4D78FC366687}"/>
              </a:ext>
            </a:extLst>
          </p:cNvPr>
          <p:cNvSpPr/>
          <p:nvPr/>
        </p:nvSpPr>
        <p:spPr>
          <a:xfrm>
            <a:off x="8267934" y="3177724"/>
            <a:ext cx="1113288" cy="69668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Transfer-</a:t>
            </a:r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ToLea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-Succeeded</a:t>
            </a:r>
          </a:p>
        </p:txBody>
      </p: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C1CE4657-1783-9FF2-00B6-B962A05E8CEE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609021" y="4010958"/>
            <a:ext cx="272192" cy="0"/>
          </a:xfrm>
          <a:prstGeom prst="straightConnector1">
            <a:avLst/>
          </a:prstGeom>
          <a:ln w="28575">
            <a:headEnd type="stealth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ADFAFF1E-63F9-18A5-BC50-A660F4D0DB8C}"/>
              </a:ext>
            </a:extLst>
          </p:cNvPr>
          <p:cNvSpPr/>
          <p:nvPr/>
        </p:nvSpPr>
        <p:spPr>
          <a:xfrm>
            <a:off x="1766426" y="4728375"/>
            <a:ext cx="691379" cy="25629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AE64F6EA-9EEB-8095-2041-C2AF434EBEBD}"/>
              </a:ext>
            </a:extLst>
          </p:cNvPr>
          <p:cNvSpPr txBox="1"/>
          <p:nvPr/>
        </p:nvSpPr>
        <p:spPr>
          <a:xfrm>
            <a:off x="2452496" y="4701905"/>
            <a:ext cx="1715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accent1">
                    <a:lumMod val="75000"/>
                  </a:schemeClr>
                </a:solidFill>
              </a:rPr>
              <a:t>Von der LEA initiiert</a:t>
            </a:r>
          </a:p>
        </p:txBody>
      </p: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0B89C7DE-7F03-DD1E-EBCA-DEAD4DC860AC}"/>
              </a:ext>
            </a:extLst>
          </p:cNvPr>
          <p:cNvSpPr/>
          <p:nvPr/>
        </p:nvSpPr>
        <p:spPr>
          <a:xfrm>
            <a:off x="4263330" y="4728375"/>
            <a:ext cx="691379" cy="256293"/>
          </a:xfrm>
          <a:prstGeom prst="roundRect">
            <a:avLst/>
          </a:prstGeom>
          <a:solidFill>
            <a:srgbClr val="1E643F"/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C5BA0E07-478C-76EF-CE12-85F73577296C}"/>
              </a:ext>
            </a:extLst>
          </p:cNvPr>
          <p:cNvSpPr txBox="1"/>
          <p:nvPr/>
        </p:nvSpPr>
        <p:spPr>
          <a:xfrm>
            <a:off x="4941959" y="4696412"/>
            <a:ext cx="2686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accent1">
                    <a:lumMod val="75000"/>
                  </a:schemeClr>
                </a:solidFill>
              </a:rPr>
              <a:t>Vom AGV-System/TM initiiert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345ADD74-46F1-49DF-A3F1-03E7F4D3BAA8}"/>
              </a:ext>
            </a:extLst>
          </p:cNvPr>
          <p:cNvSpPr/>
          <p:nvPr/>
        </p:nvSpPr>
        <p:spPr>
          <a:xfrm>
            <a:off x="1905995" y="2658320"/>
            <a:ext cx="975252" cy="31988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Undefined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03A2A6D3-DF9E-8370-EF50-4547D867636B}"/>
              </a:ext>
            </a:extLst>
          </p:cNvPr>
          <p:cNvSpPr/>
          <p:nvPr/>
        </p:nvSpPr>
        <p:spPr>
          <a:xfrm>
            <a:off x="1880217" y="3784917"/>
            <a:ext cx="1026808" cy="69668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Transfer-</a:t>
            </a:r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ToLea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-Succeeded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D0A38C39-D7E5-7385-A93B-E04E63973535}"/>
              </a:ext>
            </a:extLst>
          </p:cNvPr>
          <p:cNvSpPr/>
          <p:nvPr/>
        </p:nvSpPr>
        <p:spPr>
          <a:xfrm>
            <a:off x="3434100" y="3782252"/>
            <a:ext cx="1026808" cy="69668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  <a:tailEnd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Transfer-</a:t>
            </a:r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ToLea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-Succeeded</a:t>
            </a:r>
          </a:p>
        </p:txBody>
      </p:sp>
    </p:spTree>
    <p:extLst>
      <p:ext uri="{BB962C8B-B14F-4D97-AF65-F5344CB8AC3E}">
        <p14:creationId xmlns:p14="http://schemas.microsoft.com/office/powerpoint/2010/main" val="27207747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>
            <a:extLst>
              <a:ext uri="{FF2B5EF4-FFF2-40B4-BE49-F238E27FC236}">
                <a16:creationId xmlns:a16="http://schemas.microsoft.com/office/drawing/2014/main" id="{6FD63FDC-23F3-BB4D-AE91-3F0D08E62701}"/>
              </a:ext>
            </a:extLst>
          </p:cNvPr>
          <p:cNvSpPr/>
          <p:nvPr/>
        </p:nvSpPr>
        <p:spPr>
          <a:xfrm>
            <a:off x="4298379" y="3716153"/>
            <a:ext cx="1945041" cy="809427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Palettierer </a:t>
            </a:r>
          </a:p>
          <a:p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(PAL)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06EFE1A6-0BEC-DC97-D98C-7C6A8AE0BDC5}"/>
              </a:ext>
            </a:extLst>
          </p:cNvPr>
          <p:cNvSpPr/>
          <p:nvPr/>
        </p:nvSpPr>
        <p:spPr>
          <a:xfrm>
            <a:off x="4192609" y="1280142"/>
            <a:ext cx="3497923" cy="204430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 </a:t>
            </a:r>
            <a:r>
              <a:rPr lang="de-DE" b="1" dirty="0">
                <a:solidFill>
                  <a:schemeClr val="tx2">
                    <a:lumMod val="50000"/>
                  </a:schemeClr>
                </a:solidFill>
              </a:rPr>
              <a:t>(TM)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C35D1914-EB16-9E10-67CE-1076BAFB35FD}"/>
              </a:ext>
            </a:extLst>
          </p:cNvPr>
          <p:cNvSpPr/>
          <p:nvPr/>
        </p:nvSpPr>
        <p:spPr>
          <a:xfrm>
            <a:off x="4283968" y="1652834"/>
            <a:ext cx="3313947" cy="158776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Order-Management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CBFE3529-59BE-A523-848E-F99259705D0C}"/>
              </a:ext>
            </a:extLst>
          </p:cNvPr>
          <p:cNvGrpSpPr/>
          <p:nvPr/>
        </p:nvGrpSpPr>
        <p:grpSpPr>
          <a:xfrm>
            <a:off x="5326775" y="2787589"/>
            <a:ext cx="1277013" cy="337518"/>
            <a:chOff x="2323037" y="1976894"/>
            <a:chExt cx="1047590" cy="337518"/>
          </a:xfrm>
        </p:grpSpPr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149A9A61-F9AF-A054-FDB4-9A1CD7B03411}"/>
                </a:ext>
              </a:extLst>
            </p:cNvPr>
            <p:cNvSpPr/>
            <p:nvPr/>
          </p:nvSpPr>
          <p:spPr>
            <a:xfrm>
              <a:off x="2323037" y="1976894"/>
              <a:ext cx="1047590" cy="33751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72000" rtlCol="0" anchor="ctr"/>
            <a:lstStyle/>
            <a:p>
              <a:pPr algn="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TK-Proxy</a:t>
              </a:r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5B2B8EE1-50F9-4928-31D7-9BD83C2A588A}"/>
                </a:ext>
              </a:extLst>
            </p:cNvPr>
            <p:cNvSpPr/>
            <p:nvPr/>
          </p:nvSpPr>
          <p:spPr>
            <a:xfrm>
              <a:off x="2419466" y="2041495"/>
              <a:ext cx="38378" cy="22387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1" name="Gleichschenkliges Dreieck 50">
              <a:extLst>
                <a:ext uri="{FF2B5EF4-FFF2-40B4-BE49-F238E27FC236}">
                  <a16:creationId xmlns:a16="http://schemas.microsoft.com/office/drawing/2014/main" id="{A6E556A9-8DF8-C560-6C37-06B68AA854E6}"/>
                </a:ext>
              </a:extLst>
            </p:cNvPr>
            <p:cNvSpPr/>
            <p:nvPr/>
          </p:nvSpPr>
          <p:spPr>
            <a:xfrm rot="5400000">
              <a:off x="2563822" y="2106467"/>
              <a:ext cx="108954" cy="9392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2" name="Gleichschenkliges Dreieck 51">
              <a:extLst>
                <a:ext uri="{FF2B5EF4-FFF2-40B4-BE49-F238E27FC236}">
                  <a16:creationId xmlns:a16="http://schemas.microsoft.com/office/drawing/2014/main" id="{699F4082-5200-ACDC-6EFC-87E73C300B16}"/>
                </a:ext>
              </a:extLst>
            </p:cNvPr>
            <p:cNvSpPr/>
            <p:nvPr/>
          </p:nvSpPr>
          <p:spPr>
            <a:xfrm rot="16200000">
              <a:off x="2457735" y="2106467"/>
              <a:ext cx="108954" cy="9392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51605C4-9C91-225D-BA4A-465DBB657C29}"/>
              </a:ext>
            </a:extLst>
          </p:cNvPr>
          <p:cNvGrpSpPr/>
          <p:nvPr/>
        </p:nvGrpSpPr>
        <p:grpSpPr>
          <a:xfrm rot="10800000">
            <a:off x="5843320" y="3330505"/>
            <a:ext cx="243923" cy="243923"/>
            <a:chOff x="2481603" y="2856692"/>
            <a:chExt cx="243923" cy="243923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279AEC1-A68E-A196-BEEC-678A0D74A6A3}"/>
                </a:ext>
              </a:extLst>
            </p:cNvPr>
            <p:cNvSpPr/>
            <p:nvPr/>
          </p:nvSpPr>
          <p:spPr>
            <a:xfrm>
              <a:off x="2572132" y="2864312"/>
              <a:ext cx="62865" cy="466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76813596-DE97-C17A-310D-D6AC39745437}"/>
                </a:ext>
              </a:extLst>
            </p:cNvPr>
            <p:cNvGrpSpPr/>
            <p:nvPr/>
          </p:nvGrpSpPr>
          <p:grpSpPr>
            <a:xfrm>
              <a:off x="2481603" y="2856692"/>
              <a:ext cx="243923" cy="243923"/>
              <a:chOff x="2500621" y="2856692"/>
              <a:chExt cx="328468" cy="328468"/>
            </a:xfrm>
          </p:grpSpPr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3BCF6868-5764-CEE4-A934-67E2B6E83ED4}"/>
                  </a:ext>
                </a:extLst>
              </p:cNvPr>
              <p:cNvSpPr/>
              <p:nvPr/>
            </p:nvSpPr>
            <p:spPr>
              <a:xfrm>
                <a:off x="2556050" y="2915315"/>
                <a:ext cx="217610" cy="217610"/>
              </a:xfrm>
              <a:prstGeom prst="ellipse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75" name="Halbbogen 74">
                <a:extLst>
                  <a:ext uri="{FF2B5EF4-FFF2-40B4-BE49-F238E27FC236}">
                    <a16:creationId xmlns:a16="http://schemas.microsoft.com/office/drawing/2014/main" id="{3DCC2B44-17FF-8F8B-9076-949E9E4DF7D6}"/>
                  </a:ext>
                </a:extLst>
              </p:cNvPr>
              <p:cNvSpPr/>
              <p:nvPr/>
            </p:nvSpPr>
            <p:spPr>
              <a:xfrm>
                <a:off x="2500621" y="2856692"/>
                <a:ext cx="328468" cy="328468"/>
              </a:xfrm>
              <a:prstGeom prst="blockArc">
                <a:avLst>
                  <a:gd name="adj1" fmla="val 10800000"/>
                  <a:gd name="adj2" fmla="val 7"/>
                  <a:gd name="adj3" fmla="val 9369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3CBDB8E0-7E40-5B04-1C70-5B172A1BDF5B}"/>
              </a:ext>
            </a:extLst>
          </p:cNvPr>
          <p:cNvCxnSpPr>
            <a:cxnSpLocks/>
            <a:stCxn id="72" idx="0"/>
            <a:endCxn id="155" idx="0"/>
          </p:cNvCxnSpPr>
          <p:nvPr/>
        </p:nvCxnSpPr>
        <p:spPr>
          <a:xfrm flipH="1">
            <a:off x="5961932" y="3566808"/>
            <a:ext cx="3349" cy="259387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8EA147EC-ACCA-746C-A1C9-063F1B85AA1A}"/>
              </a:ext>
            </a:extLst>
          </p:cNvPr>
          <p:cNvCxnSpPr>
            <a:cxnSpLocks/>
            <a:stCxn id="49" idx="2"/>
            <a:endCxn id="74" idx="4"/>
          </p:cNvCxnSpPr>
          <p:nvPr/>
        </p:nvCxnSpPr>
        <p:spPr>
          <a:xfrm flipH="1">
            <a:off x="5965281" y="3125107"/>
            <a:ext cx="1" cy="244188"/>
          </a:xfrm>
          <a:prstGeom prst="line">
            <a:avLst/>
          </a:prstGeom>
          <a:ln w="25400">
            <a:solidFill>
              <a:schemeClr val="tx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7654FDC7-2CE1-3F23-94E5-2876EDF66825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5965281" y="2441223"/>
            <a:ext cx="1" cy="34636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hteck 95">
            <a:extLst>
              <a:ext uri="{FF2B5EF4-FFF2-40B4-BE49-F238E27FC236}">
                <a16:creationId xmlns:a16="http://schemas.microsoft.com/office/drawing/2014/main" id="{3BDD6408-27FA-ED7A-93ED-D0B5C2E47DB8}"/>
              </a:ext>
            </a:extLst>
          </p:cNvPr>
          <p:cNvSpPr/>
          <p:nvPr/>
        </p:nvSpPr>
        <p:spPr>
          <a:xfrm>
            <a:off x="4403400" y="1988895"/>
            <a:ext cx="2838704" cy="51328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t" anchorCtr="0"/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Transportdienst (ID: 1)</a:t>
            </a:r>
          </a:p>
        </p:txBody>
      </p:sp>
      <p:pic>
        <p:nvPicPr>
          <p:cNvPr id="136" name="Picture 2" descr="IOT - OPC UA: OPC UA Grundlagen">
            <a:extLst>
              <a:ext uri="{FF2B5EF4-FFF2-40B4-BE49-F238E27FC236}">
                <a16:creationId xmlns:a16="http://schemas.microsoft.com/office/drawing/2014/main" id="{8711133B-5773-EE00-5766-6FDFBDE378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44" b="19240"/>
          <a:stretch/>
        </p:blipFill>
        <p:spPr bwMode="auto">
          <a:xfrm>
            <a:off x="4205482" y="3387039"/>
            <a:ext cx="1011058" cy="20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" name="Textfeld 146">
            <a:extLst>
              <a:ext uri="{FF2B5EF4-FFF2-40B4-BE49-F238E27FC236}">
                <a16:creationId xmlns:a16="http://schemas.microsoft.com/office/drawing/2014/main" id="{4BE7E32C-F094-3B4A-DF8B-33B698139498}"/>
              </a:ext>
            </a:extLst>
          </p:cNvPr>
          <p:cNvSpPr txBox="1"/>
          <p:nvPr/>
        </p:nvSpPr>
        <p:spPr>
          <a:xfrm>
            <a:off x="3483532" y="4562933"/>
            <a:ext cx="2896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Während der LEA-Inbetriebnahme konfigurierte OPC UA-Verbindung</a:t>
            </a:r>
          </a:p>
        </p:txBody>
      </p: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5C8A14E5-2840-9DF8-95D2-4B3497AE9B85}"/>
              </a:ext>
            </a:extLst>
          </p:cNvPr>
          <p:cNvCxnSpPr>
            <a:cxnSpLocks/>
          </p:cNvCxnSpPr>
          <p:nvPr/>
        </p:nvCxnSpPr>
        <p:spPr>
          <a:xfrm>
            <a:off x="3148758" y="5208985"/>
            <a:ext cx="334773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feld 148">
            <a:extLst>
              <a:ext uri="{FF2B5EF4-FFF2-40B4-BE49-F238E27FC236}">
                <a16:creationId xmlns:a16="http://schemas.microsoft.com/office/drawing/2014/main" id="{697E192A-7AEA-85CF-64C1-0E709705D312}"/>
              </a:ext>
            </a:extLst>
          </p:cNvPr>
          <p:cNvSpPr txBox="1"/>
          <p:nvPr/>
        </p:nvSpPr>
        <p:spPr>
          <a:xfrm>
            <a:off x="3483531" y="5051457"/>
            <a:ext cx="289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Zur Laufzeit konfigurierte Zuordnung</a:t>
            </a:r>
          </a:p>
        </p:txBody>
      </p: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F33D807E-E957-A75D-028C-88C5E3117FB4}"/>
              </a:ext>
            </a:extLst>
          </p:cNvPr>
          <p:cNvCxnSpPr>
            <a:cxnSpLocks/>
          </p:cNvCxnSpPr>
          <p:nvPr/>
        </p:nvCxnSpPr>
        <p:spPr>
          <a:xfrm>
            <a:off x="6379584" y="4710848"/>
            <a:ext cx="334773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feld 150">
            <a:extLst>
              <a:ext uri="{FF2B5EF4-FFF2-40B4-BE49-F238E27FC236}">
                <a16:creationId xmlns:a16="http://schemas.microsoft.com/office/drawing/2014/main" id="{DF9D7920-5907-C9AE-9CD6-709792E59AC2}"/>
              </a:ext>
            </a:extLst>
          </p:cNvPr>
          <p:cNvSpPr txBox="1"/>
          <p:nvPr/>
        </p:nvSpPr>
        <p:spPr>
          <a:xfrm>
            <a:off x="6714357" y="4560283"/>
            <a:ext cx="2124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OPC UA Lese- und Schreib-Operationen</a:t>
            </a:r>
          </a:p>
        </p:txBody>
      </p:sp>
      <p:cxnSp>
        <p:nvCxnSpPr>
          <p:cNvPr id="152" name="Gerader Verbinder 151">
            <a:extLst>
              <a:ext uri="{FF2B5EF4-FFF2-40B4-BE49-F238E27FC236}">
                <a16:creationId xmlns:a16="http://schemas.microsoft.com/office/drawing/2014/main" id="{85E29E4B-3D02-F290-6B5D-EDA7555E169D}"/>
              </a:ext>
            </a:extLst>
          </p:cNvPr>
          <p:cNvCxnSpPr>
            <a:cxnSpLocks/>
          </p:cNvCxnSpPr>
          <p:nvPr/>
        </p:nvCxnSpPr>
        <p:spPr>
          <a:xfrm>
            <a:off x="6379584" y="5209896"/>
            <a:ext cx="334773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feld 152">
            <a:extLst>
              <a:ext uri="{FF2B5EF4-FFF2-40B4-BE49-F238E27FC236}">
                <a16:creationId xmlns:a16="http://schemas.microsoft.com/office/drawing/2014/main" id="{BCDF51BE-F7E9-6F63-6DC4-E65A7D29FF31}"/>
              </a:ext>
            </a:extLst>
          </p:cNvPr>
          <p:cNvSpPr txBox="1"/>
          <p:nvPr/>
        </p:nvSpPr>
        <p:spPr>
          <a:xfrm>
            <a:off x="6708260" y="5052686"/>
            <a:ext cx="2275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TM-interner Signalaustausch</a:t>
            </a:r>
          </a:p>
        </p:txBody>
      </p:sp>
      <p:grpSp>
        <p:nvGrpSpPr>
          <p:cNvPr id="154" name="Gruppieren 153">
            <a:extLst>
              <a:ext uri="{FF2B5EF4-FFF2-40B4-BE49-F238E27FC236}">
                <a16:creationId xmlns:a16="http://schemas.microsoft.com/office/drawing/2014/main" id="{57A3F62D-75E6-4725-33DC-447127352363}"/>
              </a:ext>
            </a:extLst>
          </p:cNvPr>
          <p:cNvGrpSpPr/>
          <p:nvPr/>
        </p:nvGrpSpPr>
        <p:grpSpPr>
          <a:xfrm>
            <a:off x="5323425" y="3826195"/>
            <a:ext cx="1277013" cy="589341"/>
            <a:chOff x="2172264" y="3589559"/>
            <a:chExt cx="1277013" cy="589341"/>
          </a:xfrm>
        </p:grpSpPr>
        <p:sp>
          <p:nvSpPr>
            <p:cNvPr id="155" name="Rechteck 154">
              <a:extLst>
                <a:ext uri="{FF2B5EF4-FFF2-40B4-BE49-F238E27FC236}">
                  <a16:creationId xmlns:a16="http://schemas.microsoft.com/office/drawing/2014/main" id="{6B07AF7B-0308-59C6-D7FA-D3B0458257DE}"/>
                </a:ext>
              </a:extLst>
            </p:cNvPr>
            <p:cNvSpPr/>
            <p:nvPr/>
          </p:nvSpPr>
          <p:spPr>
            <a:xfrm>
              <a:off x="2172264" y="3589559"/>
              <a:ext cx="1277013" cy="58934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dirty="0" err="1">
                  <a:solidFill>
                    <a:schemeClr val="accent1">
                      <a:lumMod val="75000"/>
                    </a:schemeClr>
                  </a:solidFill>
                </a:rPr>
                <a:t>InOutbound</a:t>
              </a:r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-</a:t>
              </a:r>
              <a:b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</a:br>
              <a:r>
                <a:rPr lang="en-US" sz="1600" dirty="0" err="1">
                  <a:solidFill>
                    <a:schemeClr val="accent1">
                      <a:lumMod val="75000"/>
                    </a:schemeClr>
                  </a:solidFill>
                </a:rPr>
                <a:t>Knoten</a:t>
              </a:r>
              <a:endParaRPr lang="en-US" sz="16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56" name="Rechteck 155">
              <a:extLst>
                <a:ext uri="{FF2B5EF4-FFF2-40B4-BE49-F238E27FC236}">
                  <a16:creationId xmlns:a16="http://schemas.microsoft.com/office/drawing/2014/main" id="{2E094DD7-AFB1-7E2E-38D4-4281CB6ACDE3}"/>
                </a:ext>
              </a:extLst>
            </p:cNvPr>
            <p:cNvSpPr/>
            <p:nvPr/>
          </p:nvSpPr>
          <p:spPr>
            <a:xfrm>
              <a:off x="2281493" y="3879694"/>
              <a:ext cx="40939" cy="23881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57" name="Gleichschenkliges Dreieck 156">
              <a:extLst>
                <a:ext uri="{FF2B5EF4-FFF2-40B4-BE49-F238E27FC236}">
                  <a16:creationId xmlns:a16="http://schemas.microsoft.com/office/drawing/2014/main" id="{10807FD8-8644-1C81-EA7A-1E7B5DE80590}"/>
                </a:ext>
              </a:extLst>
            </p:cNvPr>
            <p:cNvSpPr/>
            <p:nvPr/>
          </p:nvSpPr>
          <p:spPr>
            <a:xfrm rot="5400000">
              <a:off x="2435484" y="3949002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58" name="Gleichschenkliges Dreieck 157">
              <a:extLst>
                <a:ext uri="{FF2B5EF4-FFF2-40B4-BE49-F238E27FC236}">
                  <a16:creationId xmlns:a16="http://schemas.microsoft.com/office/drawing/2014/main" id="{3703916E-6853-80E6-520A-E78D33E3E523}"/>
                </a:ext>
              </a:extLst>
            </p:cNvPr>
            <p:cNvSpPr/>
            <p:nvPr/>
          </p:nvSpPr>
          <p:spPr>
            <a:xfrm rot="16200000">
              <a:off x="2322317" y="3949002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169" name="Rechteck 168">
            <a:extLst>
              <a:ext uri="{FF2B5EF4-FFF2-40B4-BE49-F238E27FC236}">
                <a16:creationId xmlns:a16="http://schemas.microsoft.com/office/drawing/2014/main" id="{12E89414-4ABD-0DA8-1A85-8BEA7C315895}"/>
              </a:ext>
            </a:extLst>
          </p:cNvPr>
          <p:cNvSpPr/>
          <p:nvPr/>
        </p:nvSpPr>
        <p:spPr>
          <a:xfrm>
            <a:off x="4857583" y="2313402"/>
            <a:ext cx="1059321" cy="23689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ProcedureCur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0" name="Rechteck 169">
            <a:extLst>
              <a:ext uri="{FF2B5EF4-FFF2-40B4-BE49-F238E27FC236}">
                <a16:creationId xmlns:a16="http://schemas.microsoft.com/office/drawing/2014/main" id="{E59A65FE-8DE7-DD4B-6F14-CB560142DBDE}"/>
              </a:ext>
            </a:extLst>
          </p:cNvPr>
          <p:cNvSpPr/>
          <p:nvPr/>
        </p:nvSpPr>
        <p:spPr>
          <a:xfrm>
            <a:off x="6015656" y="2313402"/>
            <a:ext cx="1140088" cy="23689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NextNode.VExt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71" name="Gruppieren 170">
            <a:extLst>
              <a:ext uri="{FF2B5EF4-FFF2-40B4-BE49-F238E27FC236}">
                <a16:creationId xmlns:a16="http://schemas.microsoft.com/office/drawing/2014/main" id="{197B7F3C-65C8-6D40-842E-5996E18623F2}"/>
              </a:ext>
            </a:extLst>
          </p:cNvPr>
          <p:cNvGrpSpPr/>
          <p:nvPr/>
        </p:nvGrpSpPr>
        <p:grpSpPr>
          <a:xfrm>
            <a:off x="4373680" y="1955987"/>
            <a:ext cx="435637" cy="435637"/>
            <a:chOff x="2474976" y="1196677"/>
            <a:chExt cx="914400" cy="914400"/>
          </a:xfrm>
        </p:grpSpPr>
        <p:sp>
          <p:nvSpPr>
            <p:cNvPr id="172" name="Ellipse 171">
              <a:extLst>
                <a:ext uri="{FF2B5EF4-FFF2-40B4-BE49-F238E27FC236}">
                  <a16:creationId xmlns:a16="http://schemas.microsoft.com/office/drawing/2014/main" id="{C1A291B6-61A7-9738-0E4C-6219D7D307F1}"/>
                </a:ext>
              </a:extLst>
            </p:cNvPr>
            <p:cNvSpPr/>
            <p:nvPr/>
          </p:nvSpPr>
          <p:spPr>
            <a:xfrm>
              <a:off x="2474976" y="1196677"/>
              <a:ext cx="914400" cy="9144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AF35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3" name="Grafik 172">
              <a:extLst>
                <a:ext uri="{FF2B5EF4-FFF2-40B4-BE49-F238E27FC236}">
                  <a16:creationId xmlns:a16="http://schemas.microsoft.com/office/drawing/2014/main" id="{2C7FE74C-8A0A-AC62-7AEF-31B6C22D8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502965" y="1248087"/>
              <a:ext cx="825628" cy="781454"/>
            </a:xfrm>
            <a:prstGeom prst="rect">
              <a:avLst/>
            </a:prstGeom>
          </p:spPr>
        </p:pic>
      </p:grp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80D13787-2DD9-038F-EFE3-9D42116E0E19}"/>
              </a:ext>
            </a:extLst>
          </p:cNvPr>
          <p:cNvCxnSpPr>
            <a:cxnSpLocks/>
          </p:cNvCxnSpPr>
          <p:nvPr/>
        </p:nvCxnSpPr>
        <p:spPr>
          <a:xfrm flipH="1">
            <a:off x="5712163" y="2560591"/>
            <a:ext cx="4346" cy="226998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0CE49FF1-5049-C04B-084F-ECDE1F85BA40}"/>
              </a:ext>
            </a:extLst>
          </p:cNvPr>
          <p:cNvCxnSpPr>
            <a:cxnSpLocks/>
          </p:cNvCxnSpPr>
          <p:nvPr/>
        </p:nvCxnSpPr>
        <p:spPr>
          <a:xfrm>
            <a:off x="5728701" y="3118987"/>
            <a:ext cx="0" cy="707208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24D719B4-89DF-137B-42E6-FFA56E3069A2}"/>
              </a:ext>
            </a:extLst>
          </p:cNvPr>
          <p:cNvCxnSpPr>
            <a:cxnSpLocks/>
          </p:cNvCxnSpPr>
          <p:nvPr/>
        </p:nvCxnSpPr>
        <p:spPr>
          <a:xfrm>
            <a:off x="6179805" y="2560591"/>
            <a:ext cx="0" cy="226998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prstDash val="sysDot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40DFC96D-71C0-E331-53AB-021A79360BE6}"/>
              </a:ext>
            </a:extLst>
          </p:cNvPr>
          <p:cNvCxnSpPr>
            <a:cxnSpLocks/>
          </p:cNvCxnSpPr>
          <p:nvPr/>
        </p:nvCxnSpPr>
        <p:spPr>
          <a:xfrm>
            <a:off x="6185901" y="3118987"/>
            <a:ext cx="0" cy="707208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feld 179">
            <a:extLst>
              <a:ext uri="{FF2B5EF4-FFF2-40B4-BE49-F238E27FC236}">
                <a16:creationId xmlns:a16="http://schemas.microsoft.com/office/drawing/2014/main" id="{3F61102B-4CA7-DC58-0B9C-7B57878B2D7C}"/>
              </a:ext>
            </a:extLst>
          </p:cNvPr>
          <p:cNvSpPr txBox="1"/>
          <p:nvPr/>
        </p:nvSpPr>
        <p:spPr>
          <a:xfrm>
            <a:off x="5219661" y="3314517"/>
            <a:ext cx="667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Read</a:t>
            </a:r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AD584E53-F9B9-5719-A024-5C3DAAD40783}"/>
              </a:ext>
            </a:extLst>
          </p:cNvPr>
          <p:cNvSpPr txBox="1"/>
          <p:nvPr/>
        </p:nvSpPr>
        <p:spPr>
          <a:xfrm>
            <a:off x="6159030" y="3309230"/>
            <a:ext cx="1266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Read/ Write</a:t>
            </a:r>
          </a:p>
        </p:txBody>
      </p:sp>
      <p:grpSp>
        <p:nvGrpSpPr>
          <p:cNvPr id="194" name="Gruppieren 193">
            <a:extLst>
              <a:ext uri="{FF2B5EF4-FFF2-40B4-BE49-F238E27FC236}">
                <a16:creationId xmlns:a16="http://schemas.microsoft.com/office/drawing/2014/main" id="{E159F231-C023-32BF-DCFF-2472F7B87FF3}"/>
              </a:ext>
            </a:extLst>
          </p:cNvPr>
          <p:cNvGrpSpPr/>
          <p:nvPr/>
        </p:nvGrpSpPr>
        <p:grpSpPr>
          <a:xfrm rot="16200000">
            <a:off x="3192616" y="4541695"/>
            <a:ext cx="224742" cy="357088"/>
            <a:chOff x="3606420" y="3779211"/>
            <a:chExt cx="243923" cy="387564"/>
          </a:xfrm>
        </p:grpSpPr>
        <p:grpSp>
          <p:nvGrpSpPr>
            <p:cNvPr id="187" name="Gruppieren 186">
              <a:extLst>
                <a:ext uri="{FF2B5EF4-FFF2-40B4-BE49-F238E27FC236}">
                  <a16:creationId xmlns:a16="http://schemas.microsoft.com/office/drawing/2014/main" id="{62AE5627-5138-DF32-0181-65FF9E488E75}"/>
                </a:ext>
              </a:extLst>
            </p:cNvPr>
            <p:cNvGrpSpPr/>
            <p:nvPr/>
          </p:nvGrpSpPr>
          <p:grpSpPr>
            <a:xfrm rot="10800000">
              <a:off x="3606420" y="3831688"/>
              <a:ext cx="243923" cy="243923"/>
              <a:chOff x="2481603" y="2856692"/>
              <a:chExt cx="243923" cy="243923"/>
            </a:xfrm>
          </p:grpSpPr>
          <p:sp>
            <p:nvSpPr>
              <p:cNvPr id="188" name="Rechteck 187">
                <a:extLst>
                  <a:ext uri="{FF2B5EF4-FFF2-40B4-BE49-F238E27FC236}">
                    <a16:creationId xmlns:a16="http://schemas.microsoft.com/office/drawing/2014/main" id="{46006009-D83D-9AD6-3A98-13C79427FDC6}"/>
                  </a:ext>
                </a:extLst>
              </p:cNvPr>
              <p:cNvSpPr/>
              <p:nvPr/>
            </p:nvSpPr>
            <p:spPr>
              <a:xfrm>
                <a:off x="2572132" y="2864312"/>
                <a:ext cx="62865" cy="4664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89" name="Gruppieren 188">
                <a:extLst>
                  <a:ext uri="{FF2B5EF4-FFF2-40B4-BE49-F238E27FC236}">
                    <a16:creationId xmlns:a16="http://schemas.microsoft.com/office/drawing/2014/main" id="{93C196FE-83A1-DEA4-C26A-19BD33F7338A}"/>
                  </a:ext>
                </a:extLst>
              </p:cNvPr>
              <p:cNvGrpSpPr/>
              <p:nvPr/>
            </p:nvGrpSpPr>
            <p:grpSpPr>
              <a:xfrm>
                <a:off x="2481603" y="2856692"/>
                <a:ext cx="243923" cy="243923"/>
                <a:chOff x="2500621" y="2856692"/>
                <a:chExt cx="328468" cy="328468"/>
              </a:xfrm>
            </p:grpSpPr>
            <p:sp>
              <p:nvSpPr>
                <p:cNvPr id="190" name="Ellipse 189">
                  <a:extLst>
                    <a:ext uri="{FF2B5EF4-FFF2-40B4-BE49-F238E27FC236}">
                      <a16:creationId xmlns:a16="http://schemas.microsoft.com/office/drawing/2014/main" id="{0B35FFAB-B7D0-4777-C7DA-CCA283838992}"/>
                    </a:ext>
                  </a:extLst>
                </p:cNvPr>
                <p:cNvSpPr/>
                <p:nvPr/>
              </p:nvSpPr>
              <p:spPr>
                <a:xfrm>
                  <a:off x="2556050" y="2915315"/>
                  <a:ext cx="217610" cy="217610"/>
                </a:xfrm>
                <a:prstGeom prst="ellipse">
                  <a:avLst/>
                </a:prstGeom>
                <a:solidFill>
                  <a:schemeClr val="tx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191" name="Halbbogen 190">
                  <a:extLst>
                    <a:ext uri="{FF2B5EF4-FFF2-40B4-BE49-F238E27FC236}">
                      <a16:creationId xmlns:a16="http://schemas.microsoft.com/office/drawing/2014/main" id="{A57EDA60-FE62-E790-6EB2-150732C305E0}"/>
                    </a:ext>
                  </a:extLst>
                </p:cNvPr>
                <p:cNvSpPr/>
                <p:nvPr/>
              </p:nvSpPr>
              <p:spPr>
                <a:xfrm>
                  <a:off x="2500621" y="2856692"/>
                  <a:ext cx="328468" cy="328468"/>
                </a:xfrm>
                <a:prstGeom prst="blockArc">
                  <a:avLst>
                    <a:gd name="adj1" fmla="val 10800000"/>
                    <a:gd name="adj2" fmla="val 7"/>
                    <a:gd name="adj3" fmla="val 9369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cxnSp>
          <p:nvCxnSpPr>
            <p:cNvPr id="192" name="Gerader Verbinder 191">
              <a:extLst>
                <a:ext uri="{FF2B5EF4-FFF2-40B4-BE49-F238E27FC236}">
                  <a16:creationId xmlns:a16="http://schemas.microsoft.com/office/drawing/2014/main" id="{285A6ECA-AA9E-10C7-F964-B8909746938E}"/>
                </a:ext>
              </a:extLst>
            </p:cNvPr>
            <p:cNvCxnSpPr>
              <a:cxnSpLocks/>
              <a:stCxn id="188" idx="0"/>
            </p:cNvCxnSpPr>
            <p:nvPr/>
          </p:nvCxnSpPr>
          <p:spPr>
            <a:xfrm rot="5400000" flipV="1">
              <a:off x="3678989" y="4117383"/>
              <a:ext cx="98783" cy="2"/>
            </a:xfrm>
            <a:prstGeom prst="line">
              <a:avLst/>
            </a:prstGeom>
            <a:ln w="222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Gerader Verbinder 192">
              <a:extLst>
                <a:ext uri="{FF2B5EF4-FFF2-40B4-BE49-F238E27FC236}">
                  <a16:creationId xmlns:a16="http://schemas.microsoft.com/office/drawing/2014/main" id="{CB610113-88D5-5A09-7B4D-EEA6C4675A49}"/>
                </a:ext>
              </a:extLst>
            </p:cNvPr>
            <p:cNvCxnSpPr>
              <a:cxnSpLocks/>
              <a:endCxn id="190" idx="4"/>
            </p:cNvCxnSpPr>
            <p:nvPr/>
          </p:nvCxnSpPr>
          <p:spPr>
            <a:xfrm rot="5400000" flipV="1">
              <a:off x="3682746" y="3824843"/>
              <a:ext cx="91267" cy="4"/>
            </a:xfrm>
            <a:prstGeom prst="line">
              <a:avLst/>
            </a:prstGeom>
            <a:ln w="22225">
              <a:solidFill>
                <a:schemeClr val="tx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15194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1C471-E473-4F57-C47F-E12C6A53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hteck 241">
            <a:extLst>
              <a:ext uri="{FF2B5EF4-FFF2-40B4-BE49-F238E27FC236}">
                <a16:creationId xmlns:a16="http://schemas.microsoft.com/office/drawing/2014/main" id="{770C83F0-1CA5-CF08-A548-98CE17DDD1F5}"/>
              </a:ext>
            </a:extLst>
          </p:cNvPr>
          <p:cNvSpPr/>
          <p:nvPr/>
        </p:nvSpPr>
        <p:spPr>
          <a:xfrm>
            <a:off x="7570651" y="3349016"/>
            <a:ext cx="65186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3" name="Rechteck 212">
            <a:extLst>
              <a:ext uri="{FF2B5EF4-FFF2-40B4-BE49-F238E27FC236}">
                <a16:creationId xmlns:a16="http://schemas.microsoft.com/office/drawing/2014/main" id="{DF2D7E37-AE01-ADDD-5F47-3DE7EB000618}"/>
              </a:ext>
            </a:extLst>
          </p:cNvPr>
          <p:cNvSpPr/>
          <p:nvPr/>
        </p:nvSpPr>
        <p:spPr>
          <a:xfrm>
            <a:off x="2180945" y="3191330"/>
            <a:ext cx="1239704" cy="7133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8" name="Rechteck 197">
            <a:extLst>
              <a:ext uri="{FF2B5EF4-FFF2-40B4-BE49-F238E27FC236}">
                <a16:creationId xmlns:a16="http://schemas.microsoft.com/office/drawing/2014/main" id="{EC3D5A2D-7E43-F3F3-3596-E227CA246C01}"/>
              </a:ext>
            </a:extLst>
          </p:cNvPr>
          <p:cNvSpPr/>
          <p:nvPr/>
        </p:nvSpPr>
        <p:spPr>
          <a:xfrm>
            <a:off x="5495642" y="3447016"/>
            <a:ext cx="468042" cy="591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2D2D4B-153B-C1EC-1CD3-D54E6CBBD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CE92B44-568A-B25C-A09D-6273F7A90767}"/>
              </a:ext>
            </a:extLst>
          </p:cNvPr>
          <p:cNvSpPr/>
          <p:nvPr/>
        </p:nvSpPr>
        <p:spPr>
          <a:xfrm>
            <a:off x="1039907" y="1390649"/>
            <a:ext cx="7270375" cy="104775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>
                <a:solidFill>
                  <a:schemeClr val="bg1"/>
                </a:solidFill>
              </a:rPr>
              <a:t>Logistics</a:t>
            </a:r>
            <a:r>
              <a:rPr lang="de-DE" sz="1600" dirty="0">
                <a:solidFill>
                  <a:schemeClr val="bg1"/>
                </a:solidFill>
              </a:rPr>
              <a:t> Orchestration Layer </a:t>
            </a:r>
            <a:r>
              <a:rPr lang="de-DE" b="1" dirty="0">
                <a:solidFill>
                  <a:schemeClr val="bg1"/>
                </a:solidFill>
              </a:rPr>
              <a:t>(LOL)</a:t>
            </a:r>
            <a:endParaRPr lang="de-DE" sz="1600" b="1" dirty="0">
              <a:solidFill>
                <a:schemeClr val="bg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C913B44-EC58-5F54-A919-8B9C78C1B280}"/>
              </a:ext>
            </a:extLst>
          </p:cNvPr>
          <p:cNvSpPr/>
          <p:nvPr/>
        </p:nvSpPr>
        <p:spPr>
          <a:xfrm>
            <a:off x="1927967" y="1852216"/>
            <a:ext cx="2719447" cy="42441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>
                <a:solidFill>
                  <a:schemeClr val="tx2">
                    <a:lumMod val="50000"/>
                  </a:schemeClr>
                </a:solidFill>
              </a:rPr>
              <a:t>Choreografie-Konfigurator</a:t>
            </a:r>
            <a:endParaRPr lang="de-DE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070578A0-82F1-801F-5146-5671884F5083}"/>
              </a:ext>
            </a:extLst>
          </p:cNvPr>
          <p:cNvSpPr/>
          <p:nvPr/>
        </p:nvSpPr>
        <p:spPr>
          <a:xfrm>
            <a:off x="5570054" y="1852216"/>
            <a:ext cx="1950748" cy="4244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>
                <a:solidFill>
                  <a:schemeClr val="tx2">
                    <a:lumMod val="50000"/>
                  </a:schemeClr>
                </a:solidFill>
              </a:rPr>
              <a:t>Line-Bedienbild</a:t>
            </a:r>
            <a:endParaRPr lang="de-DE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5184EF8-7B85-46CF-5AE3-19B5658070D0}"/>
              </a:ext>
            </a:extLst>
          </p:cNvPr>
          <p:cNvSpPr/>
          <p:nvPr/>
        </p:nvSpPr>
        <p:spPr>
          <a:xfrm>
            <a:off x="1039907" y="2738199"/>
            <a:ext cx="2366681" cy="267278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Etikettierer </a:t>
            </a:r>
            <a:r>
              <a:rPr lang="de-DE" b="1" dirty="0">
                <a:solidFill>
                  <a:schemeClr val="tx1"/>
                </a:solidFill>
              </a:rPr>
              <a:t>(LABEL)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A324094-1070-D41F-3CD2-74573F621E72}"/>
              </a:ext>
            </a:extLst>
          </p:cNvPr>
          <p:cNvSpPr/>
          <p:nvPr/>
        </p:nvSpPr>
        <p:spPr>
          <a:xfrm>
            <a:off x="3491753" y="2738199"/>
            <a:ext cx="2366681" cy="267278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Abfüller </a:t>
            </a:r>
            <a:r>
              <a:rPr lang="de-DE" b="1" dirty="0">
                <a:solidFill>
                  <a:schemeClr val="tx1"/>
                </a:solidFill>
              </a:rPr>
              <a:t>(FILL)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3A3D433-AC6C-D94C-689D-3418D79A8C96}"/>
              </a:ext>
            </a:extLst>
          </p:cNvPr>
          <p:cNvSpPr/>
          <p:nvPr/>
        </p:nvSpPr>
        <p:spPr>
          <a:xfrm>
            <a:off x="5943599" y="2738197"/>
            <a:ext cx="2366681" cy="267279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Verschrauber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b="1" dirty="0">
                <a:solidFill>
                  <a:schemeClr val="tx1"/>
                </a:solidFill>
              </a:rPr>
              <a:t>(CAP)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0CB0DB0-4AB8-E163-E363-0AB5DFAEAFE6}"/>
              </a:ext>
            </a:extLst>
          </p:cNvPr>
          <p:cNvSpPr/>
          <p:nvPr/>
        </p:nvSpPr>
        <p:spPr>
          <a:xfrm>
            <a:off x="1261334" y="4387486"/>
            <a:ext cx="1923826" cy="57969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Native Software</a:t>
            </a: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434DE0D5-5D08-D6BB-3607-FFE019BD7763}"/>
              </a:ext>
            </a:extLst>
          </p:cNvPr>
          <p:cNvSpPr/>
          <p:nvPr/>
        </p:nvSpPr>
        <p:spPr>
          <a:xfrm>
            <a:off x="3685501" y="4387486"/>
            <a:ext cx="1923826" cy="57969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Native Software</a:t>
            </a:r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4D492010-283E-5A80-93AC-4F515420FE67}"/>
              </a:ext>
            </a:extLst>
          </p:cNvPr>
          <p:cNvSpPr/>
          <p:nvPr/>
        </p:nvSpPr>
        <p:spPr>
          <a:xfrm>
            <a:off x="6152562" y="4387486"/>
            <a:ext cx="1923826" cy="57969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Native Software</a:t>
            </a:r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BE4467B4-7574-7DC5-77EC-D7A56C202BA3}"/>
              </a:ext>
            </a:extLst>
          </p:cNvPr>
          <p:cNvSpPr/>
          <p:nvPr/>
        </p:nvSpPr>
        <p:spPr>
          <a:xfrm>
            <a:off x="886120" y="2792477"/>
            <a:ext cx="7560296" cy="1378194"/>
          </a:xfrm>
          <a:prstGeom prst="rect">
            <a:avLst/>
          </a:prstGeom>
          <a:solidFill>
            <a:srgbClr val="97DFF5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>
                <a:solidFill>
                  <a:srgbClr val="4F4546"/>
                </a:solidFill>
              </a:rPr>
              <a:t>Choreografie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86109E44-2D70-0654-9E79-4067933FB372}"/>
              </a:ext>
            </a:extLst>
          </p:cNvPr>
          <p:cNvSpPr/>
          <p:nvPr/>
        </p:nvSpPr>
        <p:spPr>
          <a:xfrm>
            <a:off x="1261334" y="3190686"/>
            <a:ext cx="1923826" cy="6203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>
                <a:solidFill>
                  <a:srgbClr val="4F4546"/>
                </a:solidFill>
              </a:rPr>
              <a:t>LABEL-Dienst</a:t>
            </a:r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7155C507-625B-2E60-E071-7BE5305A316C}"/>
              </a:ext>
            </a:extLst>
          </p:cNvPr>
          <p:cNvSpPr/>
          <p:nvPr/>
        </p:nvSpPr>
        <p:spPr>
          <a:xfrm>
            <a:off x="6152562" y="3190686"/>
            <a:ext cx="1923826" cy="31666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>
                <a:solidFill>
                  <a:srgbClr val="4F4546"/>
                </a:solidFill>
              </a:rPr>
              <a:t>LEAD-Dienst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D4E6C472-3673-9D00-AD43-EA4F325E4375}"/>
              </a:ext>
            </a:extLst>
          </p:cNvPr>
          <p:cNvGrpSpPr/>
          <p:nvPr/>
        </p:nvGrpSpPr>
        <p:grpSpPr>
          <a:xfrm rot="10800000">
            <a:off x="2108947" y="3811000"/>
            <a:ext cx="228600" cy="576486"/>
            <a:chOff x="1617887" y="4295487"/>
            <a:chExt cx="228600" cy="576486"/>
          </a:xfrm>
          <a:solidFill>
            <a:schemeClr val="accent1">
              <a:lumMod val="50000"/>
            </a:schemeClr>
          </a:solidFill>
        </p:grpSpPr>
        <p:sp>
          <p:nvSpPr>
            <p:cNvPr id="43" name="Ellipse 64">
              <a:extLst>
                <a:ext uri="{FF2B5EF4-FFF2-40B4-BE49-F238E27FC236}">
                  <a16:creationId xmlns:a16="http://schemas.microsoft.com/office/drawing/2014/main" id="{593570E7-63E0-2476-697D-A94EECFF0CE7}"/>
                </a:ext>
              </a:extLst>
            </p:cNvPr>
            <p:cNvSpPr/>
            <p:nvPr/>
          </p:nvSpPr>
          <p:spPr bwMode="auto">
            <a:xfrm>
              <a:off x="1670693" y="4494461"/>
              <a:ext cx="122988" cy="122988"/>
            </a:xfrm>
            <a:prstGeom prst="ellipse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de-DE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44" name="Gerader Verbinder 65">
              <a:extLst>
                <a:ext uri="{FF2B5EF4-FFF2-40B4-BE49-F238E27FC236}">
                  <a16:creationId xmlns:a16="http://schemas.microsoft.com/office/drawing/2014/main" id="{9E608747-DA9E-BCEF-9713-ADC895FA1CA0}"/>
                </a:ext>
              </a:extLst>
            </p:cNvPr>
            <p:cNvCxnSpPr>
              <a:cxnSpLocks/>
              <a:stCxn id="43" idx="4"/>
              <a:endCxn id="41" idx="2"/>
            </p:cNvCxnSpPr>
            <p:nvPr/>
          </p:nvCxnSpPr>
          <p:spPr bwMode="auto">
            <a:xfrm rot="10800000" flipV="1">
              <a:off x="1732187" y="4617449"/>
              <a:ext cx="0" cy="254524"/>
            </a:xfrm>
            <a:prstGeom prst="line">
              <a:avLst/>
            </a:prstGeom>
            <a:grpFill/>
            <a:ln w="2857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" name="Freihandform: Form 66">
              <a:extLst>
                <a:ext uri="{FF2B5EF4-FFF2-40B4-BE49-F238E27FC236}">
                  <a16:creationId xmlns:a16="http://schemas.microsoft.com/office/drawing/2014/main" id="{98B51B93-F2E0-4409-C6B0-B63AD1B11DE1}"/>
                </a:ext>
              </a:extLst>
            </p:cNvPr>
            <p:cNvSpPr/>
            <p:nvPr/>
          </p:nvSpPr>
          <p:spPr bwMode="auto">
            <a:xfrm>
              <a:off x="1617887" y="4441655"/>
              <a:ext cx="228600" cy="114300"/>
            </a:xfrm>
            <a:custGeom>
              <a:avLst/>
              <a:gdLst>
                <a:gd name="connsiteX0" fmla="*/ 114300 w 228600"/>
                <a:gd name="connsiteY0" fmla="*/ 0 h 114300"/>
                <a:gd name="connsiteX1" fmla="*/ 228600 w 228600"/>
                <a:gd name="connsiteY1" fmla="*/ 114300 h 114300"/>
                <a:gd name="connsiteX2" fmla="*/ 209550 w 228600"/>
                <a:gd name="connsiteY2" fmla="*/ 114300 h 114300"/>
                <a:gd name="connsiteX3" fmla="*/ 114300 w 228600"/>
                <a:gd name="connsiteY3" fmla="*/ 19050 h 114300"/>
                <a:gd name="connsiteX4" fmla="*/ 19050 w 228600"/>
                <a:gd name="connsiteY4" fmla="*/ 114300 h 114300"/>
                <a:gd name="connsiteX5" fmla="*/ 0 w 228600"/>
                <a:gd name="connsiteY5" fmla="*/ 114300 h 114300"/>
                <a:gd name="connsiteX6" fmla="*/ 114300 w 228600"/>
                <a:gd name="connsiteY6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600" h="1143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lnTo>
                    <a:pt x="209550" y="114300"/>
                  </a:lnTo>
                  <a:cubicBezTo>
                    <a:pt x="209550" y="61695"/>
                    <a:pt x="166905" y="19050"/>
                    <a:pt x="114300" y="19050"/>
                  </a:cubicBezTo>
                  <a:cubicBezTo>
                    <a:pt x="61695" y="19050"/>
                    <a:pt x="19050" y="61695"/>
                    <a:pt x="1905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50000"/>
                </a:schemeClr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de-DE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46" name="Gerader Verbinder 67">
              <a:extLst>
                <a:ext uri="{FF2B5EF4-FFF2-40B4-BE49-F238E27FC236}">
                  <a16:creationId xmlns:a16="http://schemas.microsoft.com/office/drawing/2014/main" id="{EEDD1B1D-31B3-D634-C1C4-2A96D13218DD}"/>
                </a:ext>
              </a:extLst>
            </p:cNvPr>
            <p:cNvCxnSpPr>
              <a:cxnSpLocks/>
              <a:stCxn id="37" idx="0"/>
              <a:endCxn id="45" idx="0"/>
            </p:cNvCxnSpPr>
            <p:nvPr/>
          </p:nvCxnSpPr>
          <p:spPr bwMode="auto">
            <a:xfrm rot="10800000" flipV="1">
              <a:off x="1732187" y="4295487"/>
              <a:ext cx="0" cy="146168"/>
            </a:xfrm>
            <a:prstGeom prst="line">
              <a:avLst/>
            </a:prstGeom>
            <a:grpFill/>
            <a:ln w="2857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938414F4-0BBC-CDB2-0BEE-2535BD5CCEC0}"/>
              </a:ext>
            </a:extLst>
          </p:cNvPr>
          <p:cNvGrpSpPr/>
          <p:nvPr/>
        </p:nvGrpSpPr>
        <p:grpSpPr>
          <a:xfrm rot="10800000">
            <a:off x="4533114" y="3810999"/>
            <a:ext cx="228600" cy="576488"/>
            <a:chOff x="1645566" y="4294268"/>
            <a:chExt cx="228600" cy="608251"/>
          </a:xfrm>
          <a:solidFill>
            <a:schemeClr val="accent1">
              <a:lumMod val="50000"/>
            </a:schemeClr>
          </a:solidFill>
        </p:grpSpPr>
        <p:sp>
          <p:nvSpPr>
            <p:cNvPr id="95" name="Ellipse 64">
              <a:extLst>
                <a:ext uri="{FF2B5EF4-FFF2-40B4-BE49-F238E27FC236}">
                  <a16:creationId xmlns:a16="http://schemas.microsoft.com/office/drawing/2014/main" id="{AF334E68-842D-6554-8209-87185DACF7E7}"/>
                </a:ext>
              </a:extLst>
            </p:cNvPr>
            <p:cNvSpPr/>
            <p:nvPr/>
          </p:nvSpPr>
          <p:spPr bwMode="auto">
            <a:xfrm>
              <a:off x="1698372" y="4510996"/>
              <a:ext cx="122988" cy="122988"/>
            </a:xfrm>
            <a:prstGeom prst="ellipse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de-DE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96" name="Gerader Verbinder 65">
              <a:extLst>
                <a:ext uri="{FF2B5EF4-FFF2-40B4-BE49-F238E27FC236}">
                  <a16:creationId xmlns:a16="http://schemas.microsoft.com/office/drawing/2014/main" id="{FED9F92D-A798-5E1D-E565-C48B9882E943}"/>
                </a:ext>
              </a:extLst>
            </p:cNvPr>
            <p:cNvCxnSpPr>
              <a:cxnSpLocks/>
              <a:stCxn id="95" idx="4"/>
              <a:endCxn id="85" idx="2"/>
            </p:cNvCxnSpPr>
            <p:nvPr/>
          </p:nvCxnSpPr>
          <p:spPr bwMode="auto">
            <a:xfrm rot="10800000" flipV="1">
              <a:off x="1759866" y="4633984"/>
              <a:ext cx="0" cy="268535"/>
            </a:xfrm>
            <a:prstGeom prst="line">
              <a:avLst/>
            </a:prstGeom>
            <a:grpFill/>
            <a:ln w="2857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8" name="Freihandform: Form 66">
              <a:extLst>
                <a:ext uri="{FF2B5EF4-FFF2-40B4-BE49-F238E27FC236}">
                  <a16:creationId xmlns:a16="http://schemas.microsoft.com/office/drawing/2014/main" id="{D423FA45-1125-EC5C-7531-2E111A1D6CAE}"/>
                </a:ext>
              </a:extLst>
            </p:cNvPr>
            <p:cNvSpPr/>
            <p:nvPr/>
          </p:nvSpPr>
          <p:spPr bwMode="auto">
            <a:xfrm>
              <a:off x="1645566" y="4458188"/>
              <a:ext cx="228600" cy="114300"/>
            </a:xfrm>
            <a:custGeom>
              <a:avLst/>
              <a:gdLst>
                <a:gd name="connsiteX0" fmla="*/ 114300 w 228600"/>
                <a:gd name="connsiteY0" fmla="*/ 0 h 114300"/>
                <a:gd name="connsiteX1" fmla="*/ 228600 w 228600"/>
                <a:gd name="connsiteY1" fmla="*/ 114300 h 114300"/>
                <a:gd name="connsiteX2" fmla="*/ 209550 w 228600"/>
                <a:gd name="connsiteY2" fmla="*/ 114300 h 114300"/>
                <a:gd name="connsiteX3" fmla="*/ 114300 w 228600"/>
                <a:gd name="connsiteY3" fmla="*/ 19050 h 114300"/>
                <a:gd name="connsiteX4" fmla="*/ 19050 w 228600"/>
                <a:gd name="connsiteY4" fmla="*/ 114300 h 114300"/>
                <a:gd name="connsiteX5" fmla="*/ 0 w 228600"/>
                <a:gd name="connsiteY5" fmla="*/ 114300 h 114300"/>
                <a:gd name="connsiteX6" fmla="*/ 114300 w 228600"/>
                <a:gd name="connsiteY6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600" h="1143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lnTo>
                    <a:pt x="209550" y="114300"/>
                  </a:lnTo>
                  <a:cubicBezTo>
                    <a:pt x="209550" y="61695"/>
                    <a:pt x="166905" y="19050"/>
                    <a:pt x="114300" y="19050"/>
                  </a:cubicBezTo>
                  <a:cubicBezTo>
                    <a:pt x="61695" y="19050"/>
                    <a:pt x="19050" y="61695"/>
                    <a:pt x="1905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50000"/>
                </a:schemeClr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de-DE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99" name="Gerader Verbinder 67">
              <a:extLst>
                <a:ext uri="{FF2B5EF4-FFF2-40B4-BE49-F238E27FC236}">
                  <a16:creationId xmlns:a16="http://schemas.microsoft.com/office/drawing/2014/main" id="{5FE593A7-B578-390E-6E20-56F170AFA240}"/>
                </a:ext>
              </a:extLst>
            </p:cNvPr>
            <p:cNvCxnSpPr>
              <a:cxnSpLocks/>
              <a:stCxn id="84" idx="0"/>
              <a:endCxn id="98" idx="0"/>
            </p:cNvCxnSpPr>
            <p:nvPr/>
          </p:nvCxnSpPr>
          <p:spPr bwMode="auto">
            <a:xfrm rot="10800000" flipV="1">
              <a:off x="1759866" y="4294268"/>
              <a:ext cx="0" cy="163920"/>
            </a:xfrm>
            <a:prstGeom prst="line">
              <a:avLst/>
            </a:prstGeom>
            <a:grpFill/>
            <a:ln w="2857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6E2C7818-91F8-3586-A4A9-222EA9AB73E1}"/>
              </a:ext>
            </a:extLst>
          </p:cNvPr>
          <p:cNvGrpSpPr/>
          <p:nvPr/>
        </p:nvGrpSpPr>
        <p:grpSpPr>
          <a:xfrm rot="10800000">
            <a:off x="7000175" y="3814622"/>
            <a:ext cx="228600" cy="572864"/>
            <a:chOff x="1645566" y="4298699"/>
            <a:chExt cx="228600" cy="572864"/>
          </a:xfrm>
          <a:solidFill>
            <a:schemeClr val="accent1">
              <a:lumMod val="50000"/>
            </a:schemeClr>
          </a:solidFill>
        </p:grpSpPr>
        <p:sp>
          <p:nvSpPr>
            <p:cNvPr id="108" name="Ellipse 64">
              <a:extLst>
                <a:ext uri="{FF2B5EF4-FFF2-40B4-BE49-F238E27FC236}">
                  <a16:creationId xmlns:a16="http://schemas.microsoft.com/office/drawing/2014/main" id="{AA79982D-AA0F-5B60-5A37-F7F22097A257}"/>
                </a:ext>
              </a:extLst>
            </p:cNvPr>
            <p:cNvSpPr/>
            <p:nvPr/>
          </p:nvSpPr>
          <p:spPr bwMode="auto">
            <a:xfrm>
              <a:off x="1698372" y="4497673"/>
              <a:ext cx="122988" cy="122988"/>
            </a:xfrm>
            <a:prstGeom prst="ellipse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de-DE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109" name="Gerader Verbinder 65">
              <a:extLst>
                <a:ext uri="{FF2B5EF4-FFF2-40B4-BE49-F238E27FC236}">
                  <a16:creationId xmlns:a16="http://schemas.microsoft.com/office/drawing/2014/main" id="{236781E1-E114-0536-41A5-5313A7F63657}"/>
                </a:ext>
              </a:extLst>
            </p:cNvPr>
            <p:cNvCxnSpPr>
              <a:cxnSpLocks/>
              <a:stCxn id="108" idx="4"/>
              <a:endCxn id="228" idx="2"/>
            </p:cNvCxnSpPr>
            <p:nvPr/>
          </p:nvCxnSpPr>
          <p:spPr bwMode="auto">
            <a:xfrm rot="10800000" flipV="1">
              <a:off x="1759866" y="4620661"/>
              <a:ext cx="0" cy="250902"/>
            </a:xfrm>
            <a:prstGeom prst="line">
              <a:avLst/>
            </a:prstGeom>
            <a:grpFill/>
            <a:ln w="2857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0" name="Freihandform: Form 66">
              <a:extLst>
                <a:ext uri="{FF2B5EF4-FFF2-40B4-BE49-F238E27FC236}">
                  <a16:creationId xmlns:a16="http://schemas.microsoft.com/office/drawing/2014/main" id="{76C62600-F16F-3EA0-2E5A-96485F582DD7}"/>
                </a:ext>
              </a:extLst>
            </p:cNvPr>
            <p:cNvSpPr/>
            <p:nvPr/>
          </p:nvSpPr>
          <p:spPr bwMode="auto">
            <a:xfrm>
              <a:off x="1645566" y="4444867"/>
              <a:ext cx="228600" cy="114300"/>
            </a:xfrm>
            <a:custGeom>
              <a:avLst/>
              <a:gdLst>
                <a:gd name="connsiteX0" fmla="*/ 114300 w 228600"/>
                <a:gd name="connsiteY0" fmla="*/ 0 h 114300"/>
                <a:gd name="connsiteX1" fmla="*/ 228600 w 228600"/>
                <a:gd name="connsiteY1" fmla="*/ 114300 h 114300"/>
                <a:gd name="connsiteX2" fmla="*/ 209550 w 228600"/>
                <a:gd name="connsiteY2" fmla="*/ 114300 h 114300"/>
                <a:gd name="connsiteX3" fmla="*/ 114300 w 228600"/>
                <a:gd name="connsiteY3" fmla="*/ 19050 h 114300"/>
                <a:gd name="connsiteX4" fmla="*/ 19050 w 228600"/>
                <a:gd name="connsiteY4" fmla="*/ 114300 h 114300"/>
                <a:gd name="connsiteX5" fmla="*/ 0 w 228600"/>
                <a:gd name="connsiteY5" fmla="*/ 114300 h 114300"/>
                <a:gd name="connsiteX6" fmla="*/ 114300 w 228600"/>
                <a:gd name="connsiteY6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600" h="1143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lnTo>
                    <a:pt x="209550" y="114300"/>
                  </a:lnTo>
                  <a:cubicBezTo>
                    <a:pt x="209550" y="61695"/>
                    <a:pt x="166905" y="19050"/>
                    <a:pt x="114300" y="19050"/>
                  </a:cubicBezTo>
                  <a:cubicBezTo>
                    <a:pt x="61695" y="19050"/>
                    <a:pt x="19050" y="61695"/>
                    <a:pt x="1905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50000"/>
                </a:schemeClr>
              </a:solidFill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de-DE" sz="180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111" name="Gerader Verbinder 67">
              <a:extLst>
                <a:ext uri="{FF2B5EF4-FFF2-40B4-BE49-F238E27FC236}">
                  <a16:creationId xmlns:a16="http://schemas.microsoft.com/office/drawing/2014/main" id="{964660B1-35E0-2435-F4E5-6575F6809EF7}"/>
                </a:ext>
              </a:extLst>
            </p:cNvPr>
            <p:cNvCxnSpPr>
              <a:cxnSpLocks/>
              <a:stCxn id="105" idx="0"/>
              <a:endCxn id="110" idx="0"/>
            </p:cNvCxnSpPr>
            <p:nvPr/>
          </p:nvCxnSpPr>
          <p:spPr bwMode="auto">
            <a:xfrm rot="10800000" flipV="1">
              <a:off x="1759866" y="4298699"/>
              <a:ext cx="0" cy="146168"/>
            </a:xfrm>
            <a:prstGeom prst="line">
              <a:avLst/>
            </a:prstGeom>
            <a:grpFill/>
            <a:ln w="28575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5" name="Pfeil: nach rechts 124">
            <a:extLst>
              <a:ext uri="{FF2B5EF4-FFF2-40B4-BE49-F238E27FC236}">
                <a16:creationId xmlns:a16="http://schemas.microsoft.com/office/drawing/2014/main" id="{9CCEBB37-7A1B-BCA5-EAF3-7D92FE93201E}"/>
              </a:ext>
            </a:extLst>
          </p:cNvPr>
          <p:cNvSpPr/>
          <p:nvPr/>
        </p:nvSpPr>
        <p:spPr>
          <a:xfrm>
            <a:off x="1039906" y="5472233"/>
            <a:ext cx="7270373" cy="22860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accent1"/>
              </a:solidFill>
            </a:endParaRP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75AB4FE8-1C40-FE63-76D2-D757B0CD1770}"/>
              </a:ext>
            </a:extLst>
          </p:cNvPr>
          <p:cNvSpPr/>
          <p:nvPr/>
        </p:nvSpPr>
        <p:spPr>
          <a:xfrm>
            <a:off x="3685501" y="3190686"/>
            <a:ext cx="1923826" cy="6203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>
                <a:solidFill>
                  <a:srgbClr val="4F4546"/>
                </a:solidFill>
              </a:rPr>
              <a:t>FILL-Dienste</a:t>
            </a:r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A471CD60-5283-3C16-6A17-8BAD178262F8}"/>
              </a:ext>
            </a:extLst>
          </p:cNvPr>
          <p:cNvSpPr txBox="1"/>
          <p:nvPr/>
        </p:nvSpPr>
        <p:spPr>
          <a:xfrm>
            <a:off x="1011100" y="5631092"/>
            <a:ext cx="3482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1">
                    <a:lumMod val="75000"/>
                  </a:schemeClr>
                </a:solidFill>
              </a:rPr>
              <a:t>Materialfluss durch starre Kopplung</a:t>
            </a:r>
          </a:p>
        </p:txBody>
      </p:sp>
      <p:sp>
        <p:nvSpPr>
          <p:cNvPr id="128" name="Textfeld 127">
            <a:extLst>
              <a:ext uri="{FF2B5EF4-FFF2-40B4-BE49-F238E27FC236}">
                <a16:creationId xmlns:a16="http://schemas.microsoft.com/office/drawing/2014/main" id="{6CAB66BD-3193-7BA3-2F08-04141395476D}"/>
              </a:ext>
            </a:extLst>
          </p:cNvPr>
          <p:cNvSpPr txBox="1"/>
          <p:nvPr/>
        </p:nvSpPr>
        <p:spPr>
          <a:xfrm>
            <a:off x="5931868" y="5727004"/>
            <a:ext cx="2593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rgbClr val="1E643F"/>
                </a:solidFill>
              </a:rPr>
              <a:t>Informationsaustausch innerhalb der Choreografie</a:t>
            </a:r>
          </a:p>
        </p:txBody>
      </p: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A4C39DC5-0B7F-B32B-A8FA-A01FCF737BD5}"/>
              </a:ext>
            </a:extLst>
          </p:cNvPr>
          <p:cNvCxnSpPr>
            <a:cxnSpLocks/>
          </p:cNvCxnSpPr>
          <p:nvPr/>
        </p:nvCxnSpPr>
        <p:spPr>
          <a:xfrm>
            <a:off x="5565088" y="5888259"/>
            <a:ext cx="366779" cy="1117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prstDash val="solid"/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Verbinder: gewinkelt 206">
            <a:extLst>
              <a:ext uri="{FF2B5EF4-FFF2-40B4-BE49-F238E27FC236}">
                <a16:creationId xmlns:a16="http://schemas.microsoft.com/office/drawing/2014/main" id="{1826C79D-ECFE-64F4-377D-16CDF07F83C1}"/>
              </a:ext>
            </a:extLst>
          </p:cNvPr>
          <p:cNvCxnSpPr>
            <a:cxnSpLocks/>
            <a:stCxn id="66" idx="2"/>
            <a:endCxn id="85" idx="0"/>
          </p:cNvCxnSpPr>
          <p:nvPr/>
        </p:nvCxnSpPr>
        <p:spPr>
          <a:xfrm rot="5400000">
            <a:off x="5139393" y="1784650"/>
            <a:ext cx="914057" cy="1898014"/>
          </a:xfrm>
          <a:prstGeom prst="bentConnector3">
            <a:avLst>
              <a:gd name="adj1" fmla="val 26658"/>
            </a:avLst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Verbinder: gewinkelt 209">
            <a:extLst>
              <a:ext uri="{FF2B5EF4-FFF2-40B4-BE49-F238E27FC236}">
                <a16:creationId xmlns:a16="http://schemas.microsoft.com/office/drawing/2014/main" id="{19F29942-4038-6C0B-2CBF-806AAA10A0B6}"/>
              </a:ext>
            </a:extLst>
          </p:cNvPr>
          <p:cNvCxnSpPr>
            <a:cxnSpLocks/>
            <a:stCxn id="66" idx="2"/>
            <a:endCxn id="213" idx="0"/>
          </p:cNvCxnSpPr>
          <p:nvPr/>
        </p:nvCxnSpPr>
        <p:spPr>
          <a:xfrm rot="5400000">
            <a:off x="4215763" y="861664"/>
            <a:ext cx="914701" cy="3744631"/>
          </a:xfrm>
          <a:prstGeom prst="bentConnector3">
            <a:avLst>
              <a:gd name="adj1" fmla="val 26674"/>
            </a:avLst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Verbinder: gewinkelt 141">
            <a:extLst>
              <a:ext uri="{FF2B5EF4-FFF2-40B4-BE49-F238E27FC236}">
                <a16:creationId xmlns:a16="http://schemas.microsoft.com/office/drawing/2014/main" id="{3843D92B-9101-B016-EEA9-5FB38BCB6DFB}"/>
              </a:ext>
            </a:extLst>
          </p:cNvPr>
          <p:cNvCxnSpPr>
            <a:cxnSpLocks/>
            <a:stCxn id="10" idx="2"/>
          </p:cNvCxnSpPr>
          <p:nvPr/>
        </p:nvCxnSpPr>
        <p:spPr>
          <a:xfrm rot="5400000">
            <a:off x="2595871" y="2282051"/>
            <a:ext cx="697240" cy="686400"/>
          </a:xfrm>
          <a:prstGeom prst="bentConnector3">
            <a:avLst>
              <a:gd name="adj1" fmla="val 51708"/>
            </a:avLst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EFA6C5F9-83AD-6CAD-B044-A9DA613EC285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287691" y="2276631"/>
            <a:ext cx="0" cy="1152369"/>
          </a:xfrm>
          <a:prstGeom prst="straightConnector1">
            <a:avLst/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Verbinder: gewinkelt 194">
            <a:extLst>
              <a:ext uri="{FF2B5EF4-FFF2-40B4-BE49-F238E27FC236}">
                <a16:creationId xmlns:a16="http://schemas.microsoft.com/office/drawing/2014/main" id="{0BBC26C5-83CA-315B-B883-E7B2CB07E30E}"/>
              </a:ext>
            </a:extLst>
          </p:cNvPr>
          <p:cNvCxnSpPr>
            <a:cxnSpLocks/>
            <a:stCxn id="10" idx="2"/>
            <a:endCxn id="198" idx="0"/>
          </p:cNvCxnSpPr>
          <p:nvPr/>
        </p:nvCxnSpPr>
        <p:spPr>
          <a:xfrm rot="16200000" flipH="1">
            <a:off x="3923485" y="1640837"/>
            <a:ext cx="1170385" cy="2441972"/>
          </a:xfrm>
          <a:prstGeom prst="bentConnector3">
            <a:avLst>
              <a:gd name="adj1" fmla="val 30873"/>
            </a:avLst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Gerade Verbindung mit Pfeil 129">
            <a:extLst>
              <a:ext uri="{FF2B5EF4-FFF2-40B4-BE49-F238E27FC236}">
                <a16:creationId xmlns:a16="http://schemas.microsoft.com/office/drawing/2014/main" id="{D9D14695-674A-068A-8A02-099573E42866}"/>
              </a:ext>
            </a:extLst>
          </p:cNvPr>
          <p:cNvCxnSpPr>
            <a:cxnSpLocks/>
            <a:stCxn id="41" idx="3"/>
            <a:endCxn id="85" idx="1"/>
          </p:cNvCxnSpPr>
          <p:nvPr/>
        </p:nvCxnSpPr>
        <p:spPr>
          <a:xfrm>
            <a:off x="3185160" y="3500843"/>
            <a:ext cx="500341" cy="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prstDash val="solid"/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E7873998-EA05-8663-0011-1D2FD451E272}"/>
              </a:ext>
            </a:extLst>
          </p:cNvPr>
          <p:cNvCxnSpPr>
            <a:cxnSpLocks/>
            <a:stCxn id="85" idx="3"/>
          </p:cNvCxnSpPr>
          <p:nvPr/>
        </p:nvCxnSpPr>
        <p:spPr>
          <a:xfrm>
            <a:off x="5609327" y="3500843"/>
            <a:ext cx="536261" cy="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prstDash val="solid"/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Verbinder: gewinkelt 139">
            <a:extLst>
              <a:ext uri="{FF2B5EF4-FFF2-40B4-BE49-F238E27FC236}">
                <a16:creationId xmlns:a16="http://schemas.microsoft.com/office/drawing/2014/main" id="{16F684E3-0E3E-286E-2E0A-C910B9E84522}"/>
              </a:ext>
            </a:extLst>
          </p:cNvPr>
          <p:cNvCxnSpPr>
            <a:cxnSpLocks/>
            <a:stCxn id="41" idx="0"/>
            <a:endCxn id="106" idx="0"/>
          </p:cNvCxnSpPr>
          <p:nvPr/>
        </p:nvCxnSpPr>
        <p:spPr>
          <a:xfrm rot="5400000" flipH="1" flipV="1">
            <a:off x="4668861" y="745072"/>
            <a:ext cx="12700" cy="4891228"/>
          </a:xfrm>
          <a:prstGeom prst="bentConnector3">
            <a:avLst>
              <a:gd name="adj1" fmla="val 1740000"/>
            </a:avLst>
          </a:prstGeom>
          <a:ln w="28575">
            <a:solidFill>
              <a:schemeClr val="accent5">
                <a:lumMod val="50000"/>
              </a:schemeClr>
            </a:solidFill>
            <a:prstDash val="solid"/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Geschweifte Klammer rechts 220">
            <a:extLst>
              <a:ext uri="{FF2B5EF4-FFF2-40B4-BE49-F238E27FC236}">
                <a16:creationId xmlns:a16="http://schemas.microsoft.com/office/drawing/2014/main" id="{20766606-325E-574E-A6C3-930B710C651E}"/>
              </a:ext>
            </a:extLst>
          </p:cNvPr>
          <p:cNvSpPr/>
          <p:nvPr/>
        </p:nvSpPr>
        <p:spPr>
          <a:xfrm>
            <a:off x="8597436" y="1390650"/>
            <a:ext cx="234246" cy="2841478"/>
          </a:xfrm>
          <a:prstGeom prst="rightBrace">
            <a:avLst>
              <a:gd name="adj1" fmla="val 43514"/>
              <a:gd name="adj2" fmla="val 50000"/>
            </a:avLst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Geschweifte Klammer rechts 221">
            <a:extLst>
              <a:ext uri="{FF2B5EF4-FFF2-40B4-BE49-F238E27FC236}">
                <a16:creationId xmlns:a16="http://schemas.microsoft.com/office/drawing/2014/main" id="{538027E8-D1D7-45B3-FC06-1C7AF048F9E5}"/>
              </a:ext>
            </a:extLst>
          </p:cNvPr>
          <p:cNvSpPr/>
          <p:nvPr/>
        </p:nvSpPr>
        <p:spPr>
          <a:xfrm>
            <a:off x="8610254" y="4309806"/>
            <a:ext cx="234246" cy="1101179"/>
          </a:xfrm>
          <a:prstGeom prst="rightBrace">
            <a:avLst>
              <a:gd name="adj1" fmla="val 43514"/>
              <a:gd name="adj2" fmla="val 50000"/>
            </a:avLst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Textfeld 222">
            <a:extLst>
              <a:ext uri="{FF2B5EF4-FFF2-40B4-BE49-F238E27FC236}">
                <a16:creationId xmlns:a16="http://schemas.microsoft.com/office/drawing/2014/main" id="{2F0C18A9-9141-8F81-5C46-425F934A4102}"/>
              </a:ext>
            </a:extLst>
          </p:cNvPr>
          <p:cNvSpPr txBox="1"/>
          <p:nvPr/>
        </p:nvSpPr>
        <p:spPr>
          <a:xfrm rot="5400000">
            <a:off x="7698734" y="2523596"/>
            <a:ext cx="2850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noProof="0">
                <a:solidFill>
                  <a:schemeClr val="accent1">
                    <a:lumMod val="50000"/>
                  </a:schemeClr>
                </a:solidFill>
              </a:rPr>
              <a:t>Implementierung im Rahmen dieser Dissertation</a:t>
            </a:r>
          </a:p>
        </p:txBody>
      </p:sp>
      <p:sp>
        <p:nvSpPr>
          <p:cNvPr id="224" name="Textfeld 223">
            <a:extLst>
              <a:ext uri="{FF2B5EF4-FFF2-40B4-BE49-F238E27FC236}">
                <a16:creationId xmlns:a16="http://schemas.microsoft.com/office/drawing/2014/main" id="{D21D3EAD-B17F-89EB-B2BC-E6368128ACB6}"/>
              </a:ext>
            </a:extLst>
          </p:cNvPr>
          <p:cNvSpPr txBox="1"/>
          <p:nvPr/>
        </p:nvSpPr>
        <p:spPr>
          <a:xfrm rot="5400000">
            <a:off x="8511435" y="4558831"/>
            <a:ext cx="1213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noProof="0">
                <a:solidFill>
                  <a:schemeClr val="accent1">
                    <a:lumMod val="50000"/>
                  </a:schemeClr>
                </a:solidFill>
              </a:rPr>
              <a:t>Bestehende Software</a:t>
            </a:r>
          </a:p>
        </p:txBody>
      </p:sp>
      <p:sp>
        <p:nvSpPr>
          <p:cNvPr id="228" name="Rechteck 227">
            <a:extLst>
              <a:ext uri="{FF2B5EF4-FFF2-40B4-BE49-F238E27FC236}">
                <a16:creationId xmlns:a16="http://schemas.microsoft.com/office/drawing/2014/main" id="{A60C89C1-02A8-C8E7-A2A5-0EBD8B3F562E}"/>
              </a:ext>
            </a:extLst>
          </p:cNvPr>
          <p:cNvSpPr/>
          <p:nvPr/>
        </p:nvSpPr>
        <p:spPr>
          <a:xfrm>
            <a:off x="6152562" y="3496835"/>
            <a:ext cx="1923826" cy="31778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>
                <a:solidFill>
                  <a:srgbClr val="4F4546"/>
                </a:solidFill>
              </a:rPr>
              <a:t>CAP-Dienst</a:t>
            </a:r>
          </a:p>
        </p:txBody>
      </p:sp>
      <p:cxnSp>
        <p:nvCxnSpPr>
          <p:cNvPr id="236" name="Gerade Verbindung mit Pfeil 235">
            <a:extLst>
              <a:ext uri="{FF2B5EF4-FFF2-40B4-BE49-F238E27FC236}">
                <a16:creationId xmlns:a16="http://schemas.microsoft.com/office/drawing/2014/main" id="{332406C7-E8AE-944B-BAC2-8126CE87A1B1}"/>
              </a:ext>
            </a:extLst>
          </p:cNvPr>
          <p:cNvCxnSpPr>
            <a:cxnSpLocks/>
          </p:cNvCxnSpPr>
          <p:nvPr/>
        </p:nvCxnSpPr>
        <p:spPr>
          <a:xfrm flipV="1">
            <a:off x="7895327" y="3384713"/>
            <a:ext cx="0" cy="224243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prstDash val="solid"/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Verbinder: gewinkelt 238">
            <a:extLst>
              <a:ext uri="{FF2B5EF4-FFF2-40B4-BE49-F238E27FC236}">
                <a16:creationId xmlns:a16="http://schemas.microsoft.com/office/drawing/2014/main" id="{621045A2-167A-B0E0-F2FB-1589460CBD32}"/>
              </a:ext>
            </a:extLst>
          </p:cNvPr>
          <p:cNvCxnSpPr>
            <a:cxnSpLocks/>
            <a:stCxn id="10" idx="2"/>
            <a:endCxn id="242" idx="0"/>
          </p:cNvCxnSpPr>
          <p:nvPr/>
        </p:nvCxnSpPr>
        <p:spPr>
          <a:xfrm rot="16200000" flipH="1">
            <a:off x="5055945" y="508377"/>
            <a:ext cx="1072385" cy="4608892"/>
          </a:xfrm>
          <a:prstGeom prst="bentConnector3">
            <a:avLst>
              <a:gd name="adj1" fmla="val 33702"/>
            </a:avLst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53" name="Grafik 252" descr="Ein Bild, das Grafiken, Design, Pixel enthält.&#10;&#10;Automatisch generierte Beschreibung">
            <a:extLst>
              <a:ext uri="{FF2B5EF4-FFF2-40B4-BE49-F238E27FC236}">
                <a16:creationId xmlns:a16="http://schemas.microsoft.com/office/drawing/2014/main" id="{DF1EED77-53A0-7E3A-B08C-E5523932B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34" y="3087036"/>
            <a:ext cx="464960" cy="424416"/>
          </a:xfrm>
          <a:prstGeom prst="rect">
            <a:avLst/>
          </a:prstGeom>
        </p:spPr>
      </p:pic>
      <p:pic>
        <p:nvPicPr>
          <p:cNvPr id="254" name="Grafik 253" descr="Ein Bild, das Grafiken, Design, Pixel enthält.&#10;&#10;Automatisch generierte Beschreibung">
            <a:extLst>
              <a:ext uri="{FF2B5EF4-FFF2-40B4-BE49-F238E27FC236}">
                <a16:creationId xmlns:a16="http://schemas.microsoft.com/office/drawing/2014/main" id="{18D08616-A493-F017-7520-BDBB099D5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399" y="3029440"/>
            <a:ext cx="464960" cy="424416"/>
          </a:xfrm>
          <a:prstGeom prst="rect">
            <a:avLst/>
          </a:prstGeom>
        </p:spPr>
      </p:pic>
      <p:pic>
        <p:nvPicPr>
          <p:cNvPr id="255" name="Grafik 254" descr="Ein Bild, das Grafiken, Design, Pixel enthält.&#10;&#10;Automatisch generierte Beschreibung">
            <a:extLst>
              <a:ext uri="{FF2B5EF4-FFF2-40B4-BE49-F238E27FC236}">
                <a16:creationId xmlns:a16="http://schemas.microsoft.com/office/drawing/2014/main" id="{DB09E62E-95EE-3A0A-A339-24B9A4CEB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499" y="3069218"/>
            <a:ext cx="356731" cy="325624"/>
          </a:xfrm>
          <a:prstGeom prst="rect">
            <a:avLst/>
          </a:prstGeom>
        </p:spPr>
      </p:pic>
      <p:pic>
        <p:nvPicPr>
          <p:cNvPr id="256" name="Grafik 255" descr="Ein Bild, das Grafiken, Design, Pixel enthält.&#10;&#10;Automatisch generierte Beschreibung">
            <a:extLst>
              <a:ext uri="{FF2B5EF4-FFF2-40B4-BE49-F238E27FC236}">
                <a16:creationId xmlns:a16="http://schemas.microsoft.com/office/drawing/2014/main" id="{17FBAA17-E1B2-0F12-DCB6-1F32B7962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499" y="3588895"/>
            <a:ext cx="356731" cy="32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460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4365-4C1F-8412-8574-3211F6A3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5889E51-79CF-D8DB-3B0B-E75D953A8B39}"/>
              </a:ext>
            </a:extLst>
          </p:cNvPr>
          <p:cNvSpPr/>
          <p:nvPr/>
        </p:nvSpPr>
        <p:spPr>
          <a:xfrm>
            <a:off x="3126190" y="2019300"/>
            <a:ext cx="5939621" cy="382804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600" dirty="0" err="1">
                <a:solidFill>
                  <a:schemeClr val="tx2">
                    <a:lumMod val="50000"/>
                  </a:schemeClr>
                </a:solidFill>
              </a:rPr>
              <a:t>Logistics</a:t>
            </a:r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 Area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64D9D2EE-2519-8E6F-1EE6-154456F50062}"/>
              </a:ext>
            </a:extLst>
          </p:cNvPr>
          <p:cNvSpPr/>
          <p:nvPr/>
        </p:nvSpPr>
        <p:spPr>
          <a:xfrm>
            <a:off x="6011202" y="2121847"/>
            <a:ext cx="1555026" cy="308376"/>
          </a:xfrm>
          <a:prstGeom prst="rect">
            <a:avLst/>
          </a:prstGeom>
          <a:solidFill>
            <a:schemeClr val="accent5">
              <a:lumMod val="50000"/>
              <a:alpha val="31000"/>
            </a:schemeClr>
          </a:solidFill>
          <a:ln w="19050">
            <a:solidFill>
              <a:srgbClr val="1E643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Flottenmanager</a:t>
            </a:r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9E75D6D0-5BFF-BD62-DF3E-69850E250DB5}"/>
              </a:ext>
            </a:extLst>
          </p:cNvPr>
          <p:cNvSpPr/>
          <p:nvPr/>
        </p:nvSpPr>
        <p:spPr>
          <a:xfrm>
            <a:off x="3126190" y="909300"/>
            <a:ext cx="5939622" cy="104775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>
                <a:solidFill>
                  <a:schemeClr val="bg1"/>
                </a:solidFill>
              </a:rPr>
              <a:t>Logistics</a:t>
            </a:r>
            <a:r>
              <a:rPr lang="de-DE" sz="1600" dirty="0">
                <a:solidFill>
                  <a:schemeClr val="bg1"/>
                </a:solidFill>
              </a:rPr>
              <a:t> Orchestration Layer </a:t>
            </a:r>
            <a:r>
              <a:rPr lang="de-DE" b="1" dirty="0">
                <a:solidFill>
                  <a:schemeClr val="bg1"/>
                </a:solidFill>
              </a:rPr>
              <a:t>(LOL)</a:t>
            </a:r>
            <a:endParaRPr lang="de-DE" sz="1600" b="1" dirty="0">
              <a:solidFill>
                <a:schemeClr val="bg1"/>
              </a:solidFill>
            </a:endParaRPr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84713495-21AA-E8AB-44A4-D04160E735C2}"/>
              </a:ext>
            </a:extLst>
          </p:cNvPr>
          <p:cNvSpPr/>
          <p:nvPr/>
        </p:nvSpPr>
        <p:spPr>
          <a:xfrm>
            <a:off x="3267587" y="1291142"/>
            <a:ext cx="1296672" cy="5204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Auftrags-Management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816E035F-105D-3144-A584-F54D630CD37D}"/>
              </a:ext>
            </a:extLst>
          </p:cNvPr>
          <p:cNvSpPr/>
          <p:nvPr/>
        </p:nvSpPr>
        <p:spPr>
          <a:xfrm>
            <a:off x="6140378" y="1285406"/>
            <a:ext cx="1296672" cy="5261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Transport-Management</a:t>
            </a:r>
            <a:endParaRPr lang="de-DE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DA06CD46-F2BE-2294-5E56-EC08989CE893}"/>
              </a:ext>
            </a:extLst>
          </p:cNvPr>
          <p:cNvSpPr/>
          <p:nvPr/>
        </p:nvSpPr>
        <p:spPr>
          <a:xfrm>
            <a:off x="7507143" y="1285407"/>
            <a:ext cx="1415000" cy="5261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Materialfluss-Management</a:t>
            </a: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6AE248C5-48D6-79A5-179E-BC59A8DF9802}"/>
              </a:ext>
            </a:extLst>
          </p:cNvPr>
          <p:cNvSpPr/>
          <p:nvPr/>
        </p:nvSpPr>
        <p:spPr>
          <a:xfrm>
            <a:off x="4654283" y="1291142"/>
            <a:ext cx="1416002" cy="5204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>
                <a:solidFill>
                  <a:schemeClr val="tx2">
                    <a:lumMod val="50000"/>
                  </a:schemeClr>
                </a:solidFill>
              </a:rPr>
              <a:t>Bedienbild-Funktionalität</a:t>
            </a:r>
          </a:p>
        </p:txBody>
      </p:sp>
      <p:cxnSp>
        <p:nvCxnSpPr>
          <p:cNvPr id="86" name="Verbinder: gewinkelt 85">
            <a:extLst>
              <a:ext uri="{FF2B5EF4-FFF2-40B4-BE49-F238E27FC236}">
                <a16:creationId xmlns:a16="http://schemas.microsoft.com/office/drawing/2014/main" id="{7466EF59-D193-318C-5C9B-4468CF01642A}"/>
              </a:ext>
            </a:extLst>
          </p:cNvPr>
          <p:cNvCxnSpPr>
            <a:cxnSpLocks/>
          </p:cNvCxnSpPr>
          <p:nvPr/>
        </p:nvCxnSpPr>
        <p:spPr>
          <a:xfrm rot="5400000">
            <a:off x="3200459" y="2336508"/>
            <a:ext cx="104992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Verbinder: gewinkelt 90">
            <a:extLst>
              <a:ext uri="{FF2B5EF4-FFF2-40B4-BE49-F238E27FC236}">
                <a16:creationId xmlns:a16="http://schemas.microsoft.com/office/drawing/2014/main" id="{E771AA5F-E275-6DCC-A8FF-FE263CD937EC}"/>
              </a:ext>
            </a:extLst>
          </p:cNvPr>
          <p:cNvCxnSpPr>
            <a:cxnSpLocks/>
            <a:stCxn id="82" idx="2"/>
            <a:endCxn id="38" idx="0"/>
          </p:cNvCxnSpPr>
          <p:nvPr/>
        </p:nvCxnSpPr>
        <p:spPr>
          <a:xfrm rot="16200000" flipH="1">
            <a:off x="6633563" y="1966694"/>
            <a:ext cx="310303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Verbinder: gewinkelt 96">
            <a:extLst>
              <a:ext uri="{FF2B5EF4-FFF2-40B4-BE49-F238E27FC236}">
                <a16:creationId xmlns:a16="http://schemas.microsoft.com/office/drawing/2014/main" id="{F7C1761D-ED04-F3EB-32A1-9703C75BC6DC}"/>
              </a:ext>
            </a:extLst>
          </p:cNvPr>
          <p:cNvCxnSpPr>
            <a:cxnSpLocks/>
            <a:stCxn id="85" idx="2"/>
          </p:cNvCxnSpPr>
          <p:nvPr/>
        </p:nvCxnSpPr>
        <p:spPr>
          <a:xfrm rot="5400000">
            <a:off x="4438307" y="1937497"/>
            <a:ext cx="1049930" cy="798025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Verbinder: gewinkelt 99">
            <a:extLst>
              <a:ext uri="{FF2B5EF4-FFF2-40B4-BE49-F238E27FC236}">
                <a16:creationId xmlns:a16="http://schemas.microsoft.com/office/drawing/2014/main" id="{5DA920AC-BBF0-13D8-C090-68218E75E601}"/>
              </a:ext>
            </a:extLst>
          </p:cNvPr>
          <p:cNvCxnSpPr>
            <a:cxnSpLocks/>
          </p:cNvCxnSpPr>
          <p:nvPr/>
        </p:nvCxnSpPr>
        <p:spPr>
          <a:xfrm rot="5400000">
            <a:off x="4053400" y="2673355"/>
            <a:ext cx="2184984" cy="432784"/>
          </a:xfrm>
          <a:prstGeom prst="bentConnector3">
            <a:avLst>
              <a:gd name="adj1" fmla="val 100132"/>
            </a:avLst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Verbinder: gewinkelt 103">
            <a:extLst>
              <a:ext uri="{FF2B5EF4-FFF2-40B4-BE49-F238E27FC236}">
                <a16:creationId xmlns:a16="http://schemas.microsoft.com/office/drawing/2014/main" id="{C0C79A2C-560F-3554-12BB-3D218F16AC31}"/>
              </a:ext>
            </a:extLst>
          </p:cNvPr>
          <p:cNvCxnSpPr>
            <a:cxnSpLocks/>
            <a:stCxn id="85" idx="2"/>
            <a:endCxn id="10" idx="1"/>
          </p:cNvCxnSpPr>
          <p:nvPr/>
        </p:nvCxnSpPr>
        <p:spPr>
          <a:xfrm rot="16200000" flipH="1">
            <a:off x="3740009" y="3433818"/>
            <a:ext cx="3387686" cy="143137"/>
          </a:xfrm>
          <a:prstGeom prst="bentConnector2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Verbinder: gewinkelt 111">
            <a:extLst>
              <a:ext uri="{FF2B5EF4-FFF2-40B4-BE49-F238E27FC236}">
                <a16:creationId xmlns:a16="http://schemas.microsoft.com/office/drawing/2014/main" id="{C7B42F3C-9AEB-B565-700D-65D1E76446DA}"/>
              </a:ext>
            </a:extLst>
          </p:cNvPr>
          <p:cNvCxnSpPr>
            <a:cxnSpLocks/>
            <a:stCxn id="85" idx="2"/>
          </p:cNvCxnSpPr>
          <p:nvPr/>
        </p:nvCxnSpPr>
        <p:spPr>
          <a:xfrm rot="16200000" flipH="1">
            <a:off x="5430320" y="1743508"/>
            <a:ext cx="1767578" cy="1903650"/>
          </a:xfrm>
          <a:prstGeom prst="bentConnector2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Verbinder: gewinkelt 114">
            <a:extLst>
              <a:ext uri="{FF2B5EF4-FFF2-40B4-BE49-F238E27FC236}">
                <a16:creationId xmlns:a16="http://schemas.microsoft.com/office/drawing/2014/main" id="{2E03CAEA-870B-8BF4-7EE5-023868CFB6DA}"/>
              </a:ext>
            </a:extLst>
          </p:cNvPr>
          <p:cNvCxnSpPr>
            <a:cxnSpLocks/>
            <a:stCxn id="85" idx="2"/>
          </p:cNvCxnSpPr>
          <p:nvPr/>
        </p:nvCxnSpPr>
        <p:spPr>
          <a:xfrm rot="16200000" flipH="1">
            <a:off x="5225101" y="1948727"/>
            <a:ext cx="2173360" cy="1898994"/>
          </a:xfrm>
          <a:prstGeom prst="bentConnector3">
            <a:avLst>
              <a:gd name="adj1" fmla="val 99962"/>
            </a:avLst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21482C9C-E99B-8039-591F-2588814C3C49}"/>
              </a:ext>
            </a:extLst>
          </p:cNvPr>
          <p:cNvCxnSpPr>
            <a:stCxn id="38" idx="2"/>
            <a:endCxn id="23" idx="0"/>
          </p:cNvCxnSpPr>
          <p:nvPr/>
        </p:nvCxnSpPr>
        <p:spPr>
          <a:xfrm flipH="1">
            <a:off x="6788714" y="2430223"/>
            <a:ext cx="1" cy="230257"/>
          </a:xfrm>
          <a:prstGeom prst="straightConnector1">
            <a:avLst/>
          </a:prstGeom>
          <a:ln w="19050">
            <a:solidFill>
              <a:schemeClr val="tx2">
                <a:lumMod val="50000"/>
              </a:schemeClr>
            </a:solidFill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B2062EF8-8BA4-DB41-4676-89BC69E4E849}"/>
              </a:ext>
            </a:extLst>
          </p:cNvPr>
          <p:cNvSpPr/>
          <p:nvPr/>
        </p:nvSpPr>
        <p:spPr>
          <a:xfrm>
            <a:off x="3330060" y="2861473"/>
            <a:ext cx="1599440" cy="87358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>
                <a:solidFill>
                  <a:srgbClr val="4F4546"/>
                </a:solidFill>
              </a:rPr>
              <a:t>Lagen-</a:t>
            </a:r>
          </a:p>
          <a:p>
            <a:pPr algn="ctr"/>
            <a:r>
              <a:rPr lang="de-DE" dirty="0">
                <a:solidFill>
                  <a:srgbClr val="4F4546"/>
                </a:solidFill>
              </a:rPr>
              <a:t>Palettierer </a:t>
            </a:r>
          </a:p>
          <a:p>
            <a:pPr algn="ctr"/>
            <a:r>
              <a:rPr lang="de-DE" dirty="0">
                <a:solidFill>
                  <a:srgbClr val="4F4546"/>
                </a:solidFill>
              </a:rPr>
              <a:t>(PAL)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2F5EC05-ABC3-455B-3F10-40602ABC426E}"/>
              </a:ext>
            </a:extLst>
          </p:cNvPr>
          <p:cNvSpPr/>
          <p:nvPr/>
        </p:nvSpPr>
        <p:spPr>
          <a:xfrm>
            <a:off x="3330059" y="3888846"/>
            <a:ext cx="1599440" cy="8735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Paletten-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Vereinzeler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(PAS)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4B2A9DFF-2093-A5FF-06A9-00181F18B63A}"/>
              </a:ext>
            </a:extLst>
          </p:cNvPr>
          <p:cNvGrpSpPr/>
          <p:nvPr/>
        </p:nvGrpSpPr>
        <p:grpSpPr>
          <a:xfrm>
            <a:off x="3961020" y="2587767"/>
            <a:ext cx="337519" cy="337519"/>
            <a:chOff x="10036932" y="5161936"/>
            <a:chExt cx="502583" cy="502583"/>
          </a:xfrm>
        </p:grpSpPr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3F7465EA-2EEB-5B25-F400-68FF8E1133E9}"/>
                </a:ext>
              </a:extLst>
            </p:cNvPr>
            <p:cNvSpPr/>
            <p:nvPr/>
          </p:nvSpPr>
          <p:spPr>
            <a:xfrm>
              <a:off x="10036932" y="5161936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pic>
          <p:nvPicPr>
            <p:cNvPr id="77" name="Grafik 76" descr="Glocke mit einfarbiger Füllung">
              <a:extLst>
                <a:ext uri="{FF2B5EF4-FFF2-40B4-BE49-F238E27FC236}">
                  <a16:creationId xmlns:a16="http://schemas.microsoft.com/office/drawing/2014/main" id="{0D423A9E-52F7-5DDD-DAAE-9411C8EE95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77427" y="5199399"/>
              <a:ext cx="421593" cy="421593"/>
            </a:xfrm>
            <a:prstGeom prst="rect">
              <a:avLst/>
            </a:prstGeom>
          </p:spPr>
        </p:pic>
      </p:grpSp>
      <p:sp>
        <p:nvSpPr>
          <p:cNvPr id="10" name="Rechteck 9">
            <a:extLst>
              <a:ext uri="{FF2B5EF4-FFF2-40B4-BE49-F238E27FC236}">
                <a16:creationId xmlns:a16="http://schemas.microsoft.com/office/drawing/2014/main" id="{1B323C78-1585-61D2-DFFF-92CE37CE60B1}"/>
              </a:ext>
            </a:extLst>
          </p:cNvPr>
          <p:cNvSpPr/>
          <p:nvPr/>
        </p:nvSpPr>
        <p:spPr>
          <a:xfrm>
            <a:off x="5505421" y="4762435"/>
            <a:ext cx="1389357" cy="8735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0800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Folienblatt-Aufleger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(FOS)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748D322D-CC7C-36B7-ED6A-AD874D5ECDDA}"/>
              </a:ext>
            </a:extLst>
          </p:cNvPr>
          <p:cNvGrpSpPr/>
          <p:nvPr/>
        </p:nvGrpSpPr>
        <p:grpSpPr>
          <a:xfrm>
            <a:off x="5918530" y="4487210"/>
            <a:ext cx="337519" cy="337519"/>
            <a:chOff x="10024872" y="4520511"/>
            <a:chExt cx="502583" cy="502583"/>
          </a:xfrm>
        </p:grpSpPr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3EB67DE7-CDFD-7AAD-D7CA-3C01B044FAE5}"/>
                </a:ext>
              </a:extLst>
            </p:cNvPr>
            <p:cNvSpPr/>
            <p:nvPr/>
          </p:nvSpPr>
          <p:spPr>
            <a:xfrm>
              <a:off x="10024872" y="4520511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74" name="Gleichschenkliges Dreieck 73">
              <a:extLst>
                <a:ext uri="{FF2B5EF4-FFF2-40B4-BE49-F238E27FC236}">
                  <a16:creationId xmlns:a16="http://schemas.microsoft.com/office/drawing/2014/main" id="{F5003A0C-4D67-4EEF-C301-4492AC61D0B1}"/>
                </a:ext>
              </a:extLst>
            </p:cNvPr>
            <p:cNvSpPr/>
            <p:nvPr/>
          </p:nvSpPr>
          <p:spPr>
            <a:xfrm rot="5400000">
              <a:off x="10272181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75" name="Gleichschenkliges Dreieck 74">
              <a:extLst>
                <a:ext uri="{FF2B5EF4-FFF2-40B4-BE49-F238E27FC236}">
                  <a16:creationId xmlns:a16="http://schemas.microsoft.com/office/drawing/2014/main" id="{3C1265F3-65A2-A0A4-9CC3-3D7BC9320DBA}"/>
                </a:ext>
              </a:extLst>
            </p:cNvPr>
            <p:cNvSpPr/>
            <p:nvPr/>
          </p:nvSpPr>
          <p:spPr>
            <a:xfrm rot="16200000">
              <a:off x="10045612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12" name="Rechteck 11">
            <a:extLst>
              <a:ext uri="{FF2B5EF4-FFF2-40B4-BE49-F238E27FC236}">
                <a16:creationId xmlns:a16="http://schemas.microsoft.com/office/drawing/2014/main" id="{E174AE30-79EB-48C5-D738-2CD7748D66C3}"/>
              </a:ext>
            </a:extLst>
          </p:cNvPr>
          <p:cNvSpPr/>
          <p:nvPr/>
        </p:nvSpPr>
        <p:spPr>
          <a:xfrm>
            <a:off x="7261279" y="2861472"/>
            <a:ext cx="1599440" cy="8735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Stretchhauben-Maschine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(SH1)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9ABEC06-81B8-6A47-55E8-71E1451A1ECB}"/>
              </a:ext>
            </a:extLst>
          </p:cNvPr>
          <p:cNvSpPr/>
          <p:nvPr/>
        </p:nvSpPr>
        <p:spPr>
          <a:xfrm>
            <a:off x="7261279" y="3888846"/>
            <a:ext cx="1599440" cy="8735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Stretchhauben-Maschine 2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(SH2)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C8BB1B5-6958-EBF0-F0CE-3D759274C6AD}"/>
              </a:ext>
            </a:extLst>
          </p:cNvPr>
          <p:cNvGrpSpPr/>
          <p:nvPr/>
        </p:nvGrpSpPr>
        <p:grpSpPr>
          <a:xfrm>
            <a:off x="7045620" y="3130607"/>
            <a:ext cx="337520" cy="337520"/>
            <a:chOff x="10025552" y="2526354"/>
            <a:chExt cx="502583" cy="502583"/>
          </a:xfrm>
        </p:grpSpPr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A5DD5B38-7308-A9E6-2B37-6A7DEE3B56B1}"/>
                </a:ext>
              </a:extLst>
            </p:cNvPr>
            <p:cNvSpPr/>
            <p:nvPr/>
          </p:nvSpPr>
          <p:spPr>
            <a:xfrm>
              <a:off x="10025552" y="2526354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6BD0A62E-A46B-64F4-3ECA-8ADAEA64703A}"/>
                </a:ext>
              </a:extLst>
            </p:cNvPr>
            <p:cNvGrpSpPr/>
            <p:nvPr/>
          </p:nvGrpSpPr>
          <p:grpSpPr>
            <a:xfrm>
              <a:off x="10090807" y="2606755"/>
              <a:ext cx="390429" cy="355600"/>
              <a:chOff x="7139884" y="1647766"/>
              <a:chExt cx="390429" cy="355600"/>
            </a:xfrm>
          </p:grpSpPr>
          <p:sp>
            <p:nvSpPr>
              <p:cNvPr id="71" name="Gleichschenkliges Dreieck 70">
                <a:extLst>
                  <a:ext uri="{FF2B5EF4-FFF2-40B4-BE49-F238E27FC236}">
                    <a16:creationId xmlns:a16="http://schemas.microsoft.com/office/drawing/2014/main" id="{61F926E8-233A-EFB8-C99B-64C7D7227161}"/>
                  </a:ext>
                </a:extLst>
              </p:cNvPr>
              <p:cNvSpPr/>
              <p:nvPr/>
            </p:nvSpPr>
            <p:spPr>
              <a:xfrm rot="5400000">
                <a:off x="7116313" y="1678246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0C4564DF-F52A-93FB-3684-AE7444EBD066}"/>
                  </a:ext>
                </a:extLst>
              </p:cNvPr>
              <p:cNvSpPr/>
              <p:nvPr/>
            </p:nvSpPr>
            <p:spPr>
              <a:xfrm>
                <a:off x="7469353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A619A7DB-6D7D-A9D8-C912-1238EAB65A34}"/>
              </a:ext>
            </a:extLst>
          </p:cNvPr>
          <p:cNvGrpSpPr/>
          <p:nvPr/>
        </p:nvGrpSpPr>
        <p:grpSpPr>
          <a:xfrm>
            <a:off x="7045620" y="4157664"/>
            <a:ext cx="337520" cy="337520"/>
            <a:chOff x="10025552" y="2526354"/>
            <a:chExt cx="502583" cy="502583"/>
          </a:xfrm>
        </p:grpSpPr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28CB71E1-498F-ED99-AF78-997776246970}"/>
                </a:ext>
              </a:extLst>
            </p:cNvPr>
            <p:cNvSpPr/>
            <p:nvPr/>
          </p:nvSpPr>
          <p:spPr>
            <a:xfrm>
              <a:off x="10025552" y="2526354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2966E1DD-5A52-1C26-D1EF-E5139449B66B}"/>
                </a:ext>
              </a:extLst>
            </p:cNvPr>
            <p:cNvGrpSpPr/>
            <p:nvPr/>
          </p:nvGrpSpPr>
          <p:grpSpPr>
            <a:xfrm>
              <a:off x="10090807" y="2606755"/>
              <a:ext cx="390429" cy="355600"/>
              <a:chOff x="7139884" y="1647766"/>
              <a:chExt cx="390429" cy="355600"/>
            </a:xfrm>
          </p:grpSpPr>
          <p:sp>
            <p:nvSpPr>
              <p:cNvPr id="67" name="Gleichschenkliges Dreieck 66">
                <a:extLst>
                  <a:ext uri="{FF2B5EF4-FFF2-40B4-BE49-F238E27FC236}">
                    <a16:creationId xmlns:a16="http://schemas.microsoft.com/office/drawing/2014/main" id="{61F1598D-3BE0-E4A6-4060-C26AB7F27782}"/>
                  </a:ext>
                </a:extLst>
              </p:cNvPr>
              <p:cNvSpPr/>
              <p:nvPr/>
            </p:nvSpPr>
            <p:spPr>
              <a:xfrm rot="5400000">
                <a:off x="7116313" y="1678246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022F792A-3344-DF51-D145-831339BF6B36}"/>
                  </a:ext>
                </a:extLst>
              </p:cNvPr>
              <p:cNvSpPr/>
              <p:nvPr/>
            </p:nvSpPr>
            <p:spPr>
              <a:xfrm>
                <a:off x="7469353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B9982F5-50F9-3888-05FD-07304F899167}"/>
              </a:ext>
            </a:extLst>
          </p:cNvPr>
          <p:cNvCxnSpPr>
            <a:cxnSpLocks/>
            <a:stCxn id="61" idx="2"/>
          </p:cNvCxnSpPr>
          <p:nvPr/>
        </p:nvCxnSpPr>
        <p:spPr>
          <a:xfrm flipV="1">
            <a:off x="5115375" y="3202517"/>
            <a:ext cx="1917378" cy="1691"/>
          </a:xfrm>
          <a:prstGeom prst="straightConnector1">
            <a:avLst/>
          </a:prstGeom>
          <a:ln w="28575">
            <a:solidFill>
              <a:srgbClr val="1E643F"/>
            </a:solidFill>
            <a:prstDash val="sys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64741AEF-BC77-DB1B-01DD-0F49F8A2E213}"/>
              </a:ext>
            </a:extLst>
          </p:cNvPr>
          <p:cNvCxnSpPr>
            <a:cxnSpLocks/>
            <a:stCxn id="61" idx="2"/>
            <a:endCxn id="65" idx="1"/>
          </p:cNvCxnSpPr>
          <p:nvPr/>
        </p:nvCxnSpPr>
        <p:spPr>
          <a:xfrm>
            <a:off x="5115375" y="3204208"/>
            <a:ext cx="1930245" cy="1122216"/>
          </a:xfrm>
          <a:prstGeom prst="bentConnector3">
            <a:avLst>
              <a:gd name="adj1" fmla="val 80612"/>
            </a:avLst>
          </a:prstGeom>
          <a:ln w="28575">
            <a:solidFill>
              <a:srgbClr val="1E643F"/>
            </a:solidFill>
            <a:prstDash val="sys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DA454579-4A3E-EA27-ED35-6C462D4A2153}"/>
              </a:ext>
            </a:extLst>
          </p:cNvPr>
          <p:cNvCxnSpPr>
            <a:cxnSpLocks/>
            <a:stCxn id="57" idx="3"/>
            <a:endCxn id="73" idx="1"/>
          </p:cNvCxnSpPr>
          <p:nvPr/>
        </p:nvCxnSpPr>
        <p:spPr>
          <a:xfrm>
            <a:off x="5115375" y="4388428"/>
            <a:ext cx="803155" cy="267542"/>
          </a:xfrm>
          <a:prstGeom prst="bentConnector3">
            <a:avLst>
              <a:gd name="adj1" fmla="val 46838"/>
            </a:avLst>
          </a:prstGeom>
          <a:ln w="28575">
            <a:solidFill>
              <a:srgbClr val="1E643F"/>
            </a:solidFill>
            <a:prstDash val="sys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5BDA80E2-2512-21D3-3F04-67468B3683ED}"/>
              </a:ext>
            </a:extLst>
          </p:cNvPr>
          <p:cNvGrpSpPr/>
          <p:nvPr/>
        </p:nvGrpSpPr>
        <p:grpSpPr>
          <a:xfrm>
            <a:off x="4778155" y="3130607"/>
            <a:ext cx="337956" cy="337520"/>
            <a:chOff x="2427469" y="3130607"/>
            <a:chExt cx="337956" cy="337520"/>
          </a:xfrm>
        </p:grpSpPr>
        <p:sp>
          <p:nvSpPr>
            <p:cNvPr id="61" name="Rechteck 185">
              <a:extLst>
                <a:ext uri="{FF2B5EF4-FFF2-40B4-BE49-F238E27FC236}">
                  <a16:creationId xmlns:a16="http://schemas.microsoft.com/office/drawing/2014/main" id="{94177A49-5448-5AED-6020-E96992216C1D}"/>
                </a:ext>
              </a:extLst>
            </p:cNvPr>
            <p:cNvSpPr/>
            <p:nvPr/>
          </p:nvSpPr>
          <p:spPr>
            <a:xfrm>
              <a:off x="2427469" y="3130607"/>
              <a:ext cx="337956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175202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252356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2260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9425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956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73601"/>
                  </a:lnTo>
                  <a:lnTo>
                    <a:pt x="337220" y="194252"/>
                  </a:lnTo>
                  <a:cubicBezTo>
                    <a:pt x="337465" y="219970"/>
                    <a:pt x="337711" y="279026"/>
                    <a:pt x="337956" y="304744"/>
                  </a:cubicBezTo>
                  <a:cubicBezTo>
                    <a:pt x="337811" y="333132"/>
                    <a:pt x="337665" y="309132"/>
                    <a:pt x="337520" y="337520"/>
                  </a:cubicBez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BC2D5EA8-A851-51A4-BBEA-7A2E482634A8}"/>
                </a:ext>
              </a:extLst>
            </p:cNvPr>
            <p:cNvSpPr/>
            <p:nvPr/>
          </p:nvSpPr>
          <p:spPr>
            <a:xfrm>
              <a:off x="2471292" y="3184602"/>
              <a:ext cx="40939" cy="23881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63" name="Gleichschenkliges Dreieck 62">
              <a:extLst>
                <a:ext uri="{FF2B5EF4-FFF2-40B4-BE49-F238E27FC236}">
                  <a16:creationId xmlns:a16="http://schemas.microsoft.com/office/drawing/2014/main" id="{4BD6B9E8-8BA0-B9EF-4BB3-C47A5FD7D2DE}"/>
                </a:ext>
              </a:extLst>
            </p:cNvPr>
            <p:cNvSpPr/>
            <p:nvPr/>
          </p:nvSpPr>
          <p:spPr>
            <a:xfrm rot="5400000">
              <a:off x="2625283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64" name="Gleichschenkliges Dreieck 63">
              <a:extLst>
                <a:ext uri="{FF2B5EF4-FFF2-40B4-BE49-F238E27FC236}">
                  <a16:creationId xmlns:a16="http://schemas.microsoft.com/office/drawing/2014/main" id="{2B1D885C-3E5C-21E1-84BF-72A1DE8435DA}"/>
                </a:ext>
              </a:extLst>
            </p:cNvPr>
            <p:cNvSpPr/>
            <p:nvPr/>
          </p:nvSpPr>
          <p:spPr>
            <a:xfrm rot="16200000">
              <a:off x="2512116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C217E928-69BC-FF09-BCDF-895136496B55}"/>
              </a:ext>
            </a:extLst>
          </p:cNvPr>
          <p:cNvGrpSpPr/>
          <p:nvPr/>
        </p:nvGrpSpPr>
        <p:grpSpPr>
          <a:xfrm>
            <a:off x="4778155" y="4157664"/>
            <a:ext cx="337520" cy="337520"/>
            <a:chOff x="2427469" y="4157664"/>
            <a:chExt cx="337520" cy="337520"/>
          </a:xfrm>
        </p:grpSpPr>
        <p:sp>
          <p:nvSpPr>
            <p:cNvPr id="57" name="Rechteck 185">
              <a:extLst>
                <a:ext uri="{FF2B5EF4-FFF2-40B4-BE49-F238E27FC236}">
                  <a16:creationId xmlns:a16="http://schemas.microsoft.com/office/drawing/2014/main" id="{12FD0605-F6A8-8797-E2FC-D176D2561A25}"/>
                </a:ext>
              </a:extLst>
            </p:cNvPr>
            <p:cNvSpPr/>
            <p:nvPr/>
          </p:nvSpPr>
          <p:spPr>
            <a:xfrm>
              <a:off x="2427469" y="4157664"/>
              <a:ext cx="337520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8CF4BF1A-B2B1-64EB-007A-8C2D198939A9}"/>
                </a:ext>
              </a:extLst>
            </p:cNvPr>
            <p:cNvGrpSpPr/>
            <p:nvPr/>
          </p:nvGrpSpPr>
          <p:grpSpPr>
            <a:xfrm>
              <a:off x="2471327" y="4210876"/>
              <a:ext cx="264901" cy="238810"/>
              <a:chOff x="7139884" y="1647766"/>
              <a:chExt cx="394449" cy="355600"/>
            </a:xfrm>
          </p:grpSpPr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C37082D7-F19B-4C2D-E340-79363FF600D4}"/>
                  </a:ext>
                </a:extLst>
              </p:cNvPr>
              <p:cNvSpPr/>
              <p:nvPr/>
            </p:nvSpPr>
            <p:spPr>
              <a:xfrm>
                <a:off x="7139884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0" name="Gleichschenkliges Dreieck 59">
                <a:extLst>
                  <a:ext uri="{FF2B5EF4-FFF2-40B4-BE49-F238E27FC236}">
                    <a16:creationId xmlns:a16="http://schemas.microsoft.com/office/drawing/2014/main" id="{62465B89-09EE-6F27-2F21-8B69C5E7177B}"/>
                  </a:ext>
                </a:extLst>
              </p:cNvPr>
              <p:cNvSpPr/>
              <p:nvPr/>
            </p:nvSpPr>
            <p:spPr>
              <a:xfrm rot="5400000">
                <a:off x="7216122" y="1671337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70BBFF17-69B2-0C34-797E-70C18B9C0211}"/>
              </a:ext>
            </a:extLst>
          </p:cNvPr>
          <p:cNvCxnSpPr>
            <a:cxnSpLocks/>
            <a:stCxn id="57" idx="2"/>
            <a:endCxn id="61" idx="4"/>
          </p:cNvCxnSpPr>
          <p:nvPr/>
        </p:nvCxnSpPr>
        <p:spPr>
          <a:xfrm flipV="1">
            <a:off x="5115375" y="3435351"/>
            <a:ext cx="736" cy="834014"/>
          </a:xfrm>
          <a:prstGeom prst="bentConnector3">
            <a:avLst>
              <a:gd name="adj1" fmla="val 51866304"/>
            </a:avLst>
          </a:prstGeom>
          <a:ln w="28575">
            <a:solidFill>
              <a:srgbClr val="1E643F"/>
            </a:solidFill>
            <a:prstDash val="sys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F9B5B491-8BA4-75D6-8F24-FB5716DAB713}"/>
              </a:ext>
            </a:extLst>
          </p:cNvPr>
          <p:cNvCxnSpPr>
            <a:cxnSpLocks/>
            <a:stCxn id="73" idx="3"/>
            <a:endCxn id="61" idx="3"/>
          </p:cNvCxnSpPr>
          <p:nvPr/>
        </p:nvCxnSpPr>
        <p:spPr>
          <a:xfrm flipH="1" flipV="1">
            <a:off x="5115375" y="3324859"/>
            <a:ext cx="1140674" cy="1331111"/>
          </a:xfrm>
          <a:prstGeom prst="bentConnector3">
            <a:avLst>
              <a:gd name="adj1" fmla="val -18111"/>
            </a:avLst>
          </a:prstGeom>
          <a:ln w="28575">
            <a:solidFill>
              <a:srgbClr val="1E643F"/>
            </a:solidFill>
            <a:prstDash val="sys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lipse 22">
            <a:extLst>
              <a:ext uri="{FF2B5EF4-FFF2-40B4-BE49-F238E27FC236}">
                <a16:creationId xmlns:a16="http://schemas.microsoft.com/office/drawing/2014/main" id="{DEDD9B7D-5CB3-956F-97AB-91730E0F99FD}"/>
              </a:ext>
            </a:extLst>
          </p:cNvPr>
          <p:cNvSpPr/>
          <p:nvPr/>
        </p:nvSpPr>
        <p:spPr>
          <a:xfrm>
            <a:off x="6549329" y="2660480"/>
            <a:ext cx="478769" cy="478769"/>
          </a:xfrm>
          <a:prstGeom prst="ellipse">
            <a:avLst/>
          </a:prstGeom>
          <a:solidFill>
            <a:srgbClr val="1E64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chemeClr val="bg1"/>
                </a:solidFill>
              </a:rPr>
              <a:t>AGV</a:t>
            </a:r>
          </a:p>
        </p:txBody>
      </p:sp>
      <p:sp>
        <p:nvSpPr>
          <p:cNvPr id="26" name="Textfeld 230">
            <a:extLst>
              <a:ext uri="{FF2B5EF4-FFF2-40B4-BE49-F238E27FC236}">
                <a16:creationId xmlns:a16="http://schemas.microsoft.com/office/drawing/2014/main" id="{5A868614-1919-94B2-BA99-D5B1E0F0E1DE}"/>
              </a:ext>
            </a:extLst>
          </p:cNvPr>
          <p:cNvSpPr txBox="1"/>
          <p:nvPr/>
        </p:nvSpPr>
        <p:spPr>
          <a:xfrm>
            <a:off x="5179369" y="2907340"/>
            <a:ext cx="724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1E643F"/>
                </a:solidFill>
              </a:rPr>
              <a:t>Push</a:t>
            </a:r>
          </a:p>
        </p:txBody>
      </p:sp>
      <p:sp>
        <p:nvSpPr>
          <p:cNvPr id="27" name="Textfeld 231">
            <a:extLst>
              <a:ext uri="{FF2B5EF4-FFF2-40B4-BE49-F238E27FC236}">
                <a16:creationId xmlns:a16="http://schemas.microsoft.com/office/drawing/2014/main" id="{9A54CC63-BA74-FAA4-A3E6-E011B8FFF3B7}"/>
              </a:ext>
            </a:extLst>
          </p:cNvPr>
          <p:cNvSpPr txBox="1"/>
          <p:nvPr/>
        </p:nvSpPr>
        <p:spPr>
          <a:xfrm>
            <a:off x="5825843" y="3290655"/>
            <a:ext cx="724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1E643F"/>
                </a:solidFill>
              </a:rPr>
              <a:t>Pull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1A3242-EF21-856B-3341-9CC8E90158B5}"/>
              </a:ext>
            </a:extLst>
          </p:cNvPr>
          <p:cNvGrpSpPr/>
          <p:nvPr/>
        </p:nvGrpSpPr>
        <p:grpSpPr>
          <a:xfrm>
            <a:off x="7032753" y="5170782"/>
            <a:ext cx="265557" cy="265557"/>
            <a:chOff x="10036932" y="5161936"/>
            <a:chExt cx="502583" cy="502583"/>
          </a:xfrm>
        </p:grpSpPr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05C9D4A6-20B4-0035-7B5F-6B1E324A08FF}"/>
                </a:ext>
              </a:extLst>
            </p:cNvPr>
            <p:cNvSpPr/>
            <p:nvPr/>
          </p:nvSpPr>
          <p:spPr>
            <a:xfrm>
              <a:off x="10036932" y="5161936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pic>
          <p:nvPicPr>
            <p:cNvPr id="56" name="Grafik 55" descr="Glocke mit einfarbiger Füllung">
              <a:extLst>
                <a:ext uri="{FF2B5EF4-FFF2-40B4-BE49-F238E27FC236}">
                  <a16:creationId xmlns:a16="http://schemas.microsoft.com/office/drawing/2014/main" id="{D9ABACC0-0EDA-D941-9073-4D758CE25C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77427" y="5199399"/>
              <a:ext cx="421593" cy="421593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6D455F03-3061-CDD7-1ECA-E7E040F65118}"/>
              </a:ext>
            </a:extLst>
          </p:cNvPr>
          <p:cNvGrpSpPr/>
          <p:nvPr/>
        </p:nvGrpSpPr>
        <p:grpSpPr>
          <a:xfrm>
            <a:off x="3333874" y="5170653"/>
            <a:ext cx="265556" cy="265556"/>
            <a:chOff x="10025552" y="2526354"/>
            <a:chExt cx="502583" cy="502583"/>
          </a:xfrm>
        </p:grpSpPr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C8FF7225-CFB9-91EA-B79A-B94DF9CB178B}"/>
                </a:ext>
              </a:extLst>
            </p:cNvPr>
            <p:cNvSpPr/>
            <p:nvPr/>
          </p:nvSpPr>
          <p:spPr>
            <a:xfrm>
              <a:off x="10025552" y="2526354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73F9B898-7E7E-E0EE-AF1A-13CB85063A2C}"/>
                </a:ext>
              </a:extLst>
            </p:cNvPr>
            <p:cNvGrpSpPr/>
            <p:nvPr/>
          </p:nvGrpSpPr>
          <p:grpSpPr>
            <a:xfrm>
              <a:off x="10090807" y="2606755"/>
              <a:ext cx="390429" cy="355600"/>
              <a:chOff x="7139884" y="1647766"/>
              <a:chExt cx="390429" cy="355600"/>
            </a:xfrm>
          </p:grpSpPr>
          <p:sp>
            <p:nvSpPr>
              <p:cNvPr id="53" name="Gleichschenkliges Dreieck 52">
                <a:extLst>
                  <a:ext uri="{FF2B5EF4-FFF2-40B4-BE49-F238E27FC236}">
                    <a16:creationId xmlns:a16="http://schemas.microsoft.com/office/drawing/2014/main" id="{98E12005-B132-F42E-8F1A-636B6EB8BEF7}"/>
                  </a:ext>
                </a:extLst>
              </p:cNvPr>
              <p:cNvSpPr/>
              <p:nvPr/>
            </p:nvSpPr>
            <p:spPr>
              <a:xfrm rot="5400000">
                <a:off x="7116313" y="1678246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4" name="Rechteck 53">
                <a:extLst>
                  <a:ext uri="{FF2B5EF4-FFF2-40B4-BE49-F238E27FC236}">
                    <a16:creationId xmlns:a16="http://schemas.microsoft.com/office/drawing/2014/main" id="{E2B6CDBC-F719-832C-C3E2-E417962A386F}"/>
                  </a:ext>
                </a:extLst>
              </p:cNvPr>
              <p:cNvSpPr/>
              <p:nvPr/>
            </p:nvSpPr>
            <p:spPr>
              <a:xfrm>
                <a:off x="7469353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C07958AB-F22B-74AF-F8C6-B34FDD9E47F1}"/>
              </a:ext>
            </a:extLst>
          </p:cNvPr>
          <p:cNvGrpSpPr/>
          <p:nvPr/>
        </p:nvGrpSpPr>
        <p:grpSpPr>
          <a:xfrm>
            <a:off x="3333695" y="4847211"/>
            <a:ext cx="265556" cy="265556"/>
            <a:chOff x="2427469" y="4157664"/>
            <a:chExt cx="337520" cy="337520"/>
          </a:xfrm>
        </p:grpSpPr>
        <p:sp>
          <p:nvSpPr>
            <p:cNvPr id="47" name="Rechteck 185">
              <a:extLst>
                <a:ext uri="{FF2B5EF4-FFF2-40B4-BE49-F238E27FC236}">
                  <a16:creationId xmlns:a16="http://schemas.microsoft.com/office/drawing/2014/main" id="{270CF2C7-0776-26D3-5BB4-FE31ED3C0B17}"/>
                </a:ext>
              </a:extLst>
            </p:cNvPr>
            <p:cNvSpPr/>
            <p:nvPr/>
          </p:nvSpPr>
          <p:spPr>
            <a:xfrm>
              <a:off x="2427469" y="4157664"/>
              <a:ext cx="337520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19A4D6FA-8535-606C-FFB9-418893E83CA8}"/>
                </a:ext>
              </a:extLst>
            </p:cNvPr>
            <p:cNvGrpSpPr/>
            <p:nvPr/>
          </p:nvGrpSpPr>
          <p:grpSpPr>
            <a:xfrm>
              <a:off x="2471327" y="4210876"/>
              <a:ext cx="264901" cy="238810"/>
              <a:chOff x="7139884" y="1647766"/>
              <a:chExt cx="394449" cy="355600"/>
            </a:xfrm>
          </p:grpSpPr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F283F0D6-2FCE-0E14-0D99-430BCC2B6504}"/>
                  </a:ext>
                </a:extLst>
              </p:cNvPr>
              <p:cNvSpPr/>
              <p:nvPr/>
            </p:nvSpPr>
            <p:spPr>
              <a:xfrm>
                <a:off x="7139884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0" name="Gleichschenkliges Dreieck 49">
                <a:extLst>
                  <a:ext uri="{FF2B5EF4-FFF2-40B4-BE49-F238E27FC236}">
                    <a16:creationId xmlns:a16="http://schemas.microsoft.com/office/drawing/2014/main" id="{41C20A07-62F5-70D4-3A4D-FF24F15E1B95}"/>
                  </a:ext>
                </a:extLst>
              </p:cNvPr>
              <p:cNvSpPr/>
              <p:nvPr/>
            </p:nvSpPr>
            <p:spPr>
              <a:xfrm rot="5400000">
                <a:off x="7216122" y="1671337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7A42EC3F-1FF4-7187-FD85-67E0FA0D7EFD}"/>
              </a:ext>
            </a:extLst>
          </p:cNvPr>
          <p:cNvGrpSpPr/>
          <p:nvPr/>
        </p:nvGrpSpPr>
        <p:grpSpPr>
          <a:xfrm>
            <a:off x="3328452" y="5497520"/>
            <a:ext cx="270799" cy="270450"/>
            <a:chOff x="2427469" y="3130607"/>
            <a:chExt cx="337956" cy="337520"/>
          </a:xfrm>
        </p:grpSpPr>
        <p:sp>
          <p:nvSpPr>
            <p:cNvPr id="43" name="Rechteck 185">
              <a:extLst>
                <a:ext uri="{FF2B5EF4-FFF2-40B4-BE49-F238E27FC236}">
                  <a16:creationId xmlns:a16="http://schemas.microsoft.com/office/drawing/2014/main" id="{07A7E4CE-E07F-6142-37B9-775F416114A0}"/>
                </a:ext>
              </a:extLst>
            </p:cNvPr>
            <p:cNvSpPr/>
            <p:nvPr/>
          </p:nvSpPr>
          <p:spPr>
            <a:xfrm>
              <a:off x="2427469" y="3130607"/>
              <a:ext cx="337956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175202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252356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2260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9425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956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73601"/>
                  </a:lnTo>
                  <a:lnTo>
                    <a:pt x="337220" y="194252"/>
                  </a:lnTo>
                  <a:cubicBezTo>
                    <a:pt x="337465" y="219970"/>
                    <a:pt x="337711" y="279026"/>
                    <a:pt x="337956" y="304744"/>
                  </a:cubicBezTo>
                  <a:cubicBezTo>
                    <a:pt x="337811" y="333132"/>
                    <a:pt x="337665" y="309132"/>
                    <a:pt x="337520" y="337520"/>
                  </a:cubicBez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8CDD59AC-B371-04F4-3334-8BBD165557E2}"/>
                </a:ext>
              </a:extLst>
            </p:cNvPr>
            <p:cNvSpPr/>
            <p:nvPr/>
          </p:nvSpPr>
          <p:spPr>
            <a:xfrm>
              <a:off x="2471292" y="3184602"/>
              <a:ext cx="40939" cy="23881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5" name="Gleichschenkliges Dreieck 44">
              <a:extLst>
                <a:ext uri="{FF2B5EF4-FFF2-40B4-BE49-F238E27FC236}">
                  <a16:creationId xmlns:a16="http://schemas.microsoft.com/office/drawing/2014/main" id="{64517D73-2DEC-345E-F330-B0B48B56A241}"/>
                </a:ext>
              </a:extLst>
            </p:cNvPr>
            <p:cNvSpPr/>
            <p:nvPr/>
          </p:nvSpPr>
          <p:spPr>
            <a:xfrm rot="5400000">
              <a:off x="2625283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6" name="Gleichschenkliges Dreieck 45">
              <a:extLst>
                <a:ext uri="{FF2B5EF4-FFF2-40B4-BE49-F238E27FC236}">
                  <a16:creationId xmlns:a16="http://schemas.microsoft.com/office/drawing/2014/main" id="{9FD62894-B77E-CC3F-B165-1F7F4BE9B2E2}"/>
                </a:ext>
              </a:extLst>
            </p:cNvPr>
            <p:cNvSpPr/>
            <p:nvPr/>
          </p:nvSpPr>
          <p:spPr>
            <a:xfrm rot="16200000">
              <a:off x="2512116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749725BD-9EDF-B654-4E21-8ECDB5D2FB87}"/>
              </a:ext>
            </a:extLst>
          </p:cNvPr>
          <p:cNvGrpSpPr/>
          <p:nvPr/>
        </p:nvGrpSpPr>
        <p:grpSpPr>
          <a:xfrm>
            <a:off x="7036300" y="4846593"/>
            <a:ext cx="265558" cy="265558"/>
            <a:chOff x="10024872" y="4520511"/>
            <a:chExt cx="502583" cy="502583"/>
          </a:xfrm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CC6D7DBA-E2E0-F07E-3C65-A218D6ABD533}"/>
                </a:ext>
              </a:extLst>
            </p:cNvPr>
            <p:cNvSpPr/>
            <p:nvPr/>
          </p:nvSpPr>
          <p:spPr>
            <a:xfrm>
              <a:off x="10024872" y="4520511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1" name="Gleichschenkliges Dreieck 40">
              <a:extLst>
                <a:ext uri="{FF2B5EF4-FFF2-40B4-BE49-F238E27FC236}">
                  <a16:creationId xmlns:a16="http://schemas.microsoft.com/office/drawing/2014/main" id="{78E42F2E-755D-842E-842C-423629381155}"/>
                </a:ext>
              </a:extLst>
            </p:cNvPr>
            <p:cNvSpPr/>
            <p:nvPr/>
          </p:nvSpPr>
          <p:spPr>
            <a:xfrm rot="5400000">
              <a:off x="10272181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2" name="Gleichschenkliges Dreieck 41">
              <a:extLst>
                <a:ext uri="{FF2B5EF4-FFF2-40B4-BE49-F238E27FC236}">
                  <a16:creationId xmlns:a16="http://schemas.microsoft.com/office/drawing/2014/main" id="{C63ED4A0-BB67-877B-4CAA-25FFC386001A}"/>
                </a:ext>
              </a:extLst>
            </p:cNvPr>
            <p:cNvSpPr/>
            <p:nvPr/>
          </p:nvSpPr>
          <p:spPr>
            <a:xfrm rot="16200000">
              <a:off x="10045612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33" name="Textfeld 240">
            <a:extLst>
              <a:ext uri="{FF2B5EF4-FFF2-40B4-BE49-F238E27FC236}">
                <a16:creationId xmlns:a16="http://schemas.microsoft.com/office/drawing/2014/main" id="{C908C91A-833E-A84A-7B74-05D23A858394}"/>
              </a:ext>
            </a:extLst>
          </p:cNvPr>
          <p:cNvSpPr txBox="1"/>
          <p:nvPr/>
        </p:nvSpPr>
        <p:spPr>
          <a:xfrm>
            <a:off x="3566355" y="4804677"/>
            <a:ext cx="1741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>
                <a:solidFill>
                  <a:schemeClr val="accent1">
                    <a:lumMod val="75000"/>
                  </a:schemeClr>
                </a:solidFill>
              </a:rPr>
              <a:t>Outbound-Knoten</a:t>
            </a:r>
          </a:p>
        </p:txBody>
      </p:sp>
      <p:sp>
        <p:nvSpPr>
          <p:cNvPr id="34" name="Textfeld 241">
            <a:extLst>
              <a:ext uri="{FF2B5EF4-FFF2-40B4-BE49-F238E27FC236}">
                <a16:creationId xmlns:a16="http://schemas.microsoft.com/office/drawing/2014/main" id="{5CFEDA7B-2614-28F8-F7C4-E64C26B32C3E}"/>
              </a:ext>
            </a:extLst>
          </p:cNvPr>
          <p:cNvSpPr txBox="1"/>
          <p:nvPr/>
        </p:nvSpPr>
        <p:spPr>
          <a:xfrm>
            <a:off x="3566356" y="5134332"/>
            <a:ext cx="1660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>
                <a:solidFill>
                  <a:schemeClr val="accent1">
                    <a:lumMod val="75000"/>
                  </a:schemeClr>
                </a:solidFill>
              </a:rPr>
              <a:t>Inbound-Knoten</a:t>
            </a:r>
          </a:p>
        </p:txBody>
      </p:sp>
      <p:sp>
        <p:nvSpPr>
          <p:cNvPr id="35" name="Textfeld 242">
            <a:extLst>
              <a:ext uri="{FF2B5EF4-FFF2-40B4-BE49-F238E27FC236}">
                <a16:creationId xmlns:a16="http://schemas.microsoft.com/office/drawing/2014/main" id="{333010B7-4A38-7978-57DC-12451E1B2854}"/>
              </a:ext>
            </a:extLst>
          </p:cNvPr>
          <p:cNvSpPr txBox="1"/>
          <p:nvPr/>
        </p:nvSpPr>
        <p:spPr>
          <a:xfrm>
            <a:off x="3548658" y="5463468"/>
            <a:ext cx="1957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In/</a:t>
            </a:r>
            <a:r>
              <a:rPr lang="de-DE" sz="1600" dirty="0">
                <a:solidFill>
                  <a:schemeClr val="accent1">
                    <a:lumMod val="75000"/>
                  </a:schemeClr>
                </a:solidFill>
              </a:rPr>
              <a:t>Outbound-Knoten</a:t>
            </a:r>
          </a:p>
        </p:txBody>
      </p:sp>
      <p:sp>
        <p:nvSpPr>
          <p:cNvPr id="36" name="Textfeld 243">
            <a:extLst>
              <a:ext uri="{FF2B5EF4-FFF2-40B4-BE49-F238E27FC236}">
                <a16:creationId xmlns:a16="http://schemas.microsoft.com/office/drawing/2014/main" id="{7FAB1A81-0FD1-DA94-94B4-C95C65614C69}"/>
              </a:ext>
            </a:extLst>
          </p:cNvPr>
          <p:cNvSpPr txBox="1"/>
          <p:nvPr/>
        </p:nvSpPr>
        <p:spPr>
          <a:xfrm>
            <a:off x="7261278" y="4795778"/>
            <a:ext cx="1737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>
                <a:solidFill>
                  <a:schemeClr val="accent1">
                    <a:lumMod val="75000"/>
                  </a:schemeClr>
                </a:solidFill>
              </a:rPr>
              <a:t>Processing-Knoten</a:t>
            </a:r>
          </a:p>
        </p:txBody>
      </p:sp>
      <p:sp>
        <p:nvSpPr>
          <p:cNvPr id="37" name="Textfeld 244">
            <a:extLst>
              <a:ext uri="{FF2B5EF4-FFF2-40B4-BE49-F238E27FC236}">
                <a16:creationId xmlns:a16="http://schemas.microsoft.com/office/drawing/2014/main" id="{F2310B73-BB5C-B74D-3C5B-4583DE424BDD}"/>
              </a:ext>
            </a:extLst>
          </p:cNvPr>
          <p:cNvSpPr txBox="1"/>
          <p:nvPr/>
        </p:nvSpPr>
        <p:spPr>
          <a:xfrm>
            <a:off x="7261279" y="5125433"/>
            <a:ext cx="1660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>
                <a:solidFill>
                  <a:schemeClr val="accent1">
                    <a:lumMod val="75000"/>
                  </a:schemeClr>
                </a:solidFill>
              </a:rPr>
              <a:t>Order-Knoten</a:t>
            </a: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A1963A40-402A-4249-4B35-E14573FAF006}"/>
              </a:ext>
            </a:extLst>
          </p:cNvPr>
          <p:cNvSpPr/>
          <p:nvPr/>
        </p:nvSpPr>
        <p:spPr>
          <a:xfrm>
            <a:off x="3213187" y="4798135"/>
            <a:ext cx="2163679" cy="1003888"/>
          </a:xfrm>
          <a:prstGeom prst="rect">
            <a:avLst/>
          </a:prstGeom>
          <a:solidFill>
            <a:schemeClr val="bg1">
              <a:lumMod val="85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402DF2AE-22D5-1246-C0F9-133E172F8CA9}"/>
              </a:ext>
            </a:extLst>
          </p:cNvPr>
          <p:cNvSpPr/>
          <p:nvPr/>
        </p:nvSpPr>
        <p:spPr>
          <a:xfrm>
            <a:off x="6931892" y="4785503"/>
            <a:ext cx="2066282" cy="1049213"/>
          </a:xfrm>
          <a:prstGeom prst="rect">
            <a:avLst/>
          </a:prstGeom>
          <a:solidFill>
            <a:schemeClr val="bg1">
              <a:lumMod val="85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de-DE" sz="16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3737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9D5F8C4F-7FD5-8750-F6BD-6A2B99BCF7BA}"/>
              </a:ext>
            </a:extLst>
          </p:cNvPr>
          <p:cNvSpPr/>
          <p:nvPr/>
        </p:nvSpPr>
        <p:spPr>
          <a:xfrm>
            <a:off x="1644771" y="1322755"/>
            <a:ext cx="5227625" cy="38556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LEA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0D050C1-45CB-4E84-5194-97C96416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2DE00C2-C162-C6B0-0F12-4E4A08BA7D45}"/>
              </a:ext>
            </a:extLst>
          </p:cNvPr>
          <p:cNvSpPr/>
          <p:nvPr/>
        </p:nvSpPr>
        <p:spPr bwMode="auto">
          <a:xfrm>
            <a:off x="1989882" y="1742679"/>
            <a:ext cx="4697618" cy="1725447"/>
          </a:xfrm>
          <a:prstGeom prst="rect">
            <a:avLst/>
          </a:prstGeom>
          <a:solidFill>
            <a:srgbClr val="F9E1E9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t" anchorCtr="0">
            <a:noAutofit/>
          </a:bodyPr>
          <a:lstStyle/>
          <a:p>
            <a:pPr algn="ctr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r>
              <a:rPr lang="de-DE" sz="1800" b="0" i="0" u="none" baseline="0" dirty="0"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MTP-Dienst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0E34B95-278B-2868-B704-E8463B6A7465}"/>
              </a:ext>
            </a:extLst>
          </p:cNvPr>
          <p:cNvSpPr/>
          <p:nvPr/>
        </p:nvSpPr>
        <p:spPr>
          <a:xfrm>
            <a:off x="2198227" y="3910930"/>
            <a:ext cx="1920387" cy="102304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72000" rIns="108000" bIns="7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Native Software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ADFA1C0-D858-AD77-4C03-289926A6FBE3}"/>
              </a:ext>
            </a:extLst>
          </p:cNvPr>
          <p:cNvSpPr/>
          <p:nvPr/>
        </p:nvSpPr>
        <p:spPr>
          <a:xfrm>
            <a:off x="2198227" y="2227525"/>
            <a:ext cx="1920387" cy="102304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08000" tIns="72000" rIns="108000" bIns="7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kern="0" dirty="0">
                <a:solidFill>
                  <a:prstClr val="white"/>
                </a:solidFill>
                <a:latin typeface="Arial"/>
              </a:rPr>
              <a:t>Verpackungs-Funktionalität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Ellipse 64">
            <a:extLst>
              <a:ext uri="{FF2B5EF4-FFF2-40B4-BE49-F238E27FC236}">
                <a16:creationId xmlns:a16="http://schemas.microsoft.com/office/drawing/2014/main" id="{65B5A719-29DA-C90A-0535-4F70187B133B}"/>
              </a:ext>
            </a:extLst>
          </p:cNvPr>
          <p:cNvSpPr/>
          <p:nvPr/>
        </p:nvSpPr>
        <p:spPr bwMode="auto">
          <a:xfrm>
            <a:off x="3096927" y="3655526"/>
            <a:ext cx="122988" cy="122988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0" name="Gerader Verbinder 65">
            <a:extLst>
              <a:ext uri="{FF2B5EF4-FFF2-40B4-BE49-F238E27FC236}">
                <a16:creationId xmlns:a16="http://schemas.microsoft.com/office/drawing/2014/main" id="{83D836B9-D09E-1BE6-AB2C-80A778FFDCB3}"/>
              </a:ext>
            </a:extLst>
          </p:cNvPr>
          <p:cNvCxnSpPr>
            <a:cxnSpLocks/>
            <a:stCxn id="9" idx="4"/>
            <a:endCxn id="4" idx="0"/>
          </p:cNvCxnSpPr>
          <p:nvPr/>
        </p:nvCxnSpPr>
        <p:spPr bwMode="auto">
          <a:xfrm>
            <a:off x="3158421" y="3778514"/>
            <a:ext cx="0" cy="132416"/>
          </a:xfrm>
          <a:prstGeom prst="line">
            <a:avLst/>
          </a:prstGeom>
          <a:solidFill>
            <a:schemeClr val="tx2"/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Freihandform: Form 66">
            <a:extLst>
              <a:ext uri="{FF2B5EF4-FFF2-40B4-BE49-F238E27FC236}">
                <a16:creationId xmlns:a16="http://schemas.microsoft.com/office/drawing/2014/main" id="{905ADB53-447D-C130-694D-A24B120FBE5D}"/>
              </a:ext>
            </a:extLst>
          </p:cNvPr>
          <p:cNvSpPr/>
          <p:nvPr/>
        </p:nvSpPr>
        <p:spPr bwMode="auto">
          <a:xfrm>
            <a:off x="3044121" y="3602720"/>
            <a:ext cx="228600" cy="114300"/>
          </a:xfrm>
          <a:custGeom>
            <a:avLst/>
            <a:gdLst>
              <a:gd name="connsiteX0" fmla="*/ 114300 w 228600"/>
              <a:gd name="connsiteY0" fmla="*/ 0 h 114300"/>
              <a:gd name="connsiteX1" fmla="*/ 228600 w 228600"/>
              <a:gd name="connsiteY1" fmla="*/ 114300 h 114300"/>
              <a:gd name="connsiteX2" fmla="*/ 209550 w 228600"/>
              <a:gd name="connsiteY2" fmla="*/ 114300 h 114300"/>
              <a:gd name="connsiteX3" fmla="*/ 114300 w 228600"/>
              <a:gd name="connsiteY3" fmla="*/ 19050 h 114300"/>
              <a:gd name="connsiteX4" fmla="*/ 19050 w 228600"/>
              <a:gd name="connsiteY4" fmla="*/ 114300 h 114300"/>
              <a:gd name="connsiteX5" fmla="*/ 0 w 228600"/>
              <a:gd name="connsiteY5" fmla="*/ 114300 h 114300"/>
              <a:gd name="connsiteX6" fmla="*/ 114300 w 228600"/>
              <a:gd name="connsiteY6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600" h="114300">
                <a:moveTo>
                  <a:pt x="114300" y="0"/>
                </a:moveTo>
                <a:cubicBezTo>
                  <a:pt x="177426" y="0"/>
                  <a:pt x="228600" y="51174"/>
                  <a:pt x="228600" y="114300"/>
                </a:cubicBezTo>
                <a:lnTo>
                  <a:pt x="209550" y="114300"/>
                </a:lnTo>
                <a:cubicBezTo>
                  <a:pt x="209550" y="61695"/>
                  <a:pt x="166905" y="19050"/>
                  <a:pt x="114300" y="19050"/>
                </a:cubicBezTo>
                <a:cubicBezTo>
                  <a:pt x="61695" y="19050"/>
                  <a:pt x="19050" y="61695"/>
                  <a:pt x="1905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2" name="Gerader Verbinder 67">
            <a:extLst>
              <a:ext uri="{FF2B5EF4-FFF2-40B4-BE49-F238E27FC236}">
                <a16:creationId xmlns:a16="http://schemas.microsoft.com/office/drawing/2014/main" id="{532A02D7-3299-6984-D386-D4737CDAF436}"/>
              </a:ext>
            </a:extLst>
          </p:cNvPr>
          <p:cNvCxnSpPr>
            <a:cxnSpLocks/>
            <a:endCxn id="11" idx="0"/>
          </p:cNvCxnSpPr>
          <p:nvPr/>
        </p:nvCxnSpPr>
        <p:spPr bwMode="auto">
          <a:xfrm>
            <a:off x="3158421" y="3468126"/>
            <a:ext cx="0" cy="134594"/>
          </a:xfrm>
          <a:prstGeom prst="line">
            <a:avLst/>
          </a:prstGeom>
          <a:solidFill>
            <a:schemeClr val="tx2"/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Ellipse 64">
            <a:extLst>
              <a:ext uri="{FF2B5EF4-FFF2-40B4-BE49-F238E27FC236}">
                <a16:creationId xmlns:a16="http://schemas.microsoft.com/office/drawing/2014/main" id="{FECFE018-F8C2-49DA-B6CD-196C761599D5}"/>
              </a:ext>
            </a:extLst>
          </p:cNvPr>
          <p:cNvSpPr/>
          <p:nvPr/>
        </p:nvSpPr>
        <p:spPr bwMode="auto">
          <a:xfrm rot="16200000">
            <a:off x="4311390" y="2677550"/>
            <a:ext cx="122988" cy="122988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5" name="Gerader Verbinder 65">
            <a:extLst>
              <a:ext uri="{FF2B5EF4-FFF2-40B4-BE49-F238E27FC236}">
                <a16:creationId xmlns:a16="http://schemas.microsoft.com/office/drawing/2014/main" id="{993C7D4C-B91A-F2CE-30DB-7C36CA70A8FA}"/>
              </a:ext>
            </a:extLst>
          </p:cNvPr>
          <p:cNvCxnSpPr>
            <a:cxnSpLocks/>
            <a:stCxn id="14" idx="4"/>
          </p:cNvCxnSpPr>
          <p:nvPr/>
        </p:nvCxnSpPr>
        <p:spPr bwMode="auto">
          <a:xfrm flipV="1">
            <a:off x="4434378" y="2739043"/>
            <a:ext cx="103962" cy="1"/>
          </a:xfrm>
          <a:prstGeom prst="line">
            <a:avLst/>
          </a:prstGeom>
          <a:solidFill>
            <a:schemeClr val="tx2"/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Freihandform: Form 66">
            <a:extLst>
              <a:ext uri="{FF2B5EF4-FFF2-40B4-BE49-F238E27FC236}">
                <a16:creationId xmlns:a16="http://schemas.microsoft.com/office/drawing/2014/main" id="{26B779B0-FAA8-7904-F295-557269C7B14B}"/>
              </a:ext>
            </a:extLst>
          </p:cNvPr>
          <p:cNvSpPr/>
          <p:nvPr/>
        </p:nvSpPr>
        <p:spPr bwMode="auto">
          <a:xfrm rot="16200000">
            <a:off x="4201434" y="2681894"/>
            <a:ext cx="228600" cy="114300"/>
          </a:xfrm>
          <a:custGeom>
            <a:avLst/>
            <a:gdLst>
              <a:gd name="connsiteX0" fmla="*/ 114300 w 228600"/>
              <a:gd name="connsiteY0" fmla="*/ 0 h 114300"/>
              <a:gd name="connsiteX1" fmla="*/ 228600 w 228600"/>
              <a:gd name="connsiteY1" fmla="*/ 114300 h 114300"/>
              <a:gd name="connsiteX2" fmla="*/ 209550 w 228600"/>
              <a:gd name="connsiteY2" fmla="*/ 114300 h 114300"/>
              <a:gd name="connsiteX3" fmla="*/ 114300 w 228600"/>
              <a:gd name="connsiteY3" fmla="*/ 19050 h 114300"/>
              <a:gd name="connsiteX4" fmla="*/ 19050 w 228600"/>
              <a:gd name="connsiteY4" fmla="*/ 114300 h 114300"/>
              <a:gd name="connsiteX5" fmla="*/ 0 w 228600"/>
              <a:gd name="connsiteY5" fmla="*/ 114300 h 114300"/>
              <a:gd name="connsiteX6" fmla="*/ 114300 w 228600"/>
              <a:gd name="connsiteY6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600" h="114300">
                <a:moveTo>
                  <a:pt x="114300" y="0"/>
                </a:moveTo>
                <a:cubicBezTo>
                  <a:pt x="177426" y="0"/>
                  <a:pt x="228600" y="51174"/>
                  <a:pt x="228600" y="114300"/>
                </a:cubicBezTo>
                <a:lnTo>
                  <a:pt x="209550" y="114300"/>
                </a:lnTo>
                <a:cubicBezTo>
                  <a:pt x="209550" y="61695"/>
                  <a:pt x="166905" y="19050"/>
                  <a:pt x="114300" y="19050"/>
                </a:cubicBezTo>
                <a:cubicBezTo>
                  <a:pt x="61695" y="19050"/>
                  <a:pt x="19050" y="61695"/>
                  <a:pt x="1905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7" name="Gerader Verbinder 67">
            <a:extLst>
              <a:ext uri="{FF2B5EF4-FFF2-40B4-BE49-F238E27FC236}">
                <a16:creationId xmlns:a16="http://schemas.microsoft.com/office/drawing/2014/main" id="{7217771C-E6DA-DB51-6CB7-DE0635A4EDC3}"/>
              </a:ext>
            </a:extLst>
          </p:cNvPr>
          <p:cNvCxnSpPr>
            <a:cxnSpLocks/>
            <a:stCxn id="5" idx="3"/>
            <a:endCxn id="16" idx="0"/>
          </p:cNvCxnSpPr>
          <p:nvPr/>
        </p:nvCxnSpPr>
        <p:spPr bwMode="auto">
          <a:xfrm flipV="1">
            <a:off x="4118614" y="2739044"/>
            <a:ext cx="139970" cy="2"/>
          </a:xfrm>
          <a:prstGeom prst="line">
            <a:avLst/>
          </a:prstGeom>
          <a:solidFill>
            <a:schemeClr val="tx2"/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3" name="Grafik 22" descr="Ein Bild, das Grafiken, Design, Pixel enthält.&#10;&#10;Automatisch generierte Beschreibung">
            <a:extLst>
              <a:ext uri="{FF2B5EF4-FFF2-40B4-BE49-F238E27FC236}">
                <a16:creationId xmlns:a16="http://schemas.microsoft.com/office/drawing/2014/main" id="{9EFC1D88-0BCD-C724-58AA-A24D4CECC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253" y="1333835"/>
            <a:ext cx="1120770" cy="1023041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AC462904-FAF8-3FA1-364D-41E59DD5C4C7}"/>
              </a:ext>
            </a:extLst>
          </p:cNvPr>
          <p:cNvSpPr/>
          <p:nvPr/>
        </p:nvSpPr>
        <p:spPr>
          <a:xfrm>
            <a:off x="4622639" y="2154967"/>
            <a:ext cx="1920387" cy="1023041"/>
          </a:xfrm>
          <a:prstGeom prst="rect">
            <a:avLst/>
          </a:prstGeom>
          <a:solidFill>
            <a:srgbClr val="901C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72000" rIns="0" bIns="7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kern="0" dirty="0">
                <a:solidFill>
                  <a:prstClr val="white"/>
                </a:solidFill>
                <a:latin typeface="Arial"/>
              </a:rPr>
              <a:t>Transportknoten-Baustein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9C955C8-109C-FEF4-86E6-82BA19452251}"/>
              </a:ext>
            </a:extLst>
          </p:cNvPr>
          <p:cNvSpPr/>
          <p:nvPr/>
        </p:nvSpPr>
        <p:spPr>
          <a:xfrm>
            <a:off x="4538341" y="2227524"/>
            <a:ext cx="1920387" cy="1023041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72000" rIns="0" bIns="7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kern="0" dirty="0">
                <a:solidFill>
                  <a:prstClr val="white"/>
                </a:solidFill>
                <a:latin typeface="Arial"/>
              </a:rPr>
              <a:t>Transportknoten-Baustein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(TK-Baustein)</a:t>
            </a:r>
          </a:p>
        </p:txBody>
      </p:sp>
    </p:spTree>
    <p:extLst>
      <p:ext uri="{BB962C8B-B14F-4D97-AF65-F5344CB8AC3E}">
        <p14:creationId xmlns:p14="http://schemas.microsoft.com/office/powerpoint/2010/main" val="8247308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87519-492D-3D8E-ED1B-45AA32C9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8B5B1ED-CF73-7DEB-D7ED-CBFCF9C8B91B}"/>
              </a:ext>
            </a:extLst>
          </p:cNvPr>
          <p:cNvSpPr/>
          <p:nvPr/>
        </p:nvSpPr>
        <p:spPr>
          <a:xfrm>
            <a:off x="491148" y="452212"/>
            <a:ext cx="11201398" cy="56132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>
                <a:solidFill>
                  <a:srgbClr val="4F4546"/>
                </a:solidFill>
              </a:rPr>
              <a:t>Modulares Logistisches System (Modular Logistics System, </a:t>
            </a:r>
            <a:r>
              <a:rPr lang="de-DE" b="1" dirty="0">
                <a:solidFill>
                  <a:srgbClr val="4F4546"/>
                </a:solidFill>
              </a:rPr>
              <a:t>MLS</a:t>
            </a:r>
            <a:r>
              <a:rPr lang="de-DE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C96399D-83C7-8D3C-4508-1ACA6CE44703}"/>
              </a:ext>
            </a:extLst>
          </p:cNvPr>
          <p:cNvSpPr/>
          <p:nvPr/>
        </p:nvSpPr>
        <p:spPr>
          <a:xfrm>
            <a:off x="582412" y="1044293"/>
            <a:ext cx="11014884" cy="46747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de-DE" dirty="0">
                <a:solidFill>
                  <a:srgbClr val="4F4546"/>
                </a:solidFill>
              </a:rPr>
              <a:t>Logistikbereich </a:t>
            </a:r>
          </a:p>
          <a:p>
            <a:r>
              <a:rPr lang="de-DE" dirty="0">
                <a:solidFill>
                  <a:srgbClr val="4F4546"/>
                </a:solidFill>
              </a:rPr>
              <a:t>(Logistics Area, </a:t>
            </a:r>
            <a:r>
              <a:rPr lang="de-DE" b="1" dirty="0">
                <a:solidFill>
                  <a:srgbClr val="4F4546"/>
                </a:solidFill>
              </a:rPr>
              <a:t>LA</a:t>
            </a:r>
            <a:r>
              <a:rPr lang="de-DE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C9EB69E-0DEA-C5B3-0174-B88C5BD10AE6}"/>
              </a:ext>
            </a:extLst>
          </p:cNvPr>
          <p:cNvSpPr/>
          <p:nvPr/>
        </p:nvSpPr>
        <p:spPr>
          <a:xfrm>
            <a:off x="582411" y="535198"/>
            <a:ext cx="11014885" cy="41820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Logistics</a:t>
            </a:r>
            <a:r>
              <a:rPr lang="de-DE" dirty="0">
                <a:solidFill>
                  <a:schemeClr val="bg1"/>
                </a:solidFill>
              </a:rPr>
              <a:t> Orchestration Layer </a:t>
            </a:r>
            <a:r>
              <a:rPr lang="de-DE" b="1" dirty="0">
                <a:solidFill>
                  <a:schemeClr val="bg1"/>
                </a:solidFill>
              </a:rPr>
              <a:t>(LOL)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FFB1D06-2BFA-081B-D5FD-FB1E3BD91B34}"/>
              </a:ext>
            </a:extLst>
          </p:cNvPr>
          <p:cNvSpPr/>
          <p:nvPr/>
        </p:nvSpPr>
        <p:spPr>
          <a:xfrm>
            <a:off x="718192" y="1157980"/>
            <a:ext cx="6133475" cy="1592141"/>
          </a:xfrm>
          <a:prstGeom prst="rect">
            <a:avLst/>
          </a:prstGeom>
          <a:solidFill>
            <a:srgbClr val="E0F5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dirty="0">
                <a:solidFill>
                  <a:srgbClr val="4F4546"/>
                </a:solidFill>
              </a:rPr>
              <a:t>Logistiklinie (Logistics Line, </a:t>
            </a:r>
            <a:r>
              <a:rPr lang="de-DE" b="1" dirty="0">
                <a:solidFill>
                  <a:srgbClr val="4F4546"/>
                </a:solidFill>
              </a:rPr>
              <a:t>LL</a:t>
            </a:r>
            <a:r>
              <a:rPr lang="de-DE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1D07DD3E-7D4F-A977-F79F-6363CB027ABD}"/>
              </a:ext>
            </a:extLst>
          </p:cNvPr>
          <p:cNvSpPr/>
          <p:nvPr/>
        </p:nvSpPr>
        <p:spPr>
          <a:xfrm>
            <a:off x="2578786" y="1941968"/>
            <a:ext cx="2365101" cy="22860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4F4546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1B45D2D-2C18-C385-857A-039CB713698A}"/>
              </a:ext>
            </a:extLst>
          </p:cNvPr>
          <p:cNvSpPr/>
          <p:nvPr/>
        </p:nvSpPr>
        <p:spPr>
          <a:xfrm>
            <a:off x="889133" y="1504648"/>
            <a:ext cx="1689653" cy="11032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4F4546"/>
                </a:solidFill>
              </a:rPr>
              <a:t>Form Fill Seal (FFS)-Maschine </a:t>
            </a:r>
            <a:r>
              <a:rPr lang="de-DE" b="1" dirty="0">
                <a:solidFill>
                  <a:srgbClr val="4F4546"/>
                </a:solidFill>
              </a:rPr>
              <a:t>(FFS)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48B70D4-9945-0354-86D1-D8ED26B48A4E}"/>
              </a:ext>
            </a:extLst>
          </p:cNvPr>
          <p:cNvSpPr/>
          <p:nvPr/>
        </p:nvSpPr>
        <p:spPr>
          <a:xfrm>
            <a:off x="2931480" y="1504648"/>
            <a:ext cx="1689653" cy="11032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Transportband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(CONV1)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3F6E584-A0AB-D09D-0ECA-80FE7F4509FD}"/>
              </a:ext>
            </a:extLst>
          </p:cNvPr>
          <p:cNvSpPr/>
          <p:nvPr/>
        </p:nvSpPr>
        <p:spPr>
          <a:xfrm>
            <a:off x="4943887" y="1504647"/>
            <a:ext cx="1736448" cy="11032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4F4546"/>
                </a:solidFill>
              </a:rPr>
              <a:t>Lagen-</a:t>
            </a:r>
          </a:p>
          <a:p>
            <a:pPr algn="ctr"/>
            <a:r>
              <a:rPr lang="de-DE" dirty="0">
                <a:solidFill>
                  <a:srgbClr val="4F4546"/>
                </a:solidFill>
              </a:rPr>
              <a:t>Palettierer </a:t>
            </a:r>
          </a:p>
          <a:p>
            <a:pPr algn="ctr"/>
            <a:r>
              <a:rPr lang="de-DE" b="1" dirty="0">
                <a:solidFill>
                  <a:srgbClr val="4F4546"/>
                </a:solidFill>
              </a:rPr>
              <a:t>(PAL)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149DFD8-FD32-6857-41F4-640849AB1C24}"/>
              </a:ext>
            </a:extLst>
          </p:cNvPr>
          <p:cNvSpPr/>
          <p:nvPr/>
        </p:nvSpPr>
        <p:spPr>
          <a:xfrm>
            <a:off x="2931480" y="3179818"/>
            <a:ext cx="1689653" cy="1103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Folienblatt-Aufleger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(FOS)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C203372-885A-1753-37BC-B6CE5E7408F5}"/>
              </a:ext>
            </a:extLst>
          </p:cNvPr>
          <p:cNvSpPr/>
          <p:nvPr/>
        </p:nvSpPr>
        <p:spPr>
          <a:xfrm>
            <a:off x="9583114" y="2413862"/>
            <a:ext cx="1689653" cy="1103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Kennzeichner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(LABEL)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86258418-D5B4-2F29-BBFB-598286A69BD7}"/>
              </a:ext>
            </a:extLst>
          </p:cNvPr>
          <p:cNvSpPr/>
          <p:nvPr/>
        </p:nvSpPr>
        <p:spPr>
          <a:xfrm>
            <a:off x="5354274" y="3874688"/>
            <a:ext cx="6133475" cy="1592141"/>
          </a:xfrm>
          <a:prstGeom prst="rect">
            <a:avLst/>
          </a:prstGeom>
          <a:solidFill>
            <a:srgbClr val="F9DF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de-DE" dirty="0">
                <a:solidFill>
                  <a:srgbClr val="4F4546"/>
                </a:solidFill>
              </a:rPr>
              <a:t>Logistiklinie (Logistics Line, </a:t>
            </a:r>
            <a:r>
              <a:rPr lang="de-DE" b="1" dirty="0">
                <a:solidFill>
                  <a:srgbClr val="4F4546"/>
                </a:solidFill>
              </a:rPr>
              <a:t>LL</a:t>
            </a:r>
            <a:r>
              <a:rPr lang="de-DE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38" name="Pfeil: nach rechts 37">
            <a:extLst>
              <a:ext uri="{FF2B5EF4-FFF2-40B4-BE49-F238E27FC236}">
                <a16:creationId xmlns:a16="http://schemas.microsoft.com/office/drawing/2014/main" id="{937FBD3D-5BD8-6CE4-BF4C-923DCA820E5D}"/>
              </a:ext>
            </a:extLst>
          </p:cNvPr>
          <p:cNvSpPr/>
          <p:nvPr/>
        </p:nvSpPr>
        <p:spPr>
          <a:xfrm>
            <a:off x="7214868" y="4458651"/>
            <a:ext cx="2365101" cy="22860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4F4546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49A0D7EB-BDC8-661B-1CAB-604516EC9220}"/>
              </a:ext>
            </a:extLst>
          </p:cNvPr>
          <p:cNvSpPr/>
          <p:nvPr/>
        </p:nvSpPr>
        <p:spPr>
          <a:xfrm>
            <a:off x="5525215" y="4021331"/>
            <a:ext cx="1689653" cy="1103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4F4546"/>
                </a:solidFill>
              </a:rPr>
              <a:t>Oktabin-</a:t>
            </a:r>
          </a:p>
          <a:p>
            <a:pPr algn="ctr"/>
            <a:r>
              <a:rPr lang="de-DE" dirty="0">
                <a:solidFill>
                  <a:srgbClr val="4F4546"/>
                </a:solidFill>
              </a:rPr>
              <a:t>Abfüllung</a:t>
            </a:r>
          </a:p>
          <a:p>
            <a:pPr algn="ctr"/>
            <a:r>
              <a:rPr lang="de-DE" b="1" dirty="0">
                <a:solidFill>
                  <a:srgbClr val="4F4546"/>
                </a:solidFill>
              </a:rPr>
              <a:t>(</a:t>
            </a:r>
            <a:r>
              <a:rPr lang="de-DE" b="1" dirty="0" err="1">
                <a:solidFill>
                  <a:srgbClr val="4F4546"/>
                </a:solidFill>
              </a:rPr>
              <a:t>OFill</a:t>
            </a:r>
            <a:r>
              <a:rPr lang="de-DE" b="1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DD6D5C3-3878-C6BE-4A4E-A8EEBB25ECA2}"/>
              </a:ext>
            </a:extLst>
          </p:cNvPr>
          <p:cNvSpPr/>
          <p:nvPr/>
        </p:nvSpPr>
        <p:spPr>
          <a:xfrm>
            <a:off x="7567562" y="4021331"/>
            <a:ext cx="1689653" cy="1103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Transportband </a:t>
            </a: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(CONV2)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557AF3C3-BF57-70EA-D14E-B26625A97CF9}"/>
              </a:ext>
            </a:extLst>
          </p:cNvPr>
          <p:cNvSpPr/>
          <p:nvPr/>
        </p:nvSpPr>
        <p:spPr>
          <a:xfrm>
            <a:off x="9579969" y="4021330"/>
            <a:ext cx="1736448" cy="1103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4F4546"/>
                </a:solidFill>
              </a:rPr>
              <a:t>Verschweiß-Station</a:t>
            </a:r>
          </a:p>
          <a:p>
            <a:pPr algn="ctr"/>
            <a:r>
              <a:rPr lang="de-DE" b="1" dirty="0">
                <a:solidFill>
                  <a:srgbClr val="4F4546"/>
                </a:solidFill>
              </a:rPr>
              <a:t>(</a:t>
            </a:r>
            <a:r>
              <a:rPr lang="de-DE" b="1" dirty="0" err="1">
                <a:solidFill>
                  <a:srgbClr val="4F4546"/>
                </a:solidFill>
              </a:rPr>
              <a:t>OSeal</a:t>
            </a:r>
            <a:r>
              <a:rPr lang="de-DE" b="1" dirty="0">
                <a:solidFill>
                  <a:srgbClr val="4F4546"/>
                </a:solidFill>
              </a:rPr>
              <a:t>)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71341213-58FD-E9D5-EEE1-7B552D87EB22}"/>
              </a:ext>
            </a:extLst>
          </p:cNvPr>
          <p:cNvSpPr/>
          <p:nvPr/>
        </p:nvSpPr>
        <p:spPr>
          <a:xfrm>
            <a:off x="2927564" y="4353403"/>
            <a:ext cx="1689653" cy="11032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Oktabin-Aufrichtstation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(OAU)</a:t>
            </a:r>
          </a:p>
        </p:txBody>
      </p:sp>
      <p:cxnSp>
        <p:nvCxnSpPr>
          <p:cNvPr id="63" name="Verbinder: gewinkelt 62">
            <a:extLst>
              <a:ext uri="{FF2B5EF4-FFF2-40B4-BE49-F238E27FC236}">
                <a16:creationId xmlns:a16="http://schemas.microsoft.com/office/drawing/2014/main" id="{E732E582-CFFD-86B9-EFBC-D8416489747F}"/>
              </a:ext>
            </a:extLst>
          </p:cNvPr>
          <p:cNvCxnSpPr>
            <a:cxnSpLocks/>
            <a:endCxn id="94" idx="1"/>
          </p:cNvCxnSpPr>
          <p:nvPr/>
        </p:nvCxnSpPr>
        <p:spPr>
          <a:xfrm>
            <a:off x="1505360" y="4279497"/>
            <a:ext cx="1307819" cy="622483"/>
          </a:xfrm>
          <a:prstGeom prst="bentConnector3">
            <a:avLst>
              <a:gd name="adj1" fmla="val 1385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hteck 65">
            <a:extLst>
              <a:ext uri="{FF2B5EF4-FFF2-40B4-BE49-F238E27FC236}">
                <a16:creationId xmlns:a16="http://schemas.microsoft.com/office/drawing/2014/main" id="{754CCF6F-FDA2-68A8-6EE8-D662985FAB61}"/>
              </a:ext>
            </a:extLst>
          </p:cNvPr>
          <p:cNvSpPr/>
          <p:nvPr/>
        </p:nvSpPr>
        <p:spPr>
          <a:xfrm>
            <a:off x="978433" y="3090848"/>
            <a:ext cx="1689653" cy="1103243"/>
          </a:xfrm>
          <a:prstGeom prst="rect">
            <a:avLst/>
          </a:prstGeom>
          <a:solidFill>
            <a:srgbClr val="E789A6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Paletten-</a:t>
            </a:r>
            <a:r>
              <a:rPr kumimoji="0" lang="de-DE" b="0" i="0" u="none" strike="noStrike" kern="1200" cap="none" spc="0" normalizeH="0" baseline="0" noProof="0" dirty="0" err="1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Vereinzeler</a:t>
            </a:r>
            <a:endParaRPr kumimoji="0" lang="de-DE" b="0" i="0" u="none" strike="noStrike" kern="1200" cap="none" spc="0" normalizeH="0" baseline="0" noProof="0" dirty="0">
              <a:ln>
                <a:noFill/>
              </a:ln>
              <a:solidFill>
                <a:srgbClr val="4F454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(LEA)</a:t>
            </a:r>
          </a:p>
        </p:txBody>
      </p:sp>
      <p:cxnSp>
        <p:nvCxnSpPr>
          <p:cNvPr id="48" name="Verbinder: gewinkelt 47">
            <a:extLst>
              <a:ext uri="{FF2B5EF4-FFF2-40B4-BE49-F238E27FC236}">
                <a16:creationId xmlns:a16="http://schemas.microsoft.com/office/drawing/2014/main" id="{DBB21E7C-92D7-3C29-A025-3143235E9FE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79303" y="852997"/>
            <a:ext cx="568364" cy="4078151"/>
          </a:xfrm>
          <a:prstGeom prst="bentConnector3">
            <a:avLst>
              <a:gd name="adj1" fmla="val 51676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Verbinder: gewinkelt 67">
            <a:extLst>
              <a:ext uri="{FF2B5EF4-FFF2-40B4-BE49-F238E27FC236}">
                <a16:creationId xmlns:a16="http://schemas.microsoft.com/office/drawing/2014/main" id="{D94117A2-32F3-7EDC-EB77-AE70984CD211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4617217" y="3187441"/>
            <a:ext cx="2894812" cy="1717584"/>
          </a:xfrm>
          <a:prstGeom prst="bentConnector3">
            <a:avLst>
              <a:gd name="adj1" fmla="val 12490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Verbinder: gewinkelt 74">
            <a:extLst>
              <a:ext uri="{FF2B5EF4-FFF2-40B4-BE49-F238E27FC236}">
                <a16:creationId xmlns:a16="http://schemas.microsoft.com/office/drawing/2014/main" id="{7E84CAA8-BBE2-6660-F0DA-B015FAC6A9D9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6680335" y="2056269"/>
            <a:ext cx="827390" cy="698264"/>
          </a:xfrm>
          <a:prstGeom prst="bentConnector3">
            <a:avLst>
              <a:gd name="adj1" fmla="val 50000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Verbinder: gewinkelt 82">
            <a:extLst>
              <a:ext uri="{FF2B5EF4-FFF2-40B4-BE49-F238E27FC236}">
                <a16:creationId xmlns:a16="http://schemas.microsoft.com/office/drawing/2014/main" id="{785A4888-4143-B8A3-CEB2-807660A158D8}"/>
              </a:ext>
            </a:extLst>
          </p:cNvPr>
          <p:cNvCxnSpPr>
            <a:cxnSpLocks/>
            <a:stCxn id="20" idx="0"/>
            <a:endCxn id="12" idx="2"/>
          </p:cNvCxnSpPr>
          <p:nvPr/>
        </p:nvCxnSpPr>
        <p:spPr>
          <a:xfrm rot="5400000" flipH="1" flipV="1">
            <a:off x="4508245" y="1875952"/>
            <a:ext cx="571928" cy="2035804"/>
          </a:xfrm>
          <a:prstGeom prst="bentConnector3">
            <a:avLst>
              <a:gd name="adj1" fmla="val 26684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Verbinder: gewinkelt 91">
            <a:extLst>
              <a:ext uri="{FF2B5EF4-FFF2-40B4-BE49-F238E27FC236}">
                <a16:creationId xmlns:a16="http://schemas.microsoft.com/office/drawing/2014/main" id="{938C14D3-6456-255F-D127-1BD45256D2E8}"/>
              </a:ext>
            </a:extLst>
          </p:cNvPr>
          <p:cNvCxnSpPr>
            <a:cxnSpLocks/>
          </p:cNvCxnSpPr>
          <p:nvPr/>
        </p:nvCxnSpPr>
        <p:spPr>
          <a:xfrm rot="5400000">
            <a:off x="6936381" y="2748045"/>
            <a:ext cx="485197" cy="2042346"/>
          </a:xfrm>
          <a:prstGeom prst="bentConnector3">
            <a:avLst>
              <a:gd name="adj1" fmla="val 48037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Verbinder: gewinkelt 111">
            <a:extLst>
              <a:ext uri="{FF2B5EF4-FFF2-40B4-BE49-F238E27FC236}">
                <a16:creationId xmlns:a16="http://schemas.microsoft.com/office/drawing/2014/main" id="{331F7E3E-A030-B1DF-DA91-E670AB2A6DDF}"/>
              </a:ext>
            </a:extLst>
          </p:cNvPr>
          <p:cNvCxnSpPr>
            <a:cxnSpLocks/>
          </p:cNvCxnSpPr>
          <p:nvPr/>
        </p:nvCxnSpPr>
        <p:spPr>
          <a:xfrm rot="16200000" flipV="1">
            <a:off x="9337407" y="2751315"/>
            <a:ext cx="485196" cy="2035805"/>
          </a:xfrm>
          <a:prstGeom prst="bentConnector3">
            <a:avLst>
              <a:gd name="adj1" fmla="val 51963"/>
            </a:avLst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hteck 116">
            <a:extLst>
              <a:ext uri="{FF2B5EF4-FFF2-40B4-BE49-F238E27FC236}">
                <a16:creationId xmlns:a16="http://schemas.microsoft.com/office/drawing/2014/main" id="{83E988A1-AD29-4B62-E633-4A5FA6AF4109}"/>
              </a:ext>
            </a:extLst>
          </p:cNvPr>
          <p:cNvSpPr/>
          <p:nvPr/>
        </p:nvSpPr>
        <p:spPr>
          <a:xfrm>
            <a:off x="7595918" y="2343166"/>
            <a:ext cx="1689653" cy="1103243"/>
          </a:xfrm>
          <a:prstGeom prst="rect">
            <a:avLst/>
          </a:prstGeom>
          <a:solidFill>
            <a:srgbClr val="E789A6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Paletten-</a:t>
            </a:r>
            <a:r>
              <a:rPr kumimoji="0" lang="de-DE" b="0" i="0" u="none" strike="noStrike" kern="1200" cap="none" spc="0" normalizeH="0" baseline="0" noProof="0" dirty="0" err="1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Vereinzeler</a:t>
            </a:r>
            <a:endParaRPr kumimoji="0" lang="de-DE" b="0" i="0" u="none" strike="noStrike" kern="1200" cap="none" spc="0" normalizeH="0" baseline="0" noProof="0" dirty="0">
              <a:ln>
                <a:noFill/>
              </a:ln>
              <a:solidFill>
                <a:srgbClr val="4F454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(LEA)</a:t>
            </a:r>
          </a:p>
        </p:txBody>
      </p:sp>
      <p:sp>
        <p:nvSpPr>
          <p:cNvPr id="130" name="Rechteck 129">
            <a:extLst>
              <a:ext uri="{FF2B5EF4-FFF2-40B4-BE49-F238E27FC236}">
                <a16:creationId xmlns:a16="http://schemas.microsoft.com/office/drawing/2014/main" id="{1F5B6E39-72F1-FF79-CB62-429CDA540FB2}"/>
              </a:ext>
            </a:extLst>
          </p:cNvPr>
          <p:cNvSpPr/>
          <p:nvPr/>
        </p:nvSpPr>
        <p:spPr>
          <a:xfrm>
            <a:off x="9897337" y="1452314"/>
            <a:ext cx="1061206" cy="309401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rgbClr val="4F4546"/>
                </a:solidFill>
              </a:rPr>
              <a:t>Lager</a:t>
            </a:r>
          </a:p>
        </p:txBody>
      </p:sp>
      <p:cxnSp>
        <p:nvCxnSpPr>
          <p:cNvPr id="134" name="Gerader Verbinder 133">
            <a:extLst>
              <a:ext uri="{FF2B5EF4-FFF2-40B4-BE49-F238E27FC236}">
                <a16:creationId xmlns:a16="http://schemas.microsoft.com/office/drawing/2014/main" id="{4AC642F8-9807-6ED3-5163-4CDCF9CE8087}"/>
              </a:ext>
            </a:extLst>
          </p:cNvPr>
          <p:cNvCxnSpPr>
            <a:cxnSpLocks/>
            <a:stCxn id="32" idx="0"/>
            <a:endCxn id="130" idx="2"/>
          </p:cNvCxnSpPr>
          <p:nvPr/>
        </p:nvCxnSpPr>
        <p:spPr>
          <a:xfrm flipH="1" flipV="1">
            <a:off x="10427940" y="1761715"/>
            <a:ext cx="1" cy="652147"/>
          </a:xfrm>
          <a:prstGeom prst="line">
            <a:avLst/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rade Verbindung mit Pfeil 138">
            <a:extLst>
              <a:ext uri="{FF2B5EF4-FFF2-40B4-BE49-F238E27FC236}">
                <a16:creationId xmlns:a16="http://schemas.microsoft.com/office/drawing/2014/main" id="{0EF3521D-7A34-326C-B1E0-651D6CA40B27}"/>
              </a:ext>
            </a:extLst>
          </p:cNvPr>
          <p:cNvCxnSpPr>
            <a:cxnSpLocks/>
          </p:cNvCxnSpPr>
          <p:nvPr/>
        </p:nvCxnSpPr>
        <p:spPr>
          <a:xfrm>
            <a:off x="5088211" y="1376372"/>
            <a:ext cx="0" cy="40473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215AF715-337C-9F69-31ED-674268444B3F}"/>
              </a:ext>
            </a:extLst>
          </p:cNvPr>
          <p:cNvCxnSpPr>
            <a:cxnSpLocks/>
          </p:cNvCxnSpPr>
          <p:nvPr/>
        </p:nvCxnSpPr>
        <p:spPr>
          <a:xfrm rot="16200000">
            <a:off x="2931480" y="4312916"/>
            <a:ext cx="0" cy="40473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32112974-323B-D394-FF68-E0484C3F1877}"/>
              </a:ext>
            </a:extLst>
          </p:cNvPr>
          <p:cNvGrpSpPr/>
          <p:nvPr/>
        </p:nvGrpSpPr>
        <p:grpSpPr>
          <a:xfrm>
            <a:off x="6253231" y="1371869"/>
            <a:ext cx="265557" cy="265557"/>
            <a:chOff x="10036932" y="5161936"/>
            <a:chExt cx="502583" cy="502583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0F99933-70A0-D534-BAA2-174D19E1C184}"/>
                </a:ext>
              </a:extLst>
            </p:cNvPr>
            <p:cNvSpPr/>
            <p:nvPr/>
          </p:nvSpPr>
          <p:spPr>
            <a:xfrm>
              <a:off x="10036932" y="5161936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pic>
          <p:nvPicPr>
            <p:cNvPr id="17" name="Grafik 16" descr="Glocke mit einfarbiger Füllung">
              <a:extLst>
                <a:ext uri="{FF2B5EF4-FFF2-40B4-BE49-F238E27FC236}">
                  <a16:creationId xmlns:a16="http://schemas.microsoft.com/office/drawing/2014/main" id="{674F7755-B13F-BCC4-5D4E-69F3CC443F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77427" y="5199399"/>
              <a:ext cx="421593" cy="421593"/>
            </a:xfrm>
            <a:prstGeom prst="rect">
              <a:avLst/>
            </a:prstGeom>
          </p:spPr>
        </p:pic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D583FDB5-35CF-F337-96C2-09C296E3F46E}"/>
              </a:ext>
            </a:extLst>
          </p:cNvPr>
          <p:cNvGrpSpPr/>
          <p:nvPr/>
        </p:nvGrpSpPr>
        <p:grpSpPr>
          <a:xfrm>
            <a:off x="3036929" y="5228128"/>
            <a:ext cx="265557" cy="265557"/>
            <a:chOff x="10036932" y="5161936"/>
            <a:chExt cx="502583" cy="502583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38F5D8F0-5B29-EA59-9EC4-45F426915687}"/>
                </a:ext>
              </a:extLst>
            </p:cNvPr>
            <p:cNvSpPr/>
            <p:nvPr/>
          </p:nvSpPr>
          <p:spPr>
            <a:xfrm>
              <a:off x="10036932" y="5161936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pic>
          <p:nvPicPr>
            <p:cNvPr id="24" name="Grafik 23" descr="Glocke mit einfarbiger Füllung">
              <a:extLst>
                <a:ext uri="{FF2B5EF4-FFF2-40B4-BE49-F238E27FC236}">
                  <a16:creationId xmlns:a16="http://schemas.microsoft.com/office/drawing/2014/main" id="{B29A2611-C113-BA91-AE05-A24572A116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77427" y="5199399"/>
              <a:ext cx="421593" cy="421593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7245700A-2BE1-4C5D-8E5F-2677B83919DA}"/>
              </a:ext>
            </a:extLst>
          </p:cNvPr>
          <p:cNvGrpSpPr/>
          <p:nvPr/>
        </p:nvGrpSpPr>
        <p:grpSpPr>
          <a:xfrm>
            <a:off x="8912726" y="2202720"/>
            <a:ext cx="265557" cy="265557"/>
            <a:chOff x="10036932" y="5161936"/>
            <a:chExt cx="502583" cy="502583"/>
          </a:xfrm>
        </p:grpSpPr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6D8E09C8-4F6F-E1C5-505B-989611D4D44E}"/>
                </a:ext>
              </a:extLst>
            </p:cNvPr>
            <p:cNvSpPr/>
            <p:nvPr/>
          </p:nvSpPr>
          <p:spPr>
            <a:xfrm>
              <a:off x="10036932" y="5161936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pic>
          <p:nvPicPr>
            <p:cNvPr id="30" name="Grafik 29" descr="Glocke mit einfarbiger Füllung">
              <a:extLst>
                <a:ext uri="{FF2B5EF4-FFF2-40B4-BE49-F238E27FC236}">
                  <a16:creationId xmlns:a16="http://schemas.microsoft.com/office/drawing/2014/main" id="{C8774652-8119-02B4-BDD2-9580FD97C5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77427" y="5199399"/>
              <a:ext cx="421593" cy="421593"/>
            </a:xfrm>
            <a:prstGeom prst="rect">
              <a:avLst/>
            </a:prstGeom>
          </p:spPr>
        </p:pic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369F8AEC-D96B-8C40-38C3-6AD6FDA316AE}"/>
              </a:ext>
            </a:extLst>
          </p:cNvPr>
          <p:cNvGrpSpPr/>
          <p:nvPr/>
        </p:nvGrpSpPr>
        <p:grpSpPr>
          <a:xfrm>
            <a:off x="10937145" y="3913454"/>
            <a:ext cx="265557" cy="265557"/>
            <a:chOff x="10036932" y="5161936"/>
            <a:chExt cx="502583" cy="502583"/>
          </a:xfrm>
        </p:grpSpPr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192B63DC-1374-6788-363B-F229A0565A68}"/>
                </a:ext>
              </a:extLst>
            </p:cNvPr>
            <p:cNvSpPr/>
            <p:nvPr/>
          </p:nvSpPr>
          <p:spPr>
            <a:xfrm>
              <a:off x="10036932" y="5161936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pic>
          <p:nvPicPr>
            <p:cNvPr id="35" name="Grafik 34" descr="Glocke mit einfarbiger Füllung">
              <a:extLst>
                <a:ext uri="{FF2B5EF4-FFF2-40B4-BE49-F238E27FC236}">
                  <a16:creationId xmlns:a16="http://schemas.microsoft.com/office/drawing/2014/main" id="{9A253196-75C9-2159-8F67-A6C782CB32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77427" y="5199399"/>
              <a:ext cx="421593" cy="421593"/>
            </a:xfrm>
            <a:prstGeom prst="rect">
              <a:avLst/>
            </a:prstGeom>
          </p:spPr>
        </p:pic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B3FC5E35-69D0-3BB2-3262-60172B327602}"/>
              </a:ext>
            </a:extLst>
          </p:cNvPr>
          <p:cNvGrpSpPr/>
          <p:nvPr/>
        </p:nvGrpSpPr>
        <p:grpSpPr>
          <a:xfrm>
            <a:off x="3053822" y="3053728"/>
            <a:ext cx="265558" cy="265558"/>
            <a:chOff x="10024872" y="4520511"/>
            <a:chExt cx="502583" cy="502583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5AE4C98D-CB67-472D-E1EA-74F25F593DED}"/>
                </a:ext>
              </a:extLst>
            </p:cNvPr>
            <p:cNvSpPr/>
            <p:nvPr/>
          </p:nvSpPr>
          <p:spPr>
            <a:xfrm>
              <a:off x="10024872" y="4520511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3" name="Gleichschenkliges Dreieck 42">
              <a:extLst>
                <a:ext uri="{FF2B5EF4-FFF2-40B4-BE49-F238E27FC236}">
                  <a16:creationId xmlns:a16="http://schemas.microsoft.com/office/drawing/2014/main" id="{545B86A5-1662-9DE7-2818-88CCD792DA2F}"/>
                </a:ext>
              </a:extLst>
            </p:cNvPr>
            <p:cNvSpPr/>
            <p:nvPr/>
          </p:nvSpPr>
          <p:spPr>
            <a:xfrm rot="5400000">
              <a:off x="10272181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4" name="Gleichschenkliges Dreieck 43">
              <a:extLst>
                <a:ext uri="{FF2B5EF4-FFF2-40B4-BE49-F238E27FC236}">
                  <a16:creationId xmlns:a16="http://schemas.microsoft.com/office/drawing/2014/main" id="{61C4BAE3-6E08-D512-558A-F5588CABD1AF}"/>
                </a:ext>
              </a:extLst>
            </p:cNvPr>
            <p:cNvSpPr/>
            <p:nvPr/>
          </p:nvSpPr>
          <p:spPr>
            <a:xfrm rot="16200000">
              <a:off x="10045612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361A793C-F63D-A5EC-0298-2DE19D81FFE7}"/>
              </a:ext>
            </a:extLst>
          </p:cNvPr>
          <p:cNvGrpSpPr/>
          <p:nvPr/>
        </p:nvGrpSpPr>
        <p:grpSpPr>
          <a:xfrm>
            <a:off x="9757551" y="2286337"/>
            <a:ext cx="265558" cy="265558"/>
            <a:chOff x="10024872" y="4520511"/>
            <a:chExt cx="502583" cy="502583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AF146E05-94CB-EE97-2049-CB7DE43F4F99}"/>
                </a:ext>
              </a:extLst>
            </p:cNvPr>
            <p:cNvSpPr/>
            <p:nvPr/>
          </p:nvSpPr>
          <p:spPr>
            <a:xfrm>
              <a:off x="10024872" y="4520511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9" name="Gleichschenkliges Dreieck 48">
              <a:extLst>
                <a:ext uri="{FF2B5EF4-FFF2-40B4-BE49-F238E27FC236}">
                  <a16:creationId xmlns:a16="http://schemas.microsoft.com/office/drawing/2014/main" id="{417E9219-967C-25BC-55BE-DBA784CE26EA}"/>
                </a:ext>
              </a:extLst>
            </p:cNvPr>
            <p:cNvSpPr/>
            <p:nvPr/>
          </p:nvSpPr>
          <p:spPr>
            <a:xfrm rot="5400000">
              <a:off x="10272181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50" name="Gleichschenkliges Dreieck 49">
              <a:extLst>
                <a:ext uri="{FF2B5EF4-FFF2-40B4-BE49-F238E27FC236}">
                  <a16:creationId xmlns:a16="http://schemas.microsoft.com/office/drawing/2014/main" id="{A55512A3-D23A-BCE4-C76B-08319FAA3C3B}"/>
                </a:ext>
              </a:extLst>
            </p:cNvPr>
            <p:cNvSpPr/>
            <p:nvPr/>
          </p:nvSpPr>
          <p:spPr>
            <a:xfrm rot="16200000">
              <a:off x="10045612" y="4671531"/>
              <a:ext cx="232630" cy="200543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86FE09B8-91DB-2753-0A6A-706729B60401}"/>
              </a:ext>
            </a:extLst>
          </p:cNvPr>
          <p:cNvGrpSpPr/>
          <p:nvPr/>
        </p:nvGrpSpPr>
        <p:grpSpPr>
          <a:xfrm>
            <a:off x="9087505" y="2771303"/>
            <a:ext cx="265556" cy="265556"/>
            <a:chOff x="2427469" y="4157664"/>
            <a:chExt cx="337520" cy="337520"/>
          </a:xfrm>
        </p:grpSpPr>
        <p:sp>
          <p:nvSpPr>
            <p:cNvPr id="58" name="Rechteck 185">
              <a:extLst>
                <a:ext uri="{FF2B5EF4-FFF2-40B4-BE49-F238E27FC236}">
                  <a16:creationId xmlns:a16="http://schemas.microsoft.com/office/drawing/2014/main" id="{5569E740-6749-602B-FFB5-ACAFF42D904F}"/>
                </a:ext>
              </a:extLst>
            </p:cNvPr>
            <p:cNvSpPr/>
            <p:nvPr/>
          </p:nvSpPr>
          <p:spPr>
            <a:xfrm>
              <a:off x="2427469" y="4157664"/>
              <a:ext cx="337520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AC02050E-990C-AB3B-997C-E313B3C201F6}"/>
                </a:ext>
              </a:extLst>
            </p:cNvPr>
            <p:cNvGrpSpPr/>
            <p:nvPr/>
          </p:nvGrpSpPr>
          <p:grpSpPr>
            <a:xfrm>
              <a:off x="2471327" y="4210876"/>
              <a:ext cx="264901" cy="238810"/>
              <a:chOff x="7139884" y="1647766"/>
              <a:chExt cx="394449" cy="355600"/>
            </a:xfrm>
          </p:grpSpPr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EBFC2730-BC7E-821C-71D5-E4C117EC5BAD}"/>
                  </a:ext>
                </a:extLst>
              </p:cNvPr>
              <p:cNvSpPr/>
              <p:nvPr/>
            </p:nvSpPr>
            <p:spPr>
              <a:xfrm>
                <a:off x="7139884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1" name="Gleichschenkliges Dreieck 60">
                <a:extLst>
                  <a:ext uri="{FF2B5EF4-FFF2-40B4-BE49-F238E27FC236}">
                    <a16:creationId xmlns:a16="http://schemas.microsoft.com/office/drawing/2014/main" id="{78019C8B-1D2F-3B63-129D-FAEF738AA924}"/>
                  </a:ext>
                </a:extLst>
              </p:cNvPr>
              <p:cNvSpPr/>
              <p:nvPr/>
            </p:nvSpPr>
            <p:spPr>
              <a:xfrm rot="5400000">
                <a:off x="7216122" y="1671337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1" name="Rechteck 30">
            <a:extLst>
              <a:ext uri="{FF2B5EF4-FFF2-40B4-BE49-F238E27FC236}">
                <a16:creationId xmlns:a16="http://schemas.microsoft.com/office/drawing/2014/main" id="{15CAE422-63C5-8C4A-B072-56551A840641}"/>
              </a:ext>
            </a:extLst>
          </p:cNvPr>
          <p:cNvSpPr/>
          <p:nvPr/>
        </p:nvSpPr>
        <p:spPr>
          <a:xfrm>
            <a:off x="7507725" y="2423377"/>
            <a:ext cx="1689653" cy="1103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Stretchhauben-Maschine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(SH1)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D82E9B06-F20E-C7C0-CBED-B9F075EE4048}"/>
              </a:ext>
            </a:extLst>
          </p:cNvPr>
          <p:cNvGrpSpPr/>
          <p:nvPr/>
        </p:nvGrpSpPr>
        <p:grpSpPr>
          <a:xfrm>
            <a:off x="8828837" y="2287940"/>
            <a:ext cx="265557" cy="265557"/>
            <a:chOff x="10036932" y="5161936"/>
            <a:chExt cx="502583" cy="502583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1591606-78D1-731B-4149-74ED50B1F694}"/>
                </a:ext>
              </a:extLst>
            </p:cNvPr>
            <p:cNvSpPr/>
            <p:nvPr/>
          </p:nvSpPr>
          <p:spPr>
            <a:xfrm>
              <a:off x="10036932" y="5161936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pic>
          <p:nvPicPr>
            <p:cNvPr id="27" name="Grafik 26" descr="Glocke mit einfarbiger Füllung">
              <a:extLst>
                <a:ext uri="{FF2B5EF4-FFF2-40B4-BE49-F238E27FC236}">
                  <a16:creationId xmlns:a16="http://schemas.microsoft.com/office/drawing/2014/main" id="{2B4EBDAF-4908-C130-7314-C40FA0A309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77427" y="5199399"/>
              <a:ext cx="421593" cy="421593"/>
            </a:xfrm>
            <a:prstGeom prst="rect">
              <a:avLst/>
            </a:prstGeom>
          </p:spPr>
        </p:pic>
      </p:grpSp>
      <p:cxnSp>
        <p:nvCxnSpPr>
          <p:cNvPr id="131" name="Gerader Verbinder 130">
            <a:extLst>
              <a:ext uri="{FF2B5EF4-FFF2-40B4-BE49-F238E27FC236}">
                <a16:creationId xmlns:a16="http://schemas.microsoft.com/office/drawing/2014/main" id="{D6A2C214-96A2-B57A-2450-C3E473543B9E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 flipV="1">
            <a:off x="9197378" y="2965484"/>
            <a:ext cx="385736" cy="9515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B73228D9-7E77-47BA-38AF-81B35DA9A602}"/>
              </a:ext>
            </a:extLst>
          </p:cNvPr>
          <p:cNvGrpSpPr/>
          <p:nvPr/>
        </p:nvGrpSpPr>
        <p:grpSpPr>
          <a:xfrm>
            <a:off x="9010817" y="2839561"/>
            <a:ext cx="265556" cy="265556"/>
            <a:chOff x="2427469" y="4157664"/>
            <a:chExt cx="337520" cy="337520"/>
          </a:xfrm>
        </p:grpSpPr>
        <p:sp>
          <p:nvSpPr>
            <p:cNvPr id="53" name="Rechteck 185">
              <a:extLst>
                <a:ext uri="{FF2B5EF4-FFF2-40B4-BE49-F238E27FC236}">
                  <a16:creationId xmlns:a16="http://schemas.microsoft.com/office/drawing/2014/main" id="{BE7FCE23-68B1-6C14-F57C-746464B54F88}"/>
                </a:ext>
              </a:extLst>
            </p:cNvPr>
            <p:cNvSpPr/>
            <p:nvPr/>
          </p:nvSpPr>
          <p:spPr>
            <a:xfrm>
              <a:off x="2427469" y="4157664"/>
              <a:ext cx="337520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FC3BB7E9-CEA3-3649-FD11-EA119417241E}"/>
                </a:ext>
              </a:extLst>
            </p:cNvPr>
            <p:cNvGrpSpPr/>
            <p:nvPr/>
          </p:nvGrpSpPr>
          <p:grpSpPr>
            <a:xfrm>
              <a:off x="2471327" y="4210876"/>
              <a:ext cx="264901" cy="238810"/>
              <a:chOff x="7139884" y="1647766"/>
              <a:chExt cx="394449" cy="355600"/>
            </a:xfrm>
          </p:grpSpPr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B58DC9B2-AFC2-6B6D-792D-5D771FBC061F}"/>
                  </a:ext>
                </a:extLst>
              </p:cNvPr>
              <p:cNvSpPr/>
              <p:nvPr/>
            </p:nvSpPr>
            <p:spPr>
              <a:xfrm>
                <a:off x="7139884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6" name="Gleichschenkliges Dreieck 55">
                <a:extLst>
                  <a:ext uri="{FF2B5EF4-FFF2-40B4-BE49-F238E27FC236}">
                    <a16:creationId xmlns:a16="http://schemas.microsoft.com/office/drawing/2014/main" id="{2AE36A99-4073-F5D4-8E9F-DB33F62C3556}"/>
                  </a:ext>
                </a:extLst>
              </p:cNvPr>
              <p:cNvSpPr/>
              <p:nvPr/>
            </p:nvSpPr>
            <p:spPr>
              <a:xfrm rot="5400000">
                <a:off x="7216122" y="1671337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2DAC8507-33D9-3E85-FA3D-DECCDE981BF5}"/>
              </a:ext>
            </a:extLst>
          </p:cNvPr>
          <p:cNvGrpSpPr/>
          <p:nvPr/>
        </p:nvGrpSpPr>
        <p:grpSpPr>
          <a:xfrm>
            <a:off x="2435850" y="3514158"/>
            <a:ext cx="265556" cy="265556"/>
            <a:chOff x="2427469" y="4157664"/>
            <a:chExt cx="337520" cy="337520"/>
          </a:xfrm>
        </p:grpSpPr>
        <p:sp>
          <p:nvSpPr>
            <p:cNvPr id="77" name="Rechteck 185">
              <a:extLst>
                <a:ext uri="{FF2B5EF4-FFF2-40B4-BE49-F238E27FC236}">
                  <a16:creationId xmlns:a16="http://schemas.microsoft.com/office/drawing/2014/main" id="{6854BBE6-3A1E-C3E2-0417-BCB8BCF43839}"/>
                </a:ext>
              </a:extLst>
            </p:cNvPr>
            <p:cNvSpPr/>
            <p:nvPr/>
          </p:nvSpPr>
          <p:spPr>
            <a:xfrm>
              <a:off x="2427469" y="4157664"/>
              <a:ext cx="337520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EFD78581-5B05-2F85-0BE0-44368F677F67}"/>
                </a:ext>
              </a:extLst>
            </p:cNvPr>
            <p:cNvGrpSpPr/>
            <p:nvPr/>
          </p:nvGrpSpPr>
          <p:grpSpPr>
            <a:xfrm>
              <a:off x="2471327" y="4210876"/>
              <a:ext cx="264901" cy="238810"/>
              <a:chOff x="7139884" y="1647766"/>
              <a:chExt cx="394449" cy="355600"/>
            </a:xfrm>
          </p:grpSpPr>
          <p:sp>
            <p:nvSpPr>
              <p:cNvPr id="79" name="Rechteck 78">
                <a:extLst>
                  <a:ext uri="{FF2B5EF4-FFF2-40B4-BE49-F238E27FC236}">
                    <a16:creationId xmlns:a16="http://schemas.microsoft.com/office/drawing/2014/main" id="{554C206B-D755-1078-CE40-02B71C808535}"/>
                  </a:ext>
                </a:extLst>
              </p:cNvPr>
              <p:cNvSpPr/>
              <p:nvPr/>
            </p:nvSpPr>
            <p:spPr>
              <a:xfrm>
                <a:off x="7139884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0" name="Gleichschenkliges Dreieck 79">
                <a:extLst>
                  <a:ext uri="{FF2B5EF4-FFF2-40B4-BE49-F238E27FC236}">
                    <a16:creationId xmlns:a16="http://schemas.microsoft.com/office/drawing/2014/main" id="{47A02307-D3FE-AAC2-9BE8-A3904EC6E251}"/>
                  </a:ext>
                </a:extLst>
              </p:cNvPr>
              <p:cNvSpPr/>
              <p:nvPr/>
            </p:nvSpPr>
            <p:spPr>
              <a:xfrm rot="5400000">
                <a:off x="7216122" y="1671337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" name="Rechteck 1">
            <a:extLst>
              <a:ext uri="{FF2B5EF4-FFF2-40B4-BE49-F238E27FC236}">
                <a16:creationId xmlns:a16="http://schemas.microsoft.com/office/drawing/2014/main" id="{D9863786-3A4D-0754-D24A-0CE9296468AE}"/>
              </a:ext>
            </a:extLst>
          </p:cNvPr>
          <p:cNvSpPr/>
          <p:nvPr/>
        </p:nvSpPr>
        <p:spPr>
          <a:xfrm>
            <a:off x="889133" y="3176254"/>
            <a:ext cx="1689653" cy="1103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Paletten-</a:t>
            </a:r>
            <a:r>
              <a:rPr kumimoji="0" lang="de-DE" b="0" i="0" u="none" strike="noStrike" kern="1200" cap="none" spc="0" normalizeH="0" baseline="0" noProof="0" dirty="0" err="1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Vereinzeler</a:t>
            </a:r>
            <a:endParaRPr kumimoji="0" lang="de-DE" b="0" i="0" u="none" strike="noStrike" kern="1200" cap="none" spc="0" normalizeH="0" baseline="0" noProof="0" dirty="0">
              <a:ln>
                <a:noFill/>
              </a:ln>
              <a:solidFill>
                <a:srgbClr val="4F454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1" i="0" u="none" strike="noStrike" kern="1200" cap="none" spc="0" normalizeH="0" baseline="0" noProof="0" dirty="0">
                <a:ln>
                  <a:noFill/>
                </a:ln>
                <a:solidFill>
                  <a:srgbClr val="4F45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(PAS1)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69D7C95B-9F2D-53D6-F630-F7E8CEE2651A}"/>
              </a:ext>
            </a:extLst>
          </p:cNvPr>
          <p:cNvCxnSpPr>
            <a:cxnSpLocks/>
            <a:stCxn id="2" idx="3"/>
            <a:endCxn id="20" idx="1"/>
          </p:cNvCxnSpPr>
          <p:nvPr/>
        </p:nvCxnSpPr>
        <p:spPr>
          <a:xfrm>
            <a:off x="2578786" y="3727876"/>
            <a:ext cx="352694" cy="356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340BD362-787F-3516-DAC6-C23A2A51F645}"/>
              </a:ext>
            </a:extLst>
          </p:cNvPr>
          <p:cNvGrpSpPr/>
          <p:nvPr/>
        </p:nvGrpSpPr>
        <p:grpSpPr>
          <a:xfrm>
            <a:off x="2357880" y="3578356"/>
            <a:ext cx="265556" cy="265556"/>
            <a:chOff x="2427469" y="4157664"/>
            <a:chExt cx="337520" cy="337520"/>
          </a:xfrm>
        </p:grpSpPr>
        <p:sp>
          <p:nvSpPr>
            <p:cNvPr id="71" name="Rechteck 185">
              <a:extLst>
                <a:ext uri="{FF2B5EF4-FFF2-40B4-BE49-F238E27FC236}">
                  <a16:creationId xmlns:a16="http://schemas.microsoft.com/office/drawing/2014/main" id="{492A58D2-C730-5448-EF04-FBBA25CDFDF8}"/>
                </a:ext>
              </a:extLst>
            </p:cNvPr>
            <p:cNvSpPr/>
            <p:nvPr/>
          </p:nvSpPr>
          <p:spPr>
            <a:xfrm>
              <a:off x="2427469" y="4157664"/>
              <a:ext cx="337520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72" name="Gruppieren 71">
              <a:extLst>
                <a:ext uri="{FF2B5EF4-FFF2-40B4-BE49-F238E27FC236}">
                  <a16:creationId xmlns:a16="http://schemas.microsoft.com/office/drawing/2014/main" id="{74D50E60-B6DF-7096-46E0-3E7C6A5156A5}"/>
                </a:ext>
              </a:extLst>
            </p:cNvPr>
            <p:cNvGrpSpPr/>
            <p:nvPr/>
          </p:nvGrpSpPr>
          <p:grpSpPr>
            <a:xfrm>
              <a:off x="2471327" y="4210876"/>
              <a:ext cx="264901" cy="238810"/>
              <a:chOff x="7139884" y="1647766"/>
              <a:chExt cx="394449" cy="355600"/>
            </a:xfrm>
          </p:grpSpPr>
          <p:sp>
            <p:nvSpPr>
              <p:cNvPr id="73" name="Rechteck 72">
                <a:extLst>
                  <a:ext uri="{FF2B5EF4-FFF2-40B4-BE49-F238E27FC236}">
                    <a16:creationId xmlns:a16="http://schemas.microsoft.com/office/drawing/2014/main" id="{F42CB026-6EF0-800E-3A9E-05C75D6FCECC}"/>
                  </a:ext>
                </a:extLst>
              </p:cNvPr>
              <p:cNvSpPr/>
              <p:nvPr/>
            </p:nvSpPr>
            <p:spPr>
              <a:xfrm>
                <a:off x="7139884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4" name="Gleichschenkliges Dreieck 73">
                <a:extLst>
                  <a:ext uri="{FF2B5EF4-FFF2-40B4-BE49-F238E27FC236}">
                    <a16:creationId xmlns:a16="http://schemas.microsoft.com/office/drawing/2014/main" id="{4142E336-0080-D849-AAE9-8FE05CB6EE2A}"/>
                  </a:ext>
                </a:extLst>
              </p:cNvPr>
              <p:cNvSpPr/>
              <p:nvPr/>
            </p:nvSpPr>
            <p:spPr>
              <a:xfrm rot="5400000">
                <a:off x="7216122" y="1671337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090DF493-2B04-F271-9FE2-82549C530FF3}"/>
              </a:ext>
            </a:extLst>
          </p:cNvPr>
          <p:cNvGrpSpPr/>
          <p:nvPr/>
        </p:nvGrpSpPr>
        <p:grpSpPr>
          <a:xfrm>
            <a:off x="4469416" y="4769202"/>
            <a:ext cx="265556" cy="265556"/>
            <a:chOff x="2427469" y="4157664"/>
            <a:chExt cx="337520" cy="337520"/>
          </a:xfrm>
        </p:grpSpPr>
        <p:sp>
          <p:nvSpPr>
            <p:cNvPr id="82" name="Rechteck 185">
              <a:extLst>
                <a:ext uri="{FF2B5EF4-FFF2-40B4-BE49-F238E27FC236}">
                  <a16:creationId xmlns:a16="http://schemas.microsoft.com/office/drawing/2014/main" id="{B340C878-D4DB-1535-915D-D0230D5AF105}"/>
                </a:ext>
              </a:extLst>
            </p:cNvPr>
            <p:cNvSpPr/>
            <p:nvPr/>
          </p:nvSpPr>
          <p:spPr>
            <a:xfrm>
              <a:off x="2427469" y="4157664"/>
              <a:ext cx="337520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84" name="Gruppieren 83">
              <a:extLst>
                <a:ext uri="{FF2B5EF4-FFF2-40B4-BE49-F238E27FC236}">
                  <a16:creationId xmlns:a16="http://schemas.microsoft.com/office/drawing/2014/main" id="{E0001C17-E5B6-6CFF-E514-BB6710DFB0C8}"/>
                </a:ext>
              </a:extLst>
            </p:cNvPr>
            <p:cNvGrpSpPr/>
            <p:nvPr/>
          </p:nvGrpSpPr>
          <p:grpSpPr>
            <a:xfrm>
              <a:off x="2471327" y="4210876"/>
              <a:ext cx="264901" cy="238810"/>
              <a:chOff x="7139884" y="1647766"/>
              <a:chExt cx="394449" cy="355600"/>
            </a:xfrm>
          </p:grpSpPr>
          <p:sp>
            <p:nvSpPr>
              <p:cNvPr id="85" name="Rechteck 84">
                <a:extLst>
                  <a:ext uri="{FF2B5EF4-FFF2-40B4-BE49-F238E27FC236}">
                    <a16:creationId xmlns:a16="http://schemas.microsoft.com/office/drawing/2014/main" id="{BC3B7369-3F53-B035-A8D7-DF2E8534C653}"/>
                  </a:ext>
                </a:extLst>
              </p:cNvPr>
              <p:cNvSpPr/>
              <p:nvPr/>
            </p:nvSpPr>
            <p:spPr>
              <a:xfrm>
                <a:off x="7139884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6" name="Gleichschenkliges Dreieck 85">
                <a:extLst>
                  <a:ext uri="{FF2B5EF4-FFF2-40B4-BE49-F238E27FC236}">
                    <a16:creationId xmlns:a16="http://schemas.microsoft.com/office/drawing/2014/main" id="{200CA371-E293-02AD-E735-992C6D3DD77B}"/>
                  </a:ext>
                </a:extLst>
              </p:cNvPr>
              <p:cNvSpPr/>
              <p:nvPr/>
            </p:nvSpPr>
            <p:spPr>
              <a:xfrm rot="5400000">
                <a:off x="7216122" y="1671337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EAFB0E63-9ECD-FD8D-15E7-273C78D6C9E2}"/>
              </a:ext>
            </a:extLst>
          </p:cNvPr>
          <p:cNvGrpSpPr/>
          <p:nvPr/>
        </p:nvGrpSpPr>
        <p:grpSpPr>
          <a:xfrm>
            <a:off x="11144189" y="4440173"/>
            <a:ext cx="265556" cy="265556"/>
            <a:chOff x="2427469" y="4157664"/>
            <a:chExt cx="337520" cy="337520"/>
          </a:xfrm>
        </p:grpSpPr>
        <p:sp>
          <p:nvSpPr>
            <p:cNvPr id="88" name="Rechteck 185">
              <a:extLst>
                <a:ext uri="{FF2B5EF4-FFF2-40B4-BE49-F238E27FC236}">
                  <a16:creationId xmlns:a16="http://schemas.microsoft.com/office/drawing/2014/main" id="{7CE8C0D7-4929-6B4E-A927-EB33FDD4791D}"/>
                </a:ext>
              </a:extLst>
            </p:cNvPr>
            <p:cNvSpPr/>
            <p:nvPr/>
          </p:nvSpPr>
          <p:spPr>
            <a:xfrm>
              <a:off x="2427469" y="4157664"/>
              <a:ext cx="337520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89" name="Gruppieren 88">
              <a:extLst>
                <a:ext uri="{FF2B5EF4-FFF2-40B4-BE49-F238E27FC236}">
                  <a16:creationId xmlns:a16="http://schemas.microsoft.com/office/drawing/2014/main" id="{F81FCACE-B2AC-0775-FD43-D4FB2305FE2B}"/>
                </a:ext>
              </a:extLst>
            </p:cNvPr>
            <p:cNvGrpSpPr/>
            <p:nvPr/>
          </p:nvGrpSpPr>
          <p:grpSpPr>
            <a:xfrm>
              <a:off x="2471327" y="4210876"/>
              <a:ext cx="264901" cy="238810"/>
              <a:chOff x="7139884" y="1647766"/>
              <a:chExt cx="394449" cy="355600"/>
            </a:xfrm>
          </p:grpSpPr>
          <p:sp>
            <p:nvSpPr>
              <p:cNvPr id="90" name="Rechteck 89">
                <a:extLst>
                  <a:ext uri="{FF2B5EF4-FFF2-40B4-BE49-F238E27FC236}">
                    <a16:creationId xmlns:a16="http://schemas.microsoft.com/office/drawing/2014/main" id="{8B1048D1-8C9F-4ABB-1C74-2836E9701258}"/>
                  </a:ext>
                </a:extLst>
              </p:cNvPr>
              <p:cNvSpPr/>
              <p:nvPr/>
            </p:nvSpPr>
            <p:spPr>
              <a:xfrm>
                <a:off x="7139884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1" name="Gleichschenkliges Dreieck 90">
                <a:extLst>
                  <a:ext uri="{FF2B5EF4-FFF2-40B4-BE49-F238E27FC236}">
                    <a16:creationId xmlns:a16="http://schemas.microsoft.com/office/drawing/2014/main" id="{DE1F0ABE-DB90-F17F-48B6-75B97510D75B}"/>
                  </a:ext>
                </a:extLst>
              </p:cNvPr>
              <p:cNvSpPr/>
              <p:nvPr/>
            </p:nvSpPr>
            <p:spPr>
              <a:xfrm rot="5400000">
                <a:off x="7216122" y="1671337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723ECAB5-1F86-1975-912F-3920652ED78D}"/>
              </a:ext>
            </a:extLst>
          </p:cNvPr>
          <p:cNvGrpSpPr/>
          <p:nvPr/>
        </p:nvGrpSpPr>
        <p:grpSpPr>
          <a:xfrm>
            <a:off x="2813179" y="4769202"/>
            <a:ext cx="265556" cy="265556"/>
            <a:chOff x="10025552" y="2526354"/>
            <a:chExt cx="502583" cy="502583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38211FE-E289-7D59-D3BF-21796280F6A7}"/>
                </a:ext>
              </a:extLst>
            </p:cNvPr>
            <p:cNvSpPr/>
            <p:nvPr/>
          </p:nvSpPr>
          <p:spPr>
            <a:xfrm>
              <a:off x="10025552" y="2526354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95" name="Gruppieren 94">
              <a:extLst>
                <a:ext uri="{FF2B5EF4-FFF2-40B4-BE49-F238E27FC236}">
                  <a16:creationId xmlns:a16="http://schemas.microsoft.com/office/drawing/2014/main" id="{9C8FB480-E761-1FE4-3CD8-0EF5900F14FC}"/>
                </a:ext>
              </a:extLst>
            </p:cNvPr>
            <p:cNvGrpSpPr/>
            <p:nvPr/>
          </p:nvGrpSpPr>
          <p:grpSpPr>
            <a:xfrm>
              <a:off x="10090807" y="2606755"/>
              <a:ext cx="390429" cy="355600"/>
              <a:chOff x="7139884" y="1647766"/>
              <a:chExt cx="390429" cy="355600"/>
            </a:xfrm>
          </p:grpSpPr>
          <p:sp>
            <p:nvSpPr>
              <p:cNvPr id="96" name="Gleichschenkliges Dreieck 95">
                <a:extLst>
                  <a:ext uri="{FF2B5EF4-FFF2-40B4-BE49-F238E27FC236}">
                    <a16:creationId xmlns:a16="http://schemas.microsoft.com/office/drawing/2014/main" id="{B9172B21-F7C7-7328-B185-D21732823B39}"/>
                  </a:ext>
                </a:extLst>
              </p:cNvPr>
              <p:cNvSpPr/>
              <p:nvPr/>
            </p:nvSpPr>
            <p:spPr>
              <a:xfrm rot="5400000">
                <a:off x="7116313" y="1678246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7" name="Rechteck 96">
                <a:extLst>
                  <a:ext uri="{FF2B5EF4-FFF2-40B4-BE49-F238E27FC236}">
                    <a16:creationId xmlns:a16="http://schemas.microsoft.com/office/drawing/2014/main" id="{C2E2689A-5E94-993D-B91E-2AF629960025}"/>
                  </a:ext>
                </a:extLst>
              </p:cNvPr>
              <p:cNvSpPr/>
              <p:nvPr/>
            </p:nvSpPr>
            <p:spPr>
              <a:xfrm>
                <a:off x="7469353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E87220F9-9BC6-80F5-FAF4-41C4E01B1B47}"/>
              </a:ext>
            </a:extLst>
          </p:cNvPr>
          <p:cNvGrpSpPr/>
          <p:nvPr/>
        </p:nvGrpSpPr>
        <p:grpSpPr>
          <a:xfrm>
            <a:off x="5412633" y="4440173"/>
            <a:ext cx="265556" cy="265556"/>
            <a:chOff x="10025552" y="2526354"/>
            <a:chExt cx="502583" cy="502583"/>
          </a:xfrm>
        </p:grpSpPr>
        <p:sp>
          <p:nvSpPr>
            <p:cNvPr id="101" name="Rechteck 100">
              <a:extLst>
                <a:ext uri="{FF2B5EF4-FFF2-40B4-BE49-F238E27FC236}">
                  <a16:creationId xmlns:a16="http://schemas.microsoft.com/office/drawing/2014/main" id="{1878EC14-1A79-0507-42C5-F551C5724F39}"/>
                </a:ext>
              </a:extLst>
            </p:cNvPr>
            <p:cNvSpPr/>
            <p:nvPr/>
          </p:nvSpPr>
          <p:spPr>
            <a:xfrm>
              <a:off x="10025552" y="2526354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102" name="Gruppieren 101">
              <a:extLst>
                <a:ext uri="{FF2B5EF4-FFF2-40B4-BE49-F238E27FC236}">
                  <a16:creationId xmlns:a16="http://schemas.microsoft.com/office/drawing/2014/main" id="{77398588-919E-D365-E832-0CCAE275A0AA}"/>
                </a:ext>
              </a:extLst>
            </p:cNvPr>
            <p:cNvGrpSpPr/>
            <p:nvPr/>
          </p:nvGrpSpPr>
          <p:grpSpPr>
            <a:xfrm>
              <a:off x="10090807" y="2606755"/>
              <a:ext cx="390429" cy="355600"/>
              <a:chOff x="7139884" y="1647766"/>
              <a:chExt cx="390429" cy="355600"/>
            </a:xfrm>
          </p:grpSpPr>
          <p:sp>
            <p:nvSpPr>
              <p:cNvPr id="103" name="Gleichschenkliges Dreieck 102">
                <a:extLst>
                  <a:ext uri="{FF2B5EF4-FFF2-40B4-BE49-F238E27FC236}">
                    <a16:creationId xmlns:a16="http://schemas.microsoft.com/office/drawing/2014/main" id="{883C114A-87EF-A10D-D249-5D59E45C380E}"/>
                  </a:ext>
                </a:extLst>
              </p:cNvPr>
              <p:cNvSpPr/>
              <p:nvPr/>
            </p:nvSpPr>
            <p:spPr>
              <a:xfrm rot="5400000">
                <a:off x="7116313" y="1678246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4" name="Rechteck 103">
                <a:extLst>
                  <a:ext uri="{FF2B5EF4-FFF2-40B4-BE49-F238E27FC236}">
                    <a16:creationId xmlns:a16="http://schemas.microsoft.com/office/drawing/2014/main" id="{D1966310-7D21-C285-5588-7A81FB644485}"/>
                  </a:ext>
                </a:extLst>
              </p:cNvPr>
              <p:cNvSpPr/>
              <p:nvPr/>
            </p:nvSpPr>
            <p:spPr>
              <a:xfrm>
                <a:off x="7469353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C43A3528-57B0-B2C2-BD60-AEF7AFE36F76}"/>
              </a:ext>
            </a:extLst>
          </p:cNvPr>
          <p:cNvGrpSpPr/>
          <p:nvPr/>
        </p:nvGrpSpPr>
        <p:grpSpPr>
          <a:xfrm>
            <a:off x="7415781" y="2842221"/>
            <a:ext cx="265556" cy="265556"/>
            <a:chOff x="10025552" y="2526354"/>
            <a:chExt cx="502583" cy="502583"/>
          </a:xfrm>
        </p:grpSpPr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F0222BC6-0504-2978-AE0D-20918D329231}"/>
                </a:ext>
              </a:extLst>
            </p:cNvPr>
            <p:cNvSpPr/>
            <p:nvPr/>
          </p:nvSpPr>
          <p:spPr>
            <a:xfrm>
              <a:off x="10025552" y="2526354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AFF0B40E-9652-0C24-443C-88727744FC7C}"/>
                </a:ext>
              </a:extLst>
            </p:cNvPr>
            <p:cNvGrpSpPr/>
            <p:nvPr/>
          </p:nvGrpSpPr>
          <p:grpSpPr>
            <a:xfrm>
              <a:off x="10090807" y="2606755"/>
              <a:ext cx="390429" cy="355600"/>
              <a:chOff x="7139884" y="1647766"/>
              <a:chExt cx="390429" cy="355600"/>
            </a:xfrm>
          </p:grpSpPr>
          <p:sp>
            <p:nvSpPr>
              <p:cNvPr id="108" name="Gleichschenkliges Dreieck 107">
                <a:extLst>
                  <a:ext uri="{FF2B5EF4-FFF2-40B4-BE49-F238E27FC236}">
                    <a16:creationId xmlns:a16="http://schemas.microsoft.com/office/drawing/2014/main" id="{D60D58FF-8195-F476-5B46-08A7D8B395BB}"/>
                  </a:ext>
                </a:extLst>
              </p:cNvPr>
              <p:cNvSpPr/>
              <p:nvPr/>
            </p:nvSpPr>
            <p:spPr>
              <a:xfrm rot="5400000">
                <a:off x="7116313" y="1678246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9" name="Rechteck 108">
                <a:extLst>
                  <a:ext uri="{FF2B5EF4-FFF2-40B4-BE49-F238E27FC236}">
                    <a16:creationId xmlns:a16="http://schemas.microsoft.com/office/drawing/2014/main" id="{FDF5A700-6591-77EF-852F-1820BF35969F}"/>
                  </a:ext>
                </a:extLst>
              </p:cNvPr>
              <p:cNvSpPr/>
              <p:nvPr/>
            </p:nvSpPr>
            <p:spPr>
              <a:xfrm>
                <a:off x="7469353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222E2DA6-7F0C-5579-9836-78F8E104B6E3}"/>
              </a:ext>
            </a:extLst>
          </p:cNvPr>
          <p:cNvGrpSpPr/>
          <p:nvPr/>
        </p:nvGrpSpPr>
        <p:grpSpPr>
          <a:xfrm>
            <a:off x="9754576" y="1470243"/>
            <a:ext cx="265556" cy="265556"/>
            <a:chOff x="10025552" y="2526354"/>
            <a:chExt cx="502583" cy="502583"/>
          </a:xfrm>
        </p:grpSpPr>
        <p:sp>
          <p:nvSpPr>
            <p:cNvPr id="114" name="Rechteck 113">
              <a:extLst>
                <a:ext uri="{FF2B5EF4-FFF2-40B4-BE49-F238E27FC236}">
                  <a16:creationId xmlns:a16="http://schemas.microsoft.com/office/drawing/2014/main" id="{64E3CD16-96A6-084D-1281-4691A59E4A64}"/>
                </a:ext>
              </a:extLst>
            </p:cNvPr>
            <p:cNvSpPr/>
            <p:nvPr/>
          </p:nvSpPr>
          <p:spPr>
            <a:xfrm>
              <a:off x="10025552" y="2526354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00CA260E-58A0-731C-503E-227B37B5FE80}"/>
                </a:ext>
              </a:extLst>
            </p:cNvPr>
            <p:cNvGrpSpPr/>
            <p:nvPr/>
          </p:nvGrpSpPr>
          <p:grpSpPr>
            <a:xfrm>
              <a:off x="10090807" y="2606755"/>
              <a:ext cx="390429" cy="355600"/>
              <a:chOff x="7139884" y="1647766"/>
              <a:chExt cx="390429" cy="355600"/>
            </a:xfrm>
          </p:grpSpPr>
          <p:sp>
            <p:nvSpPr>
              <p:cNvPr id="116" name="Gleichschenkliges Dreieck 115">
                <a:extLst>
                  <a:ext uri="{FF2B5EF4-FFF2-40B4-BE49-F238E27FC236}">
                    <a16:creationId xmlns:a16="http://schemas.microsoft.com/office/drawing/2014/main" id="{DA771156-D8CC-19DF-5325-18E7792050BA}"/>
                  </a:ext>
                </a:extLst>
              </p:cNvPr>
              <p:cNvSpPr/>
              <p:nvPr/>
            </p:nvSpPr>
            <p:spPr>
              <a:xfrm rot="5400000">
                <a:off x="7116313" y="1678246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chteck 117">
                <a:extLst>
                  <a:ext uri="{FF2B5EF4-FFF2-40B4-BE49-F238E27FC236}">
                    <a16:creationId xmlns:a16="http://schemas.microsoft.com/office/drawing/2014/main" id="{87750C3E-6B91-E5C3-C9D2-06B86DC8087F}"/>
                  </a:ext>
                </a:extLst>
              </p:cNvPr>
              <p:cNvSpPr/>
              <p:nvPr/>
            </p:nvSpPr>
            <p:spPr>
              <a:xfrm>
                <a:off x="7469353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28EDBE37-9317-8494-D849-C61803B7C349}"/>
              </a:ext>
            </a:extLst>
          </p:cNvPr>
          <p:cNvGrpSpPr/>
          <p:nvPr/>
        </p:nvGrpSpPr>
        <p:grpSpPr>
          <a:xfrm>
            <a:off x="6284344" y="2231327"/>
            <a:ext cx="270799" cy="270450"/>
            <a:chOff x="2427469" y="3130607"/>
            <a:chExt cx="337956" cy="337520"/>
          </a:xfrm>
        </p:grpSpPr>
        <p:sp>
          <p:nvSpPr>
            <p:cNvPr id="121" name="Rechteck 185">
              <a:extLst>
                <a:ext uri="{FF2B5EF4-FFF2-40B4-BE49-F238E27FC236}">
                  <a16:creationId xmlns:a16="http://schemas.microsoft.com/office/drawing/2014/main" id="{E692ED1C-2471-5D4D-460C-ADCCEDB3992E}"/>
                </a:ext>
              </a:extLst>
            </p:cNvPr>
            <p:cNvSpPr/>
            <p:nvPr/>
          </p:nvSpPr>
          <p:spPr>
            <a:xfrm>
              <a:off x="2427469" y="3130607"/>
              <a:ext cx="337956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175202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252356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2260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9425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956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73601"/>
                  </a:lnTo>
                  <a:lnTo>
                    <a:pt x="337220" y="194252"/>
                  </a:lnTo>
                  <a:cubicBezTo>
                    <a:pt x="337465" y="219970"/>
                    <a:pt x="337711" y="279026"/>
                    <a:pt x="337956" y="304744"/>
                  </a:cubicBezTo>
                  <a:cubicBezTo>
                    <a:pt x="337811" y="333132"/>
                    <a:pt x="337665" y="309132"/>
                    <a:pt x="337520" y="337520"/>
                  </a:cubicBez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22" name="Rechteck 121">
              <a:extLst>
                <a:ext uri="{FF2B5EF4-FFF2-40B4-BE49-F238E27FC236}">
                  <a16:creationId xmlns:a16="http://schemas.microsoft.com/office/drawing/2014/main" id="{D082A31C-E926-D59D-F469-21C05B130D8E}"/>
                </a:ext>
              </a:extLst>
            </p:cNvPr>
            <p:cNvSpPr/>
            <p:nvPr/>
          </p:nvSpPr>
          <p:spPr>
            <a:xfrm>
              <a:off x="2471292" y="3184602"/>
              <a:ext cx="40939" cy="23881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23" name="Gleichschenkliges Dreieck 122">
              <a:extLst>
                <a:ext uri="{FF2B5EF4-FFF2-40B4-BE49-F238E27FC236}">
                  <a16:creationId xmlns:a16="http://schemas.microsoft.com/office/drawing/2014/main" id="{EA374859-507B-6AA0-8BBB-8E111A034596}"/>
                </a:ext>
              </a:extLst>
            </p:cNvPr>
            <p:cNvSpPr/>
            <p:nvPr/>
          </p:nvSpPr>
          <p:spPr>
            <a:xfrm rot="5400000">
              <a:off x="2625283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24" name="Gleichschenkliges Dreieck 123">
              <a:extLst>
                <a:ext uri="{FF2B5EF4-FFF2-40B4-BE49-F238E27FC236}">
                  <a16:creationId xmlns:a16="http://schemas.microsoft.com/office/drawing/2014/main" id="{1621DFCF-8F83-78C9-5705-BFDE0C51A000}"/>
                </a:ext>
              </a:extLst>
            </p:cNvPr>
            <p:cNvSpPr/>
            <p:nvPr/>
          </p:nvSpPr>
          <p:spPr>
            <a:xfrm rot="16200000">
              <a:off x="2512116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62" name="Pfeil: nach rechts 61">
            <a:extLst>
              <a:ext uri="{FF2B5EF4-FFF2-40B4-BE49-F238E27FC236}">
                <a16:creationId xmlns:a16="http://schemas.microsoft.com/office/drawing/2014/main" id="{EE258AE4-775F-D98F-372C-CE177A693F6E}"/>
              </a:ext>
            </a:extLst>
          </p:cNvPr>
          <p:cNvSpPr/>
          <p:nvPr/>
        </p:nvSpPr>
        <p:spPr>
          <a:xfrm>
            <a:off x="543372" y="6127745"/>
            <a:ext cx="361121" cy="22860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1"/>
              </a:solidFill>
            </a:endParaRP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890898D2-9D8F-EEFD-8C48-1E4B11CE319D}"/>
              </a:ext>
            </a:extLst>
          </p:cNvPr>
          <p:cNvSpPr txBox="1"/>
          <p:nvPr/>
        </p:nvSpPr>
        <p:spPr>
          <a:xfrm>
            <a:off x="904493" y="6066809"/>
            <a:ext cx="1724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1">
                    <a:lumMod val="75000"/>
                  </a:schemeClr>
                </a:solidFill>
              </a:rPr>
              <a:t>Starre Kopplung</a:t>
            </a: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B57452E9-5148-5D82-929C-D654C4AE1E1A}"/>
              </a:ext>
            </a:extLst>
          </p:cNvPr>
          <p:cNvCxnSpPr>
            <a:cxnSpLocks/>
          </p:cNvCxnSpPr>
          <p:nvPr/>
        </p:nvCxnSpPr>
        <p:spPr>
          <a:xfrm>
            <a:off x="2737931" y="6236086"/>
            <a:ext cx="380395" cy="0"/>
          </a:xfrm>
          <a:prstGeom prst="line">
            <a:avLst/>
          </a:prstGeom>
          <a:ln w="38100">
            <a:solidFill>
              <a:srgbClr val="1E643F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49CC0A10-5CB7-FEAC-58EB-3CEEC36A98E2}"/>
              </a:ext>
            </a:extLst>
          </p:cNvPr>
          <p:cNvSpPr txBox="1"/>
          <p:nvPr/>
        </p:nvSpPr>
        <p:spPr>
          <a:xfrm>
            <a:off x="3090739" y="6066809"/>
            <a:ext cx="154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E643F"/>
                </a:solidFill>
              </a:rPr>
              <a:t>Lose Kopplung</a:t>
            </a:r>
          </a:p>
        </p:txBody>
      </p: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227E8C32-BB67-E014-9C02-1E8EE8CB3E77}"/>
              </a:ext>
            </a:extLst>
          </p:cNvPr>
          <p:cNvCxnSpPr>
            <a:cxnSpLocks/>
          </p:cNvCxnSpPr>
          <p:nvPr/>
        </p:nvCxnSpPr>
        <p:spPr>
          <a:xfrm>
            <a:off x="4780480" y="6238744"/>
            <a:ext cx="42280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935186F9-693E-9B05-ECB9-CD48B7A192EA}"/>
              </a:ext>
            </a:extLst>
          </p:cNvPr>
          <p:cNvSpPr txBox="1"/>
          <p:nvPr/>
        </p:nvSpPr>
        <p:spPr>
          <a:xfrm>
            <a:off x="5133287" y="6069467"/>
            <a:ext cx="3336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Verpackungsauftrag aus dem LOL</a:t>
            </a:r>
          </a:p>
        </p:txBody>
      </p:sp>
    </p:spTree>
    <p:extLst>
      <p:ext uri="{BB962C8B-B14F-4D97-AF65-F5344CB8AC3E}">
        <p14:creationId xmlns:p14="http://schemas.microsoft.com/office/powerpoint/2010/main" val="35906003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99F5477F-77EB-86A4-D88B-A660A2E861F5}"/>
              </a:ext>
            </a:extLst>
          </p:cNvPr>
          <p:cNvSpPr/>
          <p:nvPr/>
        </p:nvSpPr>
        <p:spPr>
          <a:xfrm>
            <a:off x="2006767" y="1170116"/>
            <a:ext cx="8534401" cy="1584346"/>
          </a:xfrm>
          <a:prstGeom prst="roundRect">
            <a:avLst>
              <a:gd name="adj" fmla="val 8599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r>
              <a:rPr lang="de-DE" b="1" dirty="0">
                <a:solidFill>
                  <a:schemeClr val="accent1"/>
                </a:solidFill>
              </a:rPr>
              <a:t>Voraussetzungen</a:t>
            </a:r>
            <a:r>
              <a:rPr lang="de-DE" dirty="0">
                <a:solidFill>
                  <a:srgbClr val="695C5D"/>
                </a:solidFill>
              </a:rPr>
              <a:t> </a:t>
            </a:r>
            <a:r>
              <a:rPr lang="de-DE" dirty="0">
                <a:solidFill>
                  <a:schemeClr val="tx2"/>
                </a:solidFill>
              </a:rPr>
              <a:t>dafür sind …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arenBoth"/>
            </a:pPr>
            <a:r>
              <a:rPr lang="de-DE" dirty="0">
                <a:solidFill>
                  <a:schemeClr val="tx2"/>
                </a:solidFill>
              </a:rPr>
              <a:t>… Schnittstellendefinitionen aller notwendigen Automatisierungsschnittstellen.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arenBoth"/>
            </a:pPr>
            <a:r>
              <a:rPr lang="de-DE" dirty="0">
                <a:solidFill>
                  <a:schemeClr val="tx2"/>
                </a:solidFill>
              </a:rPr>
              <a:t>… Semantische Modelldefinitionen aller integrationsrelevanten Informationen.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arenBoth"/>
            </a:pPr>
            <a:r>
              <a:rPr lang="de-DE" dirty="0">
                <a:solidFill>
                  <a:schemeClr val="tx2"/>
                </a:solidFill>
              </a:rPr>
              <a:t>… Tools zur Erzeugung, zum Import und zur Interpretation von MTP-Dateien.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arenBoth"/>
            </a:pPr>
            <a:r>
              <a:rPr lang="de-DE" dirty="0">
                <a:solidFill>
                  <a:schemeClr val="tx2"/>
                </a:solidFill>
              </a:rPr>
              <a:t>… eine einheitliche Kommunikationstechnologie des integrierten Equipments.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5A89552E-8EF2-78FB-EB69-445EA0888AE9}"/>
              </a:ext>
            </a:extLst>
          </p:cNvPr>
          <p:cNvSpPr/>
          <p:nvPr/>
        </p:nvSpPr>
        <p:spPr>
          <a:xfrm>
            <a:off x="2001851" y="2902025"/>
            <a:ext cx="8534401" cy="94765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r>
              <a:rPr lang="de-DE" dirty="0">
                <a:solidFill>
                  <a:schemeClr val="tx2"/>
                </a:solidFill>
              </a:rPr>
              <a:t>Wenn diese Voraussetzungen auch für die produktionsnahe Logistik gewährleistet sind, dann kann durch MTP auch in diesem Bereich der Engineering- und Abstimmungsaufwand reduziert werden.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EDE46FB9-8DD0-0778-1369-3C533592C7A9}"/>
              </a:ext>
            </a:extLst>
          </p:cNvPr>
          <p:cNvSpPr/>
          <p:nvPr/>
        </p:nvSpPr>
        <p:spPr>
          <a:xfrm>
            <a:off x="2001848" y="5740574"/>
            <a:ext cx="8534401" cy="94765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r>
              <a:rPr lang="de-DE" dirty="0">
                <a:solidFill>
                  <a:schemeClr val="tx2"/>
                </a:solidFill>
              </a:rPr>
              <a:t>Der Engineering-Aufwand kann durch das MTP-Konzept auch im Kontext der produktionsnahen Logistik reduziert werden.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80E3D669-D53B-0BEA-A1C5-E18B41D4C82C}"/>
              </a:ext>
            </a:extLst>
          </p:cNvPr>
          <p:cNvSpPr/>
          <p:nvPr/>
        </p:nvSpPr>
        <p:spPr>
          <a:xfrm>
            <a:off x="2006768" y="74902"/>
            <a:ext cx="8534401" cy="94765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r>
              <a:rPr lang="de-DE" dirty="0">
                <a:solidFill>
                  <a:schemeClr val="tx2"/>
                </a:solidFill>
              </a:rPr>
              <a:t>MTP kann grundsätzlich den Engineering- und Abstimmungsaufwand durch automatisierte Integration von intelligentem Equipment reduzieren.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1E178D08-6C5D-D063-BEFB-2C1D2730067E}"/>
              </a:ext>
            </a:extLst>
          </p:cNvPr>
          <p:cNvSpPr/>
          <p:nvPr/>
        </p:nvSpPr>
        <p:spPr>
          <a:xfrm>
            <a:off x="358077" y="74902"/>
            <a:ext cx="1928553" cy="947651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Senkung des Aufwands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9E00AC55-9FBA-1D30-685D-03494866A8D9}"/>
              </a:ext>
            </a:extLst>
          </p:cNvPr>
          <p:cNvSpPr/>
          <p:nvPr/>
        </p:nvSpPr>
        <p:spPr>
          <a:xfrm>
            <a:off x="358077" y="1174953"/>
            <a:ext cx="1928553" cy="1579509"/>
          </a:xfrm>
          <a:prstGeom prst="roundRect">
            <a:avLst>
              <a:gd name="adj" fmla="val 9197"/>
            </a:avLst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Voraussetzungen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110B1BFC-2384-02F9-AA71-A5A01AA3C809}"/>
              </a:ext>
            </a:extLst>
          </p:cNvPr>
          <p:cNvSpPr/>
          <p:nvPr/>
        </p:nvSpPr>
        <p:spPr>
          <a:xfrm>
            <a:off x="353162" y="2902025"/>
            <a:ext cx="1928553" cy="947651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Grundannahme der Validierung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86DEBA2-900D-B444-E787-A92E4CCA67CC}"/>
              </a:ext>
            </a:extLst>
          </p:cNvPr>
          <p:cNvSpPr/>
          <p:nvPr/>
        </p:nvSpPr>
        <p:spPr>
          <a:xfrm>
            <a:off x="353160" y="5740575"/>
            <a:ext cx="1928553" cy="947651"/>
          </a:xfrm>
          <a:prstGeom prst="round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Schlussfolgerung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C63DF27-52F4-A369-9DCB-B5B728DCB885}"/>
              </a:ext>
            </a:extLst>
          </p:cNvPr>
          <p:cNvSpPr/>
          <p:nvPr/>
        </p:nvSpPr>
        <p:spPr>
          <a:xfrm>
            <a:off x="129477" y="2225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08B0C77-5FA0-1E88-70E7-96758037E787}"/>
              </a:ext>
            </a:extLst>
          </p:cNvPr>
          <p:cNvSpPr/>
          <p:nvPr/>
        </p:nvSpPr>
        <p:spPr>
          <a:xfrm>
            <a:off x="129477" y="1118233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657C608-9425-65B5-C347-5B0085C835FB}"/>
              </a:ext>
            </a:extLst>
          </p:cNvPr>
          <p:cNvSpPr/>
          <p:nvPr/>
        </p:nvSpPr>
        <p:spPr>
          <a:xfrm>
            <a:off x="124561" y="283736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A6F9416-174A-2F6A-7D4B-DF153CC43061}"/>
              </a:ext>
            </a:extLst>
          </p:cNvPr>
          <p:cNvSpPr/>
          <p:nvPr/>
        </p:nvSpPr>
        <p:spPr>
          <a:xfrm>
            <a:off x="124561" y="5685846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19" name="Pfeil: nach links gekrümmt 18">
            <a:extLst>
              <a:ext uri="{FF2B5EF4-FFF2-40B4-BE49-F238E27FC236}">
                <a16:creationId xmlns:a16="http://schemas.microsoft.com/office/drawing/2014/main" id="{CCEA7A35-49E7-1CAC-5D64-0D9B7B635C62}"/>
              </a:ext>
            </a:extLst>
          </p:cNvPr>
          <p:cNvSpPr/>
          <p:nvPr/>
        </p:nvSpPr>
        <p:spPr>
          <a:xfrm>
            <a:off x="10571918" y="479455"/>
            <a:ext cx="373624" cy="123303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Pfeil: nach links gekrümmt 20">
            <a:extLst>
              <a:ext uri="{FF2B5EF4-FFF2-40B4-BE49-F238E27FC236}">
                <a16:creationId xmlns:a16="http://schemas.microsoft.com/office/drawing/2014/main" id="{505FA742-EEE7-33B4-AE6F-4725303252A1}"/>
              </a:ext>
            </a:extLst>
          </p:cNvPr>
          <p:cNvSpPr/>
          <p:nvPr/>
        </p:nvSpPr>
        <p:spPr>
          <a:xfrm>
            <a:off x="10571918" y="1927564"/>
            <a:ext cx="373625" cy="133227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Pfeil: nach links gekrümmt 21">
            <a:extLst>
              <a:ext uri="{FF2B5EF4-FFF2-40B4-BE49-F238E27FC236}">
                <a16:creationId xmlns:a16="http://schemas.microsoft.com/office/drawing/2014/main" id="{3614C31E-73A2-2CC2-EE1A-2573256F5FFC}"/>
              </a:ext>
            </a:extLst>
          </p:cNvPr>
          <p:cNvSpPr/>
          <p:nvPr/>
        </p:nvSpPr>
        <p:spPr>
          <a:xfrm>
            <a:off x="10571916" y="3462988"/>
            <a:ext cx="373625" cy="123303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Pfeil: nach links gekrümmt 22">
            <a:extLst>
              <a:ext uri="{FF2B5EF4-FFF2-40B4-BE49-F238E27FC236}">
                <a16:creationId xmlns:a16="http://schemas.microsoft.com/office/drawing/2014/main" id="{D27E4176-D894-CFA0-8E48-7437BB506A90}"/>
              </a:ext>
            </a:extLst>
          </p:cNvPr>
          <p:cNvSpPr/>
          <p:nvPr/>
        </p:nvSpPr>
        <p:spPr>
          <a:xfrm>
            <a:off x="10571917" y="4896154"/>
            <a:ext cx="373625" cy="1423062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D2857322-3100-D7F8-7A63-A5BC2013ED53}"/>
              </a:ext>
            </a:extLst>
          </p:cNvPr>
          <p:cNvSpPr/>
          <p:nvPr/>
        </p:nvSpPr>
        <p:spPr>
          <a:xfrm>
            <a:off x="2001848" y="4002952"/>
            <a:ext cx="8534401" cy="1584346"/>
          </a:xfrm>
          <a:prstGeom prst="roundRect">
            <a:avLst>
              <a:gd name="adj" fmla="val 8599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rtlCol="0" anchor="ctr"/>
          <a:lstStyle/>
          <a:p>
            <a:r>
              <a:rPr lang="de-DE" b="1" dirty="0">
                <a:solidFill>
                  <a:schemeClr val="accent1"/>
                </a:solidFill>
              </a:rPr>
              <a:t>Bewertung</a:t>
            </a:r>
            <a:r>
              <a:rPr lang="de-DE" dirty="0">
                <a:solidFill>
                  <a:srgbClr val="695C5D"/>
                </a:solidFill>
              </a:rPr>
              <a:t> </a:t>
            </a:r>
            <a:r>
              <a:rPr lang="de-DE" dirty="0">
                <a:solidFill>
                  <a:schemeClr val="tx2"/>
                </a:solidFill>
              </a:rPr>
              <a:t>der Voraussetzungen für die </a:t>
            </a:r>
            <a:r>
              <a:rPr lang="de-DE" b="1" dirty="0">
                <a:solidFill>
                  <a:schemeClr val="accent1"/>
                </a:solidFill>
              </a:rPr>
              <a:t>produktionsnahe Logistik</a:t>
            </a:r>
            <a:r>
              <a:rPr lang="de-DE" dirty="0">
                <a:solidFill>
                  <a:srgbClr val="695C5D"/>
                </a:solidFill>
              </a:rPr>
              <a:t>:</a:t>
            </a:r>
          </a:p>
          <a:p>
            <a:pPr>
              <a:buClr>
                <a:schemeClr val="accent1"/>
              </a:buClr>
            </a:pPr>
            <a:r>
              <a:rPr lang="de-DE" dirty="0">
                <a:solidFill>
                  <a:schemeClr val="accent1"/>
                </a:solidFill>
              </a:rPr>
              <a:t>zu (1) und (2)</a:t>
            </a:r>
            <a:r>
              <a:rPr lang="de-DE" dirty="0">
                <a:solidFill>
                  <a:schemeClr val="tx2"/>
                </a:solidFill>
              </a:rPr>
              <a:t> Dies kann auf Basis der drei Evaluationsbeispiele nachgewiesen werden. </a:t>
            </a:r>
            <a:r>
              <a:rPr lang="de-DE" b="1" dirty="0">
                <a:solidFill>
                  <a:schemeClr val="accent1"/>
                </a:solidFill>
              </a:rPr>
              <a:t>✓ </a:t>
            </a:r>
          </a:p>
          <a:p>
            <a:pPr>
              <a:buClr>
                <a:schemeClr val="accent1"/>
              </a:buClr>
            </a:pPr>
            <a:r>
              <a:rPr lang="de-DE" dirty="0">
                <a:solidFill>
                  <a:schemeClr val="accent1"/>
                </a:solidFill>
              </a:rPr>
              <a:t>zu (3)</a:t>
            </a:r>
            <a:r>
              <a:rPr lang="de-DE" dirty="0">
                <a:solidFill>
                  <a:schemeClr val="tx2"/>
                </a:solidFill>
              </a:rPr>
              <a:t> Dies ist lediglich ein Entwicklungs- aber kein Forschungsbedarf. </a:t>
            </a:r>
            <a:r>
              <a:rPr lang="de-DE" b="1" dirty="0">
                <a:solidFill>
                  <a:schemeClr val="accent1"/>
                </a:solidFill>
              </a:rPr>
              <a:t>✓</a:t>
            </a:r>
            <a:endParaRPr lang="de-DE" dirty="0">
              <a:solidFill>
                <a:schemeClr val="tx2"/>
              </a:solidFill>
            </a:endParaRPr>
          </a:p>
          <a:p>
            <a:pPr>
              <a:buClr>
                <a:schemeClr val="accent1"/>
              </a:buClr>
            </a:pPr>
            <a:r>
              <a:rPr lang="de-DE" dirty="0">
                <a:solidFill>
                  <a:schemeClr val="accent1"/>
                </a:solidFill>
              </a:rPr>
              <a:t>zu (4)</a:t>
            </a:r>
            <a:r>
              <a:rPr lang="de-DE" dirty="0">
                <a:solidFill>
                  <a:schemeClr val="tx2"/>
                </a:solidFill>
              </a:rPr>
              <a:t> OPC UA wurde in den drei Evaluationsbeispielen durchgehend verwendet. </a:t>
            </a:r>
            <a:r>
              <a:rPr lang="de-DE" b="1" dirty="0">
                <a:solidFill>
                  <a:schemeClr val="accent1"/>
                </a:solidFill>
              </a:rPr>
              <a:t>✓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D5776042-AD88-C106-1BD3-D8FEEBBC2AA3}"/>
              </a:ext>
            </a:extLst>
          </p:cNvPr>
          <p:cNvSpPr/>
          <p:nvPr/>
        </p:nvSpPr>
        <p:spPr>
          <a:xfrm>
            <a:off x="358077" y="4002952"/>
            <a:ext cx="1928553" cy="1584346"/>
          </a:xfrm>
          <a:prstGeom prst="roundRect">
            <a:avLst>
              <a:gd name="adj" fmla="val 9197"/>
            </a:avLst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Bewertung der Voraussetzungen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244EA8EF-2DB1-AD65-E8FC-FA5297A7FADD}"/>
              </a:ext>
            </a:extLst>
          </p:cNvPr>
          <p:cNvSpPr/>
          <p:nvPr/>
        </p:nvSpPr>
        <p:spPr>
          <a:xfrm>
            <a:off x="124561" y="3936814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080585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83B6B-51DF-C7BD-E1A1-3BF7D9AB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hteck 209">
            <a:extLst>
              <a:ext uri="{FF2B5EF4-FFF2-40B4-BE49-F238E27FC236}">
                <a16:creationId xmlns:a16="http://schemas.microsoft.com/office/drawing/2014/main" id="{6C7D4359-E6B7-DF04-99C7-65CF20347676}"/>
              </a:ext>
            </a:extLst>
          </p:cNvPr>
          <p:cNvSpPr/>
          <p:nvPr/>
        </p:nvSpPr>
        <p:spPr>
          <a:xfrm>
            <a:off x="5073704" y="74979"/>
            <a:ext cx="5852802" cy="25327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dirty="0">
                <a:solidFill>
                  <a:srgbClr val="000000"/>
                </a:solidFill>
              </a:rPr>
              <a:t>MTP LEA2</a:t>
            </a:r>
          </a:p>
        </p:txBody>
      </p:sp>
      <p:sp>
        <p:nvSpPr>
          <p:cNvPr id="209" name="Rechteck 208">
            <a:extLst>
              <a:ext uri="{FF2B5EF4-FFF2-40B4-BE49-F238E27FC236}">
                <a16:creationId xmlns:a16="http://schemas.microsoft.com/office/drawing/2014/main" id="{E71AB7B8-A57C-3B42-D836-516B778325C1}"/>
              </a:ext>
            </a:extLst>
          </p:cNvPr>
          <p:cNvSpPr/>
          <p:nvPr/>
        </p:nvSpPr>
        <p:spPr>
          <a:xfrm>
            <a:off x="3122973" y="74979"/>
            <a:ext cx="1875747" cy="2532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dirty="0">
                <a:solidFill>
                  <a:srgbClr val="000000"/>
                </a:solidFill>
              </a:rPr>
              <a:t>MTP LEA1</a:t>
            </a:r>
          </a:p>
        </p:txBody>
      </p:sp>
      <p:sp>
        <p:nvSpPr>
          <p:cNvPr id="142" name="Textfeld 141">
            <a:extLst>
              <a:ext uri="{FF2B5EF4-FFF2-40B4-BE49-F238E27FC236}">
                <a16:creationId xmlns:a16="http://schemas.microsoft.com/office/drawing/2014/main" id="{45BA4139-F3D0-D6FF-3DA3-73B741EA098F}"/>
              </a:ext>
            </a:extLst>
          </p:cNvPr>
          <p:cNvSpPr txBox="1"/>
          <p:nvPr/>
        </p:nvSpPr>
        <p:spPr>
          <a:xfrm>
            <a:off x="9757971" y="1717523"/>
            <a:ext cx="636610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Index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3743FEAA-DD1F-A9B2-E70B-D525ADC63BBE}"/>
              </a:ext>
            </a:extLst>
          </p:cNvPr>
          <p:cNvSpPr txBox="1"/>
          <p:nvPr/>
        </p:nvSpPr>
        <p:spPr>
          <a:xfrm>
            <a:off x="6242600" y="1701625"/>
            <a:ext cx="1470832" cy="338554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ManagerIndex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AEE68FF3-FA06-4A1B-DD31-8DBFC1D09B46}"/>
              </a:ext>
            </a:extLst>
          </p:cNvPr>
          <p:cNvSpPr txBox="1"/>
          <p:nvPr/>
        </p:nvSpPr>
        <p:spPr>
          <a:xfrm>
            <a:off x="3853792" y="1706516"/>
            <a:ext cx="997001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RefID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47D00BA-5476-4F74-98D2-1C9C952CECED}"/>
              </a:ext>
            </a:extLst>
          </p:cNvPr>
          <p:cNvSpPr/>
          <p:nvPr/>
        </p:nvSpPr>
        <p:spPr>
          <a:xfrm>
            <a:off x="1476732" y="2706079"/>
            <a:ext cx="3002434" cy="3145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>
                <a:solidFill>
                  <a:srgbClr val="000000"/>
                </a:solidFill>
              </a:rPr>
              <a:t>LEA1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E15B907-4E4E-C1C9-719A-3C0A8085E050}"/>
              </a:ext>
            </a:extLst>
          </p:cNvPr>
          <p:cNvSpPr/>
          <p:nvPr/>
        </p:nvSpPr>
        <p:spPr>
          <a:xfrm>
            <a:off x="1731538" y="2843731"/>
            <a:ext cx="2035535" cy="2639407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FCC0920-CE95-5D19-E297-95B5B4A78272}"/>
              </a:ext>
            </a:extLst>
          </p:cNvPr>
          <p:cNvSpPr/>
          <p:nvPr/>
        </p:nvSpPr>
        <p:spPr>
          <a:xfrm>
            <a:off x="1875477" y="3009745"/>
            <a:ext cx="1759756" cy="2330658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Input Liste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AC4CD78-4B79-B19C-03F5-159172833224}"/>
              </a:ext>
            </a:extLst>
          </p:cNvPr>
          <p:cNvCxnSpPr>
            <a:cxnSpLocks/>
          </p:cNvCxnSpPr>
          <p:nvPr/>
        </p:nvCxnSpPr>
        <p:spPr>
          <a:xfrm>
            <a:off x="1875477" y="4256670"/>
            <a:ext cx="1759756" cy="0"/>
          </a:xfrm>
          <a:prstGeom prst="line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93DCCF5A-C184-097C-5F36-682E6AB35149}"/>
              </a:ext>
            </a:extLst>
          </p:cNvPr>
          <p:cNvSpPr/>
          <p:nvPr/>
        </p:nvSpPr>
        <p:spPr>
          <a:xfrm>
            <a:off x="1998271" y="3450209"/>
            <a:ext cx="1514167" cy="62165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LEA1.Execute</a:t>
            </a:r>
          </a:p>
          <a:p>
            <a:pPr algn="ctr"/>
            <a:r>
              <a:rPr lang="de-DE" sz="1600" dirty="0">
                <a:solidFill>
                  <a:srgbClr val="000000"/>
                </a:solidFill>
              </a:rPr>
              <a:t>(</a:t>
            </a:r>
            <a:r>
              <a:rPr lang="de-DE" sz="1600" dirty="0" err="1">
                <a:solidFill>
                  <a:srgbClr val="000000"/>
                </a:solidFill>
              </a:rPr>
              <a:t>UnionType</a:t>
            </a:r>
            <a:r>
              <a:rPr lang="de-DE" sz="16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5777CBB-E48D-09E7-77F5-B322C5C36BC9}"/>
              </a:ext>
            </a:extLst>
          </p:cNvPr>
          <p:cNvSpPr/>
          <p:nvPr/>
        </p:nvSpPr>
        <p:spPr>
          <a:xfrm>
            <a:off x="1992215" y="4567922"/>
            <a:ext cx="1514167" cy="621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F49BC06-3E6F-2E70-F047-3CF9AFF67990}"/>
              </a:ext>
            </a:extLst>
          </p:cNvPr>
          <p:cNvSpPr/>
          <p:nvPr/>
        </p:nvSpPr>
        <p:spPr>
          <a:xfrm>
            <a:off x="3980664" y="2843730"/>
            <a:ext cx="997001" cy="2639407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OPC UA- Server</a:t>
            </a: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BAFCFCF8-33A1-8C75-6BD4-4DF0428BB825}"/>
              </a:ext>
            </a:extLst>
          </p:cNvPr>
          <p:cNvCxnSpPr>
            <a:cxnSpLocks/>
            <a:stCxn id="24" idx="2"/>
            <a:endCxn id="24" idx="0"/>
          </p:cNvCxnSpPr>
          <p:nvPr/>
        </p:nvCxnSpPr>
        <p:spPr>
          <a:xfrm flipV="1">
            <a:off x="4479165" y="2843730"/>
            <a:ext cx="0" cy="2639407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091F08C5-4B50-DBD4-45DF-9EA03095C594}"/>
              </a:ext>
            </a:extLst>
          </p:cNvPr>
          <p:cNvSpPr/>
          <p:nvPr/>
        </p:nvSpPr>
        <p:spPr>
          <a:xfrm>
            <a:off x="3980663" y="2843732"/>
            <a:ext cx="997001" cy="606478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OPC UA- Server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4765A706-F569-BC7E-B17E-A3E1A79B0C1C}"/>
              </a:ext>
            </a:extLst>
          </p:cNvPr>
          <p:cNvSpPr/>
          <p:nvPr/>
        </p:nvSpPr>
        <p:spPr>
          <a:xfrm>
            <a:off x="4382201" y="3654243"/>
            <a:ext cx="213588" cy="213588"/>
          </a:xfrm>
          <a:prstGeom prst="ellipse">
            <a:avLst/>
          </a:prstGeom>
          <a:solidFill>
            <a:srgbClr val="DAE8FC"/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477FBF4E-F4EF-6D52-4DD0-B6690A1BD82B}"/>
              </a:ext>
            </a:extLst>
          </p:cNvPr>
          <p:cNvCxnSpPr>
            <a:stCxn id="8" idx="3"/>
            <a:endCxn id="29" idx="2"/>
          </p:cNvCxnSpPr>
          <p:nvPr/>
        </p:nvCxnSpPr>
        <p:spPr>
          <a:xfrm flipV="1">
            <a:off x="3512438" y="3761037"/>
            <a:ext cx="869763" cy="1"/>
          </a:xfrm>
          <a:prstGeom prst="line">
            <a:avLst/>
          </a:prstGeom>
          <a:ln w="19050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2620E025-5D13-E16F-84A3-3971A36254BE}"/>
              </a:ext>
            </a:extLst>
          </p:cNvPr>
          <p:cNvSpPr/>
          <p:nvPr/>
        </p:nvSpPr>
        <p:spPr>
          <a:xfrm>
            <a:off x="5665600" y="2706079"/>
            <a:ext cx="5266560" cy="3145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>
                <a:solidFill>
                  <a:srgbClr val="000000"/>
                </a:solidFill>
              </a:rPr>
              <a:t>LEA2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6E74F6B-D47F-C0FA-6798-FEF15554D86D}"/>
              </a:ext>
            </a:extLst>
          </p:cNvPr>
          <p:cNvSpPr/>
          <p:nvPr/>
        </p:nvSpPr>
        <p:spPr>
          <a:xfrm>
            <a:off x="5167100" y="2843732"/>
            <a:ext cx="997001" cy="2639407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OPC UA- Server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DF25D775-3788-C7A1-8E79-24735D97F223}"/>
              </a:ext>
            </a:extLst>
          </p:cNvPr>
          <p:cNvCxnSpPr>
            <a:cxnSpLocks/>
            <a:stCxn id="33" idx="2"/>
            <a:endCxn id="33" idx="0"/>
          </p:cNvCxnSpPr>
          <p:nvPr/>
        </p:nvCxnSpPr>
        <p:spPr>
          <a:xfrm flipV="1">
            <a:off x="5665601" y="2843732"/>
            <a:ext cx="0" cy="2639407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99B63EC6-1B88-C281-5290-6DEBC7B35B0C}"/>
              </a:ext>
            </a:extLst>
          </p:cNvPr>
          <p:cNvSpPr/>
          <p:nvPr/>
        </p:nvSpPr>
        <p:spPr>
          <a:xfrm>
            <a:off x="5167100" y="2843734"/>
            <a:ext cx="922238" cy="606478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OPC UA- Client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71F9C93E-062D-4FEF-218C-C1D1BC60D85D}"/>
              </a:ext>
            </a:extLst>
          </p:cNvPr>
          <p:cNvSpPr/>
          <p:nvPr/>
        </p:nvSpPr>
        <p:spPr>
          <a:xfrm>
            <a:off x="5529309" y="3654245"/>
            <a:ext cx="213588" cy="213588"/>
          </a:xfrm>
          <a:prstGeom prst="ellipse">
            <a:avLst/>
          </a:prstGeom>
          <a:solidFill>
            <a:srgbClr val="DAE8FC"/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0DA1B22-6B53-53EC-C30A-6A4081505030}"/>
              </a:ext>
            </a:extLst>
          </p:cNvPr>
          <p:cNvSpPr/>
          <p:nvPr/>
        </p:nvSpPr>
        <p:spPr>
          <a:xfrm>
            <a:off x="6294645" y="2843729"/>
            <a:ext cx="2094124" cy="2639407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B4B5AEAA-3ABB-17CF-E62E-67923989B1CA}"/>
              </a:ext>
            </a:extLst>
          </p:cNvPr>
          <p:cNvSpPr/>
          <p:nvPr/>
        </p:nvSpPr>
        <p:spPr>
          <a:xfrm>
            <a:off x="5401189" y="3604574"/>
            <a:ext cx="229834" cy="315207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600" dirty="0">
              <a:solidFill>
                <a:srgbClr val="000000"/>
              </a:solidFill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D2527D15-01F6-E5A8-D0E1-BDAFC1C636F0}"/>
              </a:ext>
            </a:extLst>
          </p:cNvPr>
          <p:cNvCxnSpPr>
            <a:cxnSpLocks/>
            <a:stCxn id="29" idx="6"/>
            <a:endCxn id="42" idx="3"/>
          </p:cNvCxnSpPr>
          <p:nvPr/>
        </p:nvCxnSpPr>
        <p:spPr>
          <a:xfrm>
            <a:off x="4595789" y="3761037"/>
            <a:ext cx="1035234" cy="1141"/>
          </a:xfrm>
          <a:prstGeom prst="line">
            <a:avLst/>
          </a:prstGeom>
          <a:ln w="19050">
            <a:solidFill>
              <a:schemeClr val="accent3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hteck 47">
            <a:extLst>
              <a:ext uri="{FF2B5EF4-FFF2-40B4-BE49-F238E27FC236}">
                <a16:creationId xmlns:a16="http://schemas.microsoft.com/office/drawing/2014/main" id="{10BE28CD-3AB4-2856-AD03-AA1B6400876A}"/>
              </a:ext>
            </a:extLst>
          </p:cNvPr>
          <p:cNvSpPr/>
          <p:nvPr/>
        </p:nvSpPr>
        <p:spPr>
          <a:xfrm>
            <a:off x="8787493" y="2843727"/>
            <a:ext cx="2035732" cy="2639407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EDDFB6A5-4C7F-6B6B-309A-D2C955884D6C}"/>
              </a:ext>
            </a:extLst>
          </p:cNvPr>
          <p:cNvSpPr/>
          <p:nvPr/>
        </p:nvSpPr>
        <p:spPr>
          <a:xfrm>
            <a:off x="8329985" y="2843728"/>
            <a:ext cx="457508" cy="1228137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3AB90B0-4827-6ABF-AF7B-1A7CDE87FD59}"/>
              </a:ext>
            </a:extLst>
          </p:cNvPr>
          <p:cNvSpPr/>
          <p:nvPr/>
        </p:nvSpPr>
        <p:spPr>
          <a:xfrm>
            <a:off x="6423706" y="3009745"/>
            <a:ext cx="1759756" cy="2330658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Input Liste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D4C4B6BA-4F06-1874-C308-95A7D834CCBE}"/>
              </a:ext>
            </a:extLst>
          </p:cNvPr>
          <p:cNvSpPr/>
          <p:nvPr/>
        </p:nvSpPr>
        <p:spPr>
          <a:xfrm>
            <a:off x="8934016" y="3009745"/>
            <a:ext cx="1759756" cy="2330658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Output Liste</a:t>
            </a:r>
          </a:p>
        </p:txBody>
      </p: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898F5E5A-3976-0663-7642-74B9A12BB408}"/>
              </a:ext>
            </a:extLst>
          </p:cNvPr>
          <p:cNvCxnSpPr>
            <a:cxnSpLocks/>
          </p:cNvCxnSpPr>
          <p:nvPr/>
        </p:nvCxnSpPr>
        <p:spPr>
          <a:xfrm>
            <a:off x="6423706" y="4256670"/>
            <a:ext cx="1759756" cy="0"/>
          </a:xfrm>
          <a:prstGeom prst="line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" name="Rechteck 69">
            <a:extLst>
              <a:ext uri="{FF2B5EF4-FFF2-40B4-BE49-F238E27FC236}">
                <a16:creationId xmlns:a16="http://schemas.microsoft.com/office/drawing/2014/main" id="{43D1311F-9EC2-5A2B-A244-AC2048532096}"/>
              </a:ext>
            </a:extLst>
          </p:cNvPr>
          <p:cNvSpPr/>
          <p:nvPr/>
        </p:nvSpPr>
        <p:spPr>
          <a:xfrm>
            <a:off x="6537176" y="3450209"/>
            <a:ext cx="1514167" cy="62165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1A202CBB-1A98-4ED0-F5E5-CC4A43389201}"/>
              </a:ext>
            </a:extLst>
          </p:cNvPr>
          <p:cNvSpPr/>
          <p:nvPr/>
        </p:nvSpPr>
        <p:spPr>
          <a:xfrm>
            <a:off x="6531120" y="4567922"/>
            <a:ext cx="1514167" cy="621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Configurable</a:t>
            </a:r>
            <a:r>
              <a:rPr lang="de-DE" sz="1600" dirty="0">
                <a:solidFill>
                  <a:srgbClr val="000000"/>
                </a:solidFill>
              </a:rPr>
              <a:t>-Input (</a:t>
            </a:r>
            <a:r>
              <a:rPr lang="de-DE" sz="1600" dirty="0" err="1">
                <a:solidFill>
                  <a:srgbClr val="000000"/>
                </a:solidFill>
              </a:rPr>
              <a:t>UnionType</a:t>
            </a:r>
            <a:r>
              <a:rPr lang="de-DE" sz="1600" dirty="0">
                <a:solidFill>
                  <a:srgbClr val="000000"/>
                </a:solidFill>
              </a:rPr>
              <a:t>)</a:t>
            </a:r>
          </a:p>
        </p:txBody>
      </p:sp>
      <p:cxnSp>
        <p:nvCxnSpPr>
          <p:cNvPr id="75" name="Verbinder: gewinkelt 74">
            <a:extLst>
              <a:ext uri="{FF2B5EF4-FFF2-40B4-BE49-F238E27FC236}">
                <a16:creationId xmlns:a16="http://schemas.microsoft.com/office/drawing/2014/main" id="{7D1BF99D-3FBD-F95E-6918-2A36AE8E88C9}"/>
              </a:ext>
            </a:extLst>
          </p:cNvPr>
          <p:cNvCxnSpPr>
            <a:stCxn id="36" idx="6"/>
            <a:endCxn id="72" idx="1"/>
          </p:cNvCxnSpPr>
          <p:nvPr/>
        </p:nvCxnSpPr>
        <p:spPr>
          <a:xfrm>
            <a:off x="5742897" y="3761039"/>
            <a:ext cx="788223" cy="1117711"/>
          </a:xfrm>
          <a:prstGeom prst="bentConnector3">
            <a:avLst>
              <a:gd name="adj1" fmla="val 22557"/>
            </a:avLst>
          </a:prstGeom>
          <a:ln w="19050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F6C002EF-79D4-F88E-343E-D726BB9E1EF1}"/>
              </a:ext>
            </a:extLst>
          </p:cNvPr>
          <p:cNvCxnSpPr>
            <a:cxnSpLocks/>
          </p:cNvCxnSpPr>
          <p:nvPr/>
        </p:nvCxnSpPr>
        <p:spPr>
          <a:xfrm>
            <a:off x="8945681" y="4241492"/>
            <a:ext cx="1759756" cy="0"/>
          </a:xfrm>
          <a:prstGeom prst="line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Rechteck 77">
            <a:extLst>
              <a:ext uri="{FF2B5EF4-FFF2-40B4-BE49-F238E27FC236}">
                <a16:creationId xmlns:a16="http://schemas.microsoft.com/office/drawing/2014/main" id="{2C05AC47-DD6F-147C-2F3F-717DEA42BB3C}"/>
              </a:ext>
            </a:extLst>
          </p:cNvPr>
          <p:cNvSpPr/>
          <p:nvPr/>
        </p:nvSpPr>
        <p:spPr>
          <a:xfrm>
            <a:off x="9068983" y="3435031"/>
            <a:ext cx="1514167" cy="62165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LEA.Start</a:t>
            </a:r>
            <a:r>
              <a:rPr lang="de-DE" sz="1600" dirty="0">
                <a:solidFill>
                  <a:srgbClr val="000000"/>
                </a:solidFill>
              </a:rPr>
              <a:t> (</a:t>
            </a:r>
            <a:r>
              <a:rPr lang="de-DE" sz="1600" dirty="0" err="1">
                <a:solidFill>
                  <a:srgbClr val="000000"/>
                </a:solidFill>
              </a:rPr>
              <a:t>UnionType</a:t>
            </a:r>
            <a:r>
              <a:rPr lang="de-DE" sz="16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07ED0ED9-EC41-6738-1609-0C911E41CA64}"/>
              </a:ext>
            </a:extLst>
          </p:cNvPr>
          <p:cNvSpPr/>
          <p:nvPr/>
        </p:nvSpPr>
        <p:spPr>
          <a:xfrm>
            <a:off x="9062927" y="4552744"/>
            <a:ext cx="1514167" cy="621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…</a:t>
            </a:r>
          </a:p>
        </p:txBody>
      </p:sp>
      <p:cxnSp>
        <p:nvCxnSpPr>
          <p:cNvPr id="82" name="Verbinder: gewinkelt 81">
            <a:extLst>
              <a:ext uri="{FF2B5EF4-FFF2-40B4-BE49-F238E27FC236}">
                <a16:creationId xmlns:a16="http://schemas.microsoft.com/office/drawing/2014/main" id="{308F1AA8-196E-5680-063F-1369A2C29994}"/>
              </a:ext>
            </a:extLst>
          </p:cNvPr>
          <p:cNvCxnSpPr>
            <a:cxnSpLocks/>
            <a:stCxn id="72" idx="3"/>
            <a:endCxn id="78" idx="1"/>
          </p:cNvCxnSpPr>
          <p:nvPr/>
        </p:nvCxnSpPr>
        <p:spPr>
          <a:xfrm flipV="1">
            <a:off x="8045287" y="3745860"/>
            <a:ext cx="1023696" cy="1132890"/>
          </a:xfrm>
          <a:prstGeom prst="bentConnector3">
            <a:avLst>
              <a:gd name="adj1" fmla="val 24067"/>
            </a:avLst>
          </a:prstGeom>
          <a:ln w="38100">
            <a:solidFill>
              <a:schemeClr val="accent5">
                <a:lumMod val="50000"/>
              </a:schemeClr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76FB50D6-5DC1-8D09-9D35-C026408C5546}"/>
              </a:ext>
            </a:extLst>
          </p:cNvPr>
          <p:cNvSpPr/>
          <p:nvPr/>
        </p:nvSpPr>
        <p:spPr>
          <a:xfrm rot="16200000">
            <a:off x="7905950" y="4665743"/>
            <a:ext cx="1364364" cy="270426"/>
          </a:xfrm>
          <a:prstGeom prst="rect">
            <a:avLst/>
          </a:prstGeom>
          <a:solidFill>
            <a:srgbClr val="FFE6C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LEA-Dienst</a:t>
            </a:r>
          </a:p>
        </p:txBody>
      </p:sp>
      <p:cxnSp>
        <p:nvCxnSpPr>
          <p:cNvPr id="9" name="Verbinder: gewinkelt 8">
            <a:extLst>
              <a:ext uri="{FF2B5EF4-FFF2-40B4-BE49-F238E27FC236}">
                <a16:creationId xmlns:a16="http://schemas.microsoft.com/office/drawing/2014/main" id="{5446AA0E-5E45-65BE-6F9F-B7D012550B0C}"/>
              </a:ext>
            </a:extLst>
          </p:cNvPr>
          <p:cNvCxnSpPr>
            <a:cxnSpLocks/>
            <a:endCxn id="4" idx="3"/>
          </p:cNvCxnSpPr>
          <p:nvPr/>
        </p:nvCxnSpPr>
        <p:spPr>
          <a:xfrm rot="10800000" flipV="1">
            <a:off x="8588133" y="3919778"/>
            <a:ext cx="480853" cy="198995"/>
          </a:xfrm>
          <a:prstGeom prst="bentConnector2">
            <a:avLst/>
          </a:prstGeom>
          <a:ln w="19050">
            <a:solidFill>
              <a:schemeClr val="accent6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hteck 40">
            <a:extLst>
              <a:ext uri="{FF2B5EF4-FFF2-40B4-BE49-F238E27FC236}">
                <a16:creationId xmlns:a16="http://schemas.microsoft.com/office/drawing/2014/main" id="{1A7975E0-EC5F-7FFD-6529-446D9B67A17C}"/>
              </a:ext>
            </a:extLst>
          </p:cNvPr>
          <p:cNvSpPr/>
          <p:nvPr/>
        </p:nvSpPr>
        <p:spPr>
          <a:xfrm>
            <a:off x="3231413" y="2003420"/>
            <a:ext cx="1655548" cy="554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UnionElement</a:t>
            </a:r>
            <a:endParaRPr lang="de-DE" sz="1600" dirty="0">
              <a:solidFill>
                <a:srgbClr val="000000"/>
              </a:solidFill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ACA4ABEF-8B02-BEAE-C2D9-63B131E922D2}"/>
              </a:ext>
            </a:extLst>
          </p:cNvPr>
          <p:cNvSpPr/>
          <p:nvPr/>
        </p:nvSpPr>
        <p:spPr>
          <a:xfrm>
            <a:off x="5176827" y="2003419"/>
            <a:ext cx="2795179" cy="5599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de-DE" sz="1600" dirty="0" err="1">
                <a:solidFill>
                  <a:srgbClr val="000000"/>
                </a:solidFill>
              </a:rPr>
              <a:t>OpcUaClient</a:t>
            </a:r>
            <a:r>
              <a:rPr lang="de-DE" sz="1600" dirty="0">
                <a:solidFill>
                  <a:srgbClr val="000000"/>
                </a:solidFill>
              </a:rPr>
              <a:t>-</a:t>
            </a:r>
          </a:p>
          <a:p>
            <a:r>
              <a:rPr lang="de-DE" sz="1600" dirty="0" err="1">
                <a:solidFill>
                  <a:srgbClr val="000000"/>
                </a:solidFill>
              </a:rPr>
              <a:t>ServerManager</a:t>
            </a:r>
            <a:endParaRPr lang="de-DE" sz="1600" dirty="0">
              <a:solidFill>
                <a:srgbClr val="000000"/>
              </a:solidFill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A96DC550-8412-ECA7-F16F-0EE67E4A35D8}"/>
              </a:ext>
            </a:extLst>
          </p:cNvPr>
          <p:cNvSpPr/>
          <p:nvPr/>
        </p:nvSpPr>
        <p:spPr>
          <a:xfrm rot="16200000">
            <a:off x="-470355" y="3992508"/>
            <a:ext cx="3145357" cy="572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PLC-Implementierung </a:t>
            </a:r>
          </a:p>
          <a:p>
            <a:pPr algn="ctr"/>
            <a:r>
              <a:rPr lang="de-DE" sz="1600" dirty="0">
                <a:solidFill>
                  <a:srgbClr val="000000"/>
                </a:solidFill>
              </a:rPr>
              <a:t>(in Anlehnung an [Stu25])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E8A107C9-CEA6-B60B-FC8D-77B7CE9A6679}"/>
              </a:ext>
            </a:extLst>
          </p:cNvPr>
          <p:cNvSpPr/>
          <p:nvPr/>
        </p:nvSpPr>
        <p:spPr>
          <a:xfrm rot="16200000">
            <a:off x="19441" y="1238584"/>
            <a:ext cx="2165768" cy="5724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MTP-Abbildung</a:t>
            </a:r>
          </a:p>
          <a:p>
            <a:pPr algn="ctr"/>
            <a:r>
              <a:rPr lang="de-DE" sz="1600" dirty="0">
                <a:solidFill>
                  <a:srgbClr val="000000"/>
                </a:solidFill>
              </a:rPr>
              <a:t>(diese Dissertation) </a:t>
            </a:r>
            <a:endParaRPr lang="de-DE" sz="1600" dirty="0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EC988197-C56D-1D6F-EDED-1458E9BEE007}"/>
              </a:ext>
            </a:extLst>
          </p:cNvPr>
          <p:cNvSpPr/>
          <p:nvPr/>
        </p:nvSpPr>
        <p:spPr>
          <a:xfrm>
            <a:off x="1476733" y="2003418"/>
            <a:ext cx="1558408" cy="604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Schnittstellen-definitionen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73BAB470-9537-9ED8-EB02-5C190AB5DFA5}"/>
              </a:ext>
            </a:extLst>
          </p:cNvPr>
          <p:cNvSpPr/>
          <p:nvPr/>
        </p:nvSpPr>
        <p:spPr>
          <a:xfrm>
            <a:off x="1476733" y="441947"/>
            <a:ext cx="1558408" cy="1320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Modell-</a:t>
            </a:r>
            <a:r>
              <a:rPr lang="de-DE" sz="1600" dirty="0" err="1">
                <a:solidFill>
                  <a:srgbClr val="000000"/>
                </a:solidFill>
              </a:rPr>
              <a:t>defintionen</a:t>
            </a:r>
            <a:endParaRPr lang="de-DE" sz="1600" dirty="0">
              <a:solidFill>
                <a:srgbClr val="000000"/>
              </a:solidFill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96EC991F-9994-AC04-0FE3-1ADCA019BF5C}"/>
              </a:ext>
            </a:extLst>
          </p:cNvPr>
          <p:cNvSpPr/>
          <p:nvPr/>
        </p:nvSpPr>
        <p:spPr>
          <a:xfrm>
            <a:off x="3231412" y="1208585"/>
            <a:ext cx="1655547" cy="554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FixedInput</a:t>
            </a:r>
            <a:r>
              <a:rPr lang="de-DE" sz="1600" dirty="0">
                <a:solidFill>
                  <a:srgbClr val="000000"/>
                </a:solidFill>
              </a:rPr>
              <a:t>-Element</a:t>
            </a:r>
          </a:p>
        </p:txBody>
      </p: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F5C903D7-731E-C50B-CB60-3DE218C54999}"/>
              </a:ext>
            </a:extLst>
          </p:cNvPr>
          <p:cNvCxnSpPr>
            <a:cxnSpLocks/>
          </p:cNvCxnSpPr>
          <p:nvPr/>
        </p:nvCxnSpPr>
        <p:spPr>
          <a:xfrm>
            <a:off x="4070556" y="2550077"/>
            <a:ext cx="0" cy="121096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37BB90B7-7836-08A0-59E8-EB258600AEAF}"/>
              </a:ext>
            </a:extLst>
          </p:cNvPr>
          <p:cNvCxnSpPr>
            <a:cxnSpLocks/>
            <a:stCxn id="41" idx="0"/>
            <a:endCxn id="55" idx="2"/>
          </p:cNvCxnSpPr>
          <p:nvPr/>
        </p:nvCxnSpPr>
        <p:spPr>
          <a:xfrm flipH="1" flipV="1">
            <a:off x="4059186" y="1762831"/>
            <a:ext cx="1" cy="240589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327F62D6-18BE-0DD9-71B4-7F8E63A53DD7}"/>
              </a:ext>
            </a:extLst>
          </p:cNvPr>
          <p:cNvSpPr/>
          <p:nvPr/>
        </p:nvSpPr>
        <p:spPr>
          <a:xfrm>
            <a:off x="7047515" y="2045070"/>
            <a:ext cx="865998" cy="462073"/>
          </a:xfrm>
          <a:prstGeom prst="rect">
            <a:avLst/>
          </a:prstGeom>
          <a:solidFill>
            <a:srgbClr val="FBE9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Ua</a:t>
            </a:r>
            <a:r>
              <a:rPr lang="de-DE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-Reader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34BAB29B-84FF-13F9-9FBE-B6E1D240F45A}"/>
              </a:ext>
            </a:extLst>
          </p:cNvPr>
          <p:cNvSpPr/>
          <p:nvPr/>
        </p:nvSpPr>
        <p:spPr>
          <a:xfrm>
            <a:off x="5176827" y="441948"/>
            <a:ext cx="5646399" cy="554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ChoreographyParticipant</a:t>
            </a:r>
            <a:endParaRPr lang="de-DE" sz="1600" dirty="0">
              <a:solidFill>
                <a:srgbClr val="000000"/>
              </a:solidFill>
            </a:endParaRPr>
          </a:p>
        </p:txBody>
      </p: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4B38460B-5E13-97B9-D0F1-1E80534847BE}"/>
              </a:ext>
            </a:extLst>
          </p:cNvPr>
          <p:cNvCxnSpPr>
            <a:cxnSpLocks/>
          </p:cNvCxnSpPr>
          <p:nvPr/>
        </p:nvCxnSpPr>
        <p:spPr>
          <a:xfrm>
            <a:off x="5525828" y="2563346"/>
            <a:ext cx="0" cy="280388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C911A730-6E41-F2E5-2799-AFD93BE4EE76}"/>
              </a:ext>
            </a:extLst>
          </p:cNvPr>
          <p:cNvCxnSpPr>
            <a:cxnSpLocks/>
          </p:cNvCxnSpPr>
          <p:nvPr/>
        </p:nvCxnSpPr>
        <p:spPr>
          <a:xfrm>
            <a:off x="7670291" y="1752837"/>
            <a:ext cx="0" cy="30324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hteck 93">
            <a:extLst>
              <a:ext uri="{FF2B5EF4-FFF2-40B4-BE49-F238E27FC236}">
                <a16:creationId xmlns:a16="http://schemas.microsoft.com/office/drawing/2014/main" id="{8097AF5F-E536-4A27-FC99-934948D7D165}"/>
              </a:ext>
            </a:extLst>
          </p:cNvPr>
          <p:cNvSpPr/>
          <p:nvPr/>
        </p:nvSpPr>
        <p:spPr>
          <a:xfrm>
            <a:off x="8029022" y="1998326"/>
            <a:ext cx="2792288" cy="5599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Choreography</a:t>
            </a:r>
            <a:r>
              <a:rPr lang="de-DE" sz="1600" dirty="0">
                <a:solidFill>
                  <a:srgbClr val="000000"/>
                </a:solidFill>
              </a:rPr>
              <a:t>-</a:t>
            </a:r>
          </a:p>
          <a:p>
            <a:pPr algn="ctr"/>
            <a:r>
              <a:rPr lang="de-DE" sz="1600" dirty="0" err="1">
                <a:solidFill>
                  <a:srgbClr val="000000"/>
                </a:solidFill>
              </a:rPr>
              <a:t>ParticipantManager</a:t>
            </a:r>
            <a:endParaRPr lang="de-DE" sz="1600" dirty="0">
              <a:solidFill>
                <a:srgbClr val="000000"/>
              </a:solidFill>
            </a:endParaRP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CDA4A86F-3F9E-AA01-3BF6-F82D51E91882}"/>
              </a:ext>
            </a:extLst>
          </p:cNvPr>
          <p:cNvSpPr/>
          <p:nvPr/>
        </p:nvSpPr>
        <p:spPr>
          <a:xfrm>
            <a:off x="9533258" y="1217594"/>
            <a:ext cx="1288052" cy="554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FixedOutput</a:t>
            </a:r>
            <a:r>
              <a:rPr lang="de-DE" sz="1600" dirty="0">
                <a:solidFill>
                  <a:srgbClr val="000000"/>
                </a:solidFill>
              </a:rPr>
              <a:t>-Element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1BCFA5FE-61F2-58F0-C4EF-B6202FA0FDDF}"/>
              </a:ext>
            </a:extLst>
          </p:cNvPr>
          <p:cNvSpPr/>
          <p:nvPr/>
        </p:nvSpPr>
        <p:spPr>
          <a:xfrm>
            <a:off x="10281904" y="2045070"/>
            <a:ext cx="488606" cy="462073"/>
          </a:xfrm>
          <a:prstGeom prst="rect">
            <a:avLst/>
          </a:prstGeom>
          <a:solidFill>
            <a:srgbClr val="FBE9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Out-</a:t>
            </a:r>
            <a:r>
              <a:rPr lang="de-DE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put</a:t>
            </a:r>
            <a:endParaRPr lang="de-DE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C0C1973C-5349-9D3F-808E-FCC1FB127D35}"/>
              </a:ext>
            </a:extLst>
          </p:cNvPr>
          <p:cNvCxnSpPr>
            <a:cxnSpLocks/>
          </p:cNvCxnSpPr>
          <p:nvPr/>
        </p:nvCxnSpPr>
        <p:spPr>
          <a:xfrm>
            <a:off x="10368346" y="1771840"/>
            <a:ext cx="0" cy="284237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850872BA-CCF6-430D-56EC-0768D326099B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7160118" y="996194"/>
            <a:ext cx="0" cy="21703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F57CA649-B29B-7DC1-6420-98D1CDB04426}"/>
              </a:ext>
            </a:extLst>
          </p:cNvPr>
          <p:cNvCxnSpPr>
            <a:cxnSpLocks/>
          </p:cNvCxnSpPr>
          <p:nvPr/>
        </p:nvCxnSpPr>
        <p:spPr>
          <a:xfrm flipV="1">
            <a:off x="10350004" y="996194"/>
            <a:ext cx="0" cy="2214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1CECEA23-470F-3E9A-7EFD-A52F78FBE452}"/>
              </a:ext>
            </a:extLst>
          </p:cNvPr>
          <p:cNvCxnSpPr>
            <a:cxnSpLocks/>
          </p:cNvCxnSpPr>
          <p:nvPr/>
        </p:nvCxnSpPr>
        <p:spPr>
          <a:xfrm flipV="1">
            <a:off x="8955513" y="996194"/>
            <a:ext cx="0" cy="1007226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E2FE5261-578A-EE87-6DFF-C9A772541DAB}"/>
              </a:ext>
            </a:extLst>
          </p:cNvPr>
          <p:cNvCxnSpPr>
            <a:cxnSpLocks/>
          </p:cNvCxnSpPr>
          <p:nvPr/>
        </p:nvCxnSpPr>
        <p:spPr>
          <a:xfrm flipH="1" flipV="1">
            <a:off x="10420536" y="2507143"/>
            <a:ext cx="3286" cy="927888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Verbinder: gewinkelt 128">
            <a:extLst>
              <a:ext uri="{FF2B5EF4-FFF2-40B4-BE49-F238E27FC236}">
                <a16:creationId xmlns:a16="http://schemas.microsoft.com/office/drawing/2014/main" id="{12B08291-0E64-74FA-BFE1-A1BCA0465B26}"/>
              </a:ext>
            </a:extLst>
          </p:cNvPr>
          <p:cNvCxnSpPr>
            <a:stCxn id="56" idx="1"/>
          </p:cNvCxnSpPr>
          <p:nvPr/>
        </p:nvCxnSpPr>
        <p:spPr>
          <a:xfrm rot="10800000" flipV="1">
            <a:off x="5516106" y="1490350"/>
            <a:ext cx="999986" cy="507975"/>
          </a:xfrm>
          <a:prstGeom prst="bentConnector3">
            <a:avLst>
              <a:gd name="adj1" fmla="val 100145"/>
            </a:avLst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feld 130">
            <a:extLst>
              <a:ext uri="{FF2B5EF4-FFF2-40B4-BE49-F238E27FC236}">
                <a16:creationId xmlns:a16="http://schemas.microsoft.com/office/drawing/2014/main" id="{D15EFFB2-546A-0B6D-99EA-573706600484}"/>
              </a:ext>
            </a:extLst>
          </p:cNvPr>
          <p:cNvSpPr txBox="1"/>
          <p:nvPr/>
        </p:nvSpPr>
        <p:spPr>
          <a:xfrm>
            <a:off x="7090311" y="915819"/>
            <a:ext cx="997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InputList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837AC6EC-3B94-6BB2-5F9C-44DE9270BE16}"/>
              </a:ext>
            </a:extLst>
          </p:cNvPr>
          <p:cNvSpPr txBox="1"/>
          <p:nvPr/>
        </p:nvSpPr>
        <p:spPr>
          <a:xfrm>
            <a:off x="9248514" y="922060"/>
            <a:ext cx="1181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OutputList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8" name="Textfeld 137">
            <a:extLst>
              <a:ext uri="{FF2B5EF4-FFF2-40B4-BE49-F238E27FC236}">
                <a16:creationId xmlns:a16="http://schemas.microsoft.com/office/drawing/2014/main" id="{03BA4490-E8DB-867E-E00D-9BD17D6753EA}"/>
              </a:ext>
            </a:extLst>
          </p:cNvPr>
          <p:cNvSpPr txBox="1"/>
          <p:nvPr/>
        </p:nvSpPr>
        <p:spPr>
          <a:xfrm>
            <a:off x="8599242" y="1230359"/>
            <a:ext cx="669548" cy="338554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RefId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9" name="Textfeld 138">
            <a:extLst>
              <a:ext uri="{FF2B5EF4-FFF2-40B4-BE49-F238E27FC236}">
                <a16:creationId xmlns:a16="http://schemas.microsoft.com/office/drawing/2014/main" id="{BDE96D6B-DF13-410E-D3D9-CE2D68F900DB}"/>
              </a:ext>
            </a:extLst>
          </p:cNvPr>
          <p:cNvSpPr txBox="1"/>
          <p:nvPr/>
        </p:nvSpPr>
        <p:spPr>
          <a:xfrm>
            <a:off x="5290219" y="1180445"/>
            <a:ext cx="857388" cy="584775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</p:spPr>
        <p:txBody>
          <a:bodyPr wrap="square" lIns="0" rIns="0" rtlCol="0" anchor="ctr" anchorCtr="0">
            <a:spAutoFit/>
          </a:bodyPr>
          <a:lstStyle/>
          <a:p>
            <a:pPr algn="ctr"/>
            <a:r>
              <a:rPr lang="de-DE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Manager-Link</a:t>
            </a:r>
          </a:p>
        </p:txBody>
      </p:sp>
      <p:sp>
        <p:nvSpPr>
          <p:cNvPr id="156" name="Rechteck 155">
            <a:extLst>
              <a:ext uri="{FF2B5EF4-FFF2-40B4-BE49-F238E27FC236}">
                <a16:creationId xmlns:a16="http://schemas.microsoft.com/office/drawing/2014/main" id="{A49F9FAB-87AC-D384-E339-F67A3117AAA6}"/>
              </a:ext>
            </a:extLst>
          </p:cNvPr>
          <p:cNvSpPr/>
          <p:nvPr/>
        </p:nvSpPr>
        <p:spPr>
          <a:xfrm>
            <a:off x="3237030" y="436854"/>
            <a:ext cx="1649930" cy="554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Choreography-Participant</a:t>
            </a:r>
            <a:endParaRPr lang="de-DE" sz="1600" dirty="0">
              <a:solidFill>
                <a:srgbClr val="000000"/>
              </a:solidFill>
            </a:endParaRPr>
          </a:p>
        </p:txBody>
      </p: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B9751E86-8F37-F501-C0F0-1842BF52C958}"/>
              </a:ext>
            </a:extLst>
          </p:cNvPr>
          <p:cNvCxnSpPr>
            <a:cxnSpLocks/>
          </p:cNvCxnSpPr>
          <p:nvPr/>
        </p:nvCxnSpPr>
        <p:spPr>
          <a:xfrm flipV="1">
            <a:off x="4069042" y="992734"/>
            <a:ext cx="0" cy="21703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feld 157">
            <a:extLst>
              <a:ext uri="{FF2B5EF4-FFF2-40B4-BE49-F238E27FC236}">
                <a16:creationId xmlns:a16="http://schemas.microsoft.com/office/drawing/2014/main" id="{EDF95A6B-3CBF-0601-F221-18E576FD00CA}"/>
              </a:ext>
            </a:extLst>
          </p:cNvPr>
          <p:cNvSpPr txBox="1"/>
          <p:nvPr/>
        </p:nvSpPr>
        <p:spPr>
          <a:xfrm>
            <a:off x="3969739" y="922519"/>
            <a:ext cx="997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InputList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9" name="Rechteck 168">
            <a:extLst>
              <a:ext uri="{FF2B5EF4-FFF2-40B4-BE49-F238E27FC236}">
                <a16:creationId xmlns:a16="http://schemas.microsoft.com/office/drawing/2014/main" id="{7A08953A-C5EF-BBF3-F0FF-51784E0410EA}"/>
              </a:ext>
            </a:extLst>
          </p:cNvPr>
          <p:cNvSpPr/>
          <p:nvPr/>
        </p:nvSpPr>
        <p:spPr>
          <a:xfrm>
            <a:off x="8126753" y="2040179"/>
            <a:ext cx="419534" cy="462073"/>
          </a:xfrm>
          <a:prstGeom prst="rect">
            <a:avLst/>
          </a:prstGeom>
          <a:solidFill>
            <a:srgbClr val="FBE9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In-</a:t>
            </a:r>
            <a:r>
              <a:rPr lang="de-DE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put</a:t>
            </a:r>
            <a:endParaRPr lang="de-DE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43" name="Verbinder: gewinkelt 142">
            <a:extLst>
              <a:ext uri="{FF2B5EF4-FFF2-40B4-BE49-F238E27FC236}">
                <a16:creationId xmlns:a16="http://schemas.microsoft.com/office/drawing/2014/main" id="{CAD58018-F0B7-E3B0-9A87-89442EA11718}"/>
              </a:ext>
            </a:extLst>
          </p:cNvPr>
          <p:cNvCxnSpPr>
            <a:cxnSpLocks/>
            <a:stCxn id="56" idx="3"/>
            <a:endCxn id="169" idx="0"/>
          </p:cNvCxnSpPr>
          <p:nvPr/>
        </p:nvCxnSpPr>
        <p:spPr>
          <a:xfrm>
            <a:off x="7804144" y="1490351"/>
            <a:ext cx="532376" cy="549828"/>
          </a:xfrm>
          <a:prstGeom prst="bentConnector2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feld 148">
            <a:extLst>
              <a:ext uri="{FF2B5EF4-FFF2-40B4-BE49-F238E27FC236}">
                <a16:creationId xmlns:a16="http://schemas.microsoft.com/office/drawing/2014/main" id="{EE07586B-7ADA-1B40-999E-6C1BA1267EC0}"/>
              </a:ext>
            </a:extLst>
          </p:cNvPr>
          <p:cNvSpPr txBox="1"/>
          <p:nvPr/>
        </p:nvSpPr>
        <p:spPr>
          <a:xfrm>
            <a:off x="7881605" y="1552904"/>
            <a:ext cx="997001" cy="338554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Index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5F31B32F-699D-7284-D06B-0B1D8E817D17}"/>
              </a:ext>
            </a:extLst>
          </p:cNvPr>
          <p:cNvSpPr/>
          <p:nvPr/>
        </p:nvSpPr>
        <p:spPr>
          <a:xfrm>
            <a:off x="6516092" y="1213228"/>
            <a:ext cx="1288052" cy="554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Configurable-InputElement</a:t>
            </a:r>
            <a:endParaRPr lang="de-DE" sz="1600" dirty="0">
              <a:solidFill>
                <a:srgbClr val="000000"/>
              </a:solidFill>
            </a:endParaRPr>
          </a:p>
        </p:txBody>
      </p:sp>
      <p:sp>
        <p:nvSpPr>
          <p:cNvPr id="182" name="Textfeld 181">
            <a:extLst>
              <a:ext uri="{FF2B5EF4-FFF2-40B4-BE49-F238E27FC236}">
                <a16:creationId xmlns:a16="http://schemas.microsoft.com/office/drawing/2014/main" id="{1874985B-769D-2569-C4B0-137699070C1E}"/>
              </a:ext>
            </a:extLst>
          </p:cNvPr>
          <p:cNvSpPr txBox="1"/>
          <p:nvPr/>
        </p:nvSpPr>
        <p:spPr>
          <a:xfrm>
            <a:off x="4404542" y="3430913"/>
            <a:ext cx="997001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1600" dirty="0">
                <a:solidFill>
                  <a:schemeClr val="accent3">
                    <a:lumMod val="50000"/>
                  </a:schemeClr>
                </a:solidFill>
              </a:rPr>
              <a:t>Node-ID</a:t>
            </a:r>
          </a:p>
        </p:txBody>
      </p:sp>
      <p:cxnSp>
        <p:nvCxnSpPr>
          <p:cNvPr id="183" name="Verbinder: gewinkelt 182">
            <a:extLst>
              <a:ext uri="{FF2B5EF4-FFF2-40B4-BE49-F238E27FC236}">
                <a16:creationId xmlns:a16="http://schemas.microsoft.com/office/drawing/2014/main" id="{6C967A5D-8904-370E-B0CA-A71ADC09A1E4}"/>
              </a:ext>
            </a:extLst>
          </p:cNvPr>
          <p:cNvCxnSpPr>
            <a:cxnSpLocks/>
            <a:stCxn id="169" idx="2"/>
          </p:cNvCxnSpPr>
          <p:nvPr/>
        </p:nvCxnSpPr>
        <p:spPr>
          <a:xfrm rot="5400000">
            <a:off x="6906098" y="3137500"/>
            <a:ext cx="2065670" cy="795174"/>
          </a:xfrm>
          <a:prstGeom prst="bentConnector3">
            <a:avLst>
              <a:gd name="adj1" fmla="val 41639"/>
            </a:avLst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echteck 201">
            <a:extLst>
              <a:ext uri="{FF2B5EF4-FFF2-40B4-BE49-F238E27FC236}">
                <a16:creationId xmlns:a16="http://schemas.microsoft.com/office/drawing/2014/main" id="{F52F24A7-3C87-24B2-F9C0-B1C71C094780}"/>
              </a:ext>
            </a:extLst>
          </p:cNvPr>
          <p:cNvSpPr/>
          <p:nvPr/>
        </p:nvSpPr>
        <p:spPr>
          <a:xfrm>
            <a:off x="5924050" y="3947621"/>
            <a:ext cx="175899" cy="462073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solidFill>
                <a:srgbClr val="000000"/>
              </a:solidFill>
            </a:endParaRPr>
          </a:p>
        </p:txBody>
      </p:sp>
      <p:cxnSp>
        <p:nvCxnSpPr>
          <p:cNvPr id="203" name="Verbinder: gewinkelt 202">
            <a:extLst>
              <a:ext uri="{FF2B5EF4-FFF2-40B4-BE49-F238E27FC236}">
                <a16:creationId xmlns:a16="http://schemas.microsoft.com/office/drawing/2014/main" id="{2F4A4B14-BADE-B01A-1B75-9826CAD2E9AF}"/>
              </a:ext>
            </a:extLst>
          </p:cNvPr>
          <p:cNvCxnSpPr>
            <a:cxnSpLocks/>
            <a:stCxn id="67" idx="2"/>
            <a:endCxn id="202" idx="0"/>
          </p:cNvCxnSpPr>
          <p:nvPr/>
        </p:nvCxnSpPr>
        <p:spPr>
          <a:xfrm rot="5400000">
            <a:off x="6026018" y="2493125"/>
            <a:ext cx="1440478" cy="1468514"/>
          </a:xfrm>
          <a:prstGeom prst="bentConnector3">
            <a:avLst>
              <a:gd name="adj1" fmla="val 18789"/>
            </a:avLst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8973A2AE-AE83-E2A2-9415-893359367F3D}"/>
              </a:ext>
            </a:extLst>
          </p:cNvPr>
          <p:cNvSpPr/>
          <p:nvPr/>
        </p:nvSpPr>
        <p:spPr>
          <a:xfrm>
            <a:off x="5239955" y="3947621"/>
            <a:ext cx="851287" cy="462073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Ua</a:t>
            </a:r>
            <a:r>
              <a:rPr lang="de-DE" sz="1600" dirty="0">
                <a:solidFill>
                  <a:srgbClr val="000000"/>
                </a:solidFill>
              </a:rPr>
              <a:t>-Reader</a:t>
            </a:r>
          </a:p>
        </p:txBody>
      </p:sp>
      <p:cxnSp>
        <p:nvCxnSpPr>
          <p:cNvPr id="221" name="Gerader Verbinder 220">
            <a:extLst>
              <a:ext uri="{FF2B5EF4-FFF2-40B4-BE49-F238E27FC236}">
                <a16:creationId xmlns:a16="http://schemas.microsoft.com/office/drawing/2014/main" id="{1071B4D3-DDB7-AD35-5F4D-A36FE36DF96B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9425166" y="2558253"/>
            <a:ext cx="0" cy="308761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hteck 224">
            <a:extLst>
              <a:ext uri="{FF2B5EF4-FFF2-40B4-BE49-F238E27FC236}">
                <a16:creationId xmlns:a16="http://schemas.microsoft.com/office/drawing/2014/main" id="{D7F409AF-DDD2-084C-8E61-E671229E2ECF}"/>
              </a:ext>
            </a:extLst>
          </p:cNvPr>
          <p:cNvSpPr/>
          <p:nvPr/>
        </p:nvSpPr>
        <p:spPr>
          <a:xfrm rot="16200000">
            <a:off x="3204566" y="4679393"/>
            <a:ext cx="1598987" cy="34340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pPr algn="ctr"/>
            <a:endParaRPr lang="de-DE" sz="1600" b="1" dirty="0">
              <a:solidFill>
                <a:srgbClr val="000000"/>
              </a:solidFill>
            </a:endParaRPr>
          </a:p>
        </p:txBody>
      </p:sp>
      <p:sp>
        <p:nvSpPr>
          <p:cNvPr id="224" name="Rechteck 223">
            <a:extLst>
              <a:ext uri="{FF2B5EF4-FFF2-40B4-BE49-F238E27FC236}">
                <a16:creationId xmlns:a16="http://schemas.microsoft.com/office/drawing/2014/main" id="{45BD058A-4A6D-8EB6-A04D-DA5167ACA43A}"/>
              </a:ext>
            </a:extLst>
          </p:cNvPr>
          <p:cNvSpPr/>
          <p:nvPr/>
        </p:nvSpPr>
        <p:spPr>
          <a:xfrm rot="16200000">
            <a:off x="3285388" y="4665746"/>
            <a:ext cx="1364364" cy="270426"/>
          </a:xfrm>
          <a:prstGeom prst="rect">
            <a:avLst/>
          </a:prstGeom>
          <a:solidFill>
            <a:srgbClr val="FFE6C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LEA-Dienst</a:t>
            </a:r>
          </a:p>
        </p:txBody>
      </p:sp>
      <p:cxnSp>
        <p:nvCxnSpPr>
          <p:cNvPr id="226" name="Verbinder: gewinkelt 225">
            <a:extLst>
              <a:ext uri="{FF2B5EF4-FFF2-40B4-BE49-F238E27FC236}">
                <a16:creationId xmlns:a16="http://schemas.microsoft.com/office/drawing/2014/main" id="{4C71F375-F851-2F0D-C3FE-C58409B2997F}"/>
              </a:ext>
            </a:extLst>
          </p:cNvPr>
          <p:cNvCxnSpPr>
            <a:cxnSpLocks/>
          </p:cNvCxnSpPr>
          <p:nvPr/>
        </p:nvCxnSpPr>
        <p:spPr>
          <a:xfrm rot="16200000" flipV="1">
            <a:off x="3635317" y="3786524"/>
            <a:ext cx="203318" cy="461188"/>
          </a:xfrm>
          <a:prstGeom prst="bentConnector2">
            <a:avLst/>
          </a:prstGeom>
          <a:ln w="19050">
            <a:solidFill>
              <a:schemeClr val="accent6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8DE33A67-C655-590B-EDDF-ED59724A5E25}"/>
              </a:ext>
            </a:extLst>
          </p:cNvPr>
          <p:cNvSpPr txBox="1"/>
          <p:nvPr/>
        </p:nvSpPr>
        <p:spPr>
          <a:xfrm>
            <a:off x="816077" y="5828111"/>
            <a:ext cx="10110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1) Aus Gründen der Übersichtlichkeit wurden der </a:t>
            </a:r>
            <a:r>
              <a:rPr lang="de-DE" sz="1400" dirty="0" err="1"/>
              <a:t>ChoreographyParticipantManager</a:t>
            </a:r>
            <a:r>
              <a:rPr lang="de-DE" sz="1400" dirty="0"/>
              <a:t> sowie der </a:t>
            </a:r>
            <a:r>
              <a:rPr lang="de-DE" sz="1400" dirty="0" err="1"/>
              <a:t>OpcUaClientServerManager</a:t>
            </a:r>
            <a:r>
              <a:rPr lang="de-DE" sz="1400" dirty="0"/>
              <a:t> hier nicht dargestellt.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0961A03-E63E-B042-07B8-FFFFFC2FFB01}"/>
              </a:ext>
            </a:extLst>
          </p:cNvPr>
          <p:cNvSpPr txBox="1"/>
          <p:nvPr/>
        </p:nvSpPr>
        <p:spPr>
          <a:xfrm>
            <a:off x="4710615" y="30712"/>
            <a:ext cx="343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1632883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hteck 86">
            <a:extLst>
              <a:ext uri="{FF2B5EF4-FFF2-40B4-BE49-F238E27FC236}">
                <a16:creationId xmlns:a16="http://schemas.microsoft.com/office/drawing/2014/main" id="{F2024C1D-981B-92F4-BE99-E55AFBBA0A69}"/>
              </a:ext>
            </a:extLst>
          </p:cNvPr>
          <p:cNvSpPr/>
          <p:nvPr/>
        </p:nvSpPr>
        <p:spPr>
          <a:xfrm>
            <a:off x="1487877" y="71120"/>
            <a:ext cx="5777890" cy="2532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dirty="0">
                <a:solidFill>
                  <a:srgbClr val="000000"/>
                </a:solidFill>
              </a:rPr>
              <a:t>MTP LEA1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13EF3ED-15A0-7EB7-E651-563C2087FEFF}"/>
              </a:ext>
            </a:extLst>
          </p:cNvPr>
          <p:cNvSpPr/>
          <p:nvPr/>
        </p:nvSpPr>
        <p:spPr>
          <a:xfrm>
            <a:off x="1476732" y="2702220"/>
            <a:ext cx="5290533" cy="3145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>
                <a:solidFill>
                  <a:srgbClr val="000000"/>
                </a:solidFill>
              </a:rPr>
              <a:t>LEA1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FBB708D-6EAA-CD46-BD03-787A207D5592}"/>
              </a:ext>
            </a:extLst>
          </p:cNvPr>
          <p:cNvSpPr/>
          <p:nvPr/>
        </p:nvSpPr>
        <p:spPr>
          <a:xfrm>
            <a:off x="1731538" y="2839872"/>
            <a:ext cx="2035535" cy="2639407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F05B491-6ECA-0C62-F3B2-05A1F5BCC13F}"/>
              </a:ext>
            </a:extLst>
          </p:cNvPr>
          <p:cNvSpPr/>
          <p:nvPr/>
        </p:nvSpPr>
        <p:spPr>
          <a:xfrm>
            <a:off x="1875477" y="3005886"/>
            <a:ext cx="1759756" cy="2330658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Input Liste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40C29AC-9DFF-1811-B151-35E8AEBBE4D5}"/>
              </a:ext>
            </a:extLst>
          </p:cNvPr>
          <p:cNvCxnSpPr>
            <a:cxnSpLocks/>
          </p:cNvCxnSpPr>
          <p:nvPr/>
        </p:nvCxnSpPr>
        <p:spPr>
          <a:xfrm>
            <a:off x="1875477" y="4252811"/>
            <a:ext cx="1759756" cy="0"/>
          </a:xfrm>
          <a:prstGeom prst="line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34606320-D4B5-A547-78E7-F84E9A7484FC}"/>
              </a:ext>
            </a:extLst>
          </p:cNvPr>
          <p:cNvSpPr/>
          <p:nvPr/>
        </p:nvSpPr>
        <p:spPr>
          <a:xfrm>
            <a:off x="1998271" y="3446350"/>
            <a:ext cx="1514167" cy="62165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LEA1.Execute</a:t>
            </a:r>
          </a:p>
          <a:p>
            <a:pPr algn="ctr"/>
            <a:r>
              <a:rPr lang="de-DE" sz="1600" dirty="0">
                <a:solidFill>
                  <a:srgbClr val="000000"/>
                </a:solidFill>
              </a:rPr>
              <a:t>(</a:t>
            </a:r>
            <a:r>
              <a:rPr lang="de-DE" sz="1600" dirty="0" err="1">
                <a:solidFill>
                  <a:srgbClr val="000000"/>
                </a:solidFill>
              </a:rPr>
              <a:t>UnionType</a:t>
            </a:r>
            <a:r>
              <a:rPr lang="de-DE" sz="16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E77B6BD-70C2-EA1A-F119-521D5B25BDD7}"/>
              </a:ext>
            </a:extLst>
          </p:cNvPr>
          <p:cNvSpPr/>
          <p:nvPr/>
        </p:nvSpPr>
        <p:spPr>
          <a:xfrm>
            <a:off x="1992215" y="4564063"/>
            <a:ext cx="1514167" cy="621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00000"/>
                </a:solidFill>
              </a:rPr>
              <a:t>…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E4045D6-8C3B-8607-6765-59147784E16F}"/>
              </a:ext>
            </a:extLst>
          </p:cNvPr>
          <p:cNvCxnSpPr>
            <a:cxnSpLocks/>
          </p:cNvCxnSpPr>
          <p:nvPr/>
        </p:nvCxnSpPr>
        <p:spPr>
          <a:xfrm flipV="1">
            <a:off x="4479165" y="2839871"/>
            <a:ext cx="0" cy="2639407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8A512293-402B-51ED-AC02-A0A3E2887239}"/>
              </a:ext>
            </a:extLst>
          </p:cNvPr>
          <p:cNvSpPr/>
          <p:nvPr/>
        </p:nvSpPr>
        <p:spPr>
          <a:xfrm rot="16200000">
            <a:off x="-470355" y="3988649"/>
            <a:ext cx="3145357" cy="572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PLC-Implementierung </a:t>
            </a:r>
          </a:p>
          <a:p>
            <a:pPr algn="ctr"/>
            <a:r>
              <a:rPr lang="de-DE" sz="1600" dirty="0">
                <a:solidFill>
                  <a:srgbClr val="000000"/>
                </a:solidFill>
              </a:rPr>
              <a:t>(in Anlehnung an [Stu25])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E61191D-0425-11BD-2699-76849BD8B6EC}"/>
              </a:ext>
            </a:extLst>
          </p:cNvPr>
          <p:cNvSpPr/>
          <p:nvPr/>
        </p:nvSpPr>
        <p:spPr>
          <a:xfrm>
            <a:off x="4166931" y="2839871"/>
            <a:ext cx="2035732" cy="2639407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E575EA5-9467-C7D0-039E-CACB919B3A9A}"/>
              </a:ext>
            </a:extLst>
          </p:cNvPr>
          <p:cNvSpPr/>
          <p:nvPr/>
        </p:nvSpPr>
        <p:spPr>
          <a:xfrm>
            <a:off x="3709423" y="2839872"/>
            <a:ext cx="457508" cy="1228137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1CB0049-377A-DB6A-1870-E4E778E7C6AB}"/>
              </a:ext>
            </a:extLst>
          </p:cNvPr>
          <p:cNvSpPr/>
          <p:nvPr/>
        </p:nvSpPr>
        <p:spPr>
          <a:xfrm>
            <a:off x="4313454" y="3005889"/>
            <a:ext cx="1759756" cy="2330658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Output Liste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021C9674-EAAA-055D-06F3-C39D093BFBA5}"/>
              </a:ext>
            </a:extLst>
          </p:cNvPr>
          <p:cNvCxnSpPr>
            <a:cxnSpLocks/>
          </p:cNvCxnSpPr>
          <p:nvPr/>
        </p:nvCxnSpPr>
        <p:spPr>
          <a:xfrm>
            <a:off x="4325119" y="4237636"/>
            <a:ext cx="1759756" cy="0"/>
          </a:xfrm>
          <a:prstGeom prst="line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A30D72E0-CAC1-459A-8C60-9E054B5BB2D3}"/>
              </a:ext>
            </a:extLst>
          </p:cNvPr>
          <p:cNvSpPr/>
          <p:nvPr/>
        </p:nvSpPr>
        <p:spPr>
          <a:xfrm>
            <a:off x="4448421" y="3431175"/>
            <a:ext cx="1514167" cy="62165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DE55039-DF62-E7D2-88FF-ED1D8D8AFAF9}"/>
              </a:ext>
            </a:extLst>
          </p:cNvPr>
          <p:cNvSpPr/>
          <p:nvPr/>
        </p:nvSpPr>
        <p:spPr>
          <a:xfrm>
            <a:off x="4442365" y="4548888"/>
            <a:ext cx="1514167" cy="621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ConfigurableOut-put</a:t>
            </a:r>
            <a:r>
              <a:rPr lang="de-DE" sz="1600" dirty="0">
                <a:solidFill>
                  <a:srgbClr val="000000"/>
                </a:solidFill>
              </a:rPr>
              <a:t> (</a:t>
            </a:r>
            <a:r>
              <a:rPr lang="de-DE" sz="1600" dirty="0" err="1">
                <a:solidFill>
                  <a:srgbClr val="000000"/>
                </a:solidFill>
              </a:rPr>
              <a:t>UnionType</a:t>
            </a:r>
            <a:r>
              <a:rPr lang="de-DE" sz="16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122DDA1-8CAD-2885-5E5F-093A296DA7BA}"/>
              </a:ext>
            </a:extLst>
          </p:cNvPr>
          <p:cNvSpPr/>
          <p:nvPr/>
        </p:nvSpPr>
        <p:spPr>
          <a:xfrm rot="16200000">
            <a:off x="3285388" y="4661887"/>
            <a:ext cx="1364364" cy="270426"/>
          </a:xfrm>
          <a:prstGeom prst="rect">
            <a:avLst/>
          </a:prstGeom>
          <a:solidFill>
            <a:srgbClr val="FFE6C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LEA-Dienst</a:t>
            </a:r>
          </a:p>
        </p:txBody>
      </p:sp>
      <p:cxnSp>
        <p:nvCxnSpPr>
          <p:cNvPr id="24" name="Verbinder: gewinkelt 23">
            <a:extLst>
              <a:ext uri="{FF2B5EF4-FFF2-40B4-BE49-F238E27FC236}">
                <a16:creationId xmlns:a16="http://schemas.microsoft.com/office/drawing/2014/main" id="{09596431-2127-C995-3276-268E77E91083}"/>
              </a:ext>
            </a:extLst>
          </p:cNvPr>
          <p:cNvCxnSpPr>
            <a:cxnSpLocks/>
            <a:stCxn id="23" idx="3"/>
          </p:cNvCxnSpPr>
          <p:nvPr/>
        </p:nvCxnSpPr>
        <p:spPr>
          <a:xfrm rot="16200000" flipV="1">
            <a:off x="3635317" y="3782665"/>
            <a:ext cx="203318" cy="461188"/>
          </a:xfrm>
          <a:prstGeom prst="bentConnector2">
            <a:avLst/>
          </a:prstGeom>
          <a:ln w="19050">
            <a:solidFill>
              <a:schemeClr val="accent6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174740D0-B7F9-2E16-BFA9-EBA53E03DA43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>
            <a:off x="3512438" y="3757179"/>
            <a:ext cx="929927" cy="1102537"/>
          </a:xfrm>
          <a:prstGeom prst="bentConnector3">
            <a:avLst>
              <a:gd name="adj1" fmla="val 77314"/>
            </a:avLst>
          </a:prstGeom>
          <a:ln w="38100">
            <a:solidFill>
              <a:schemeClr val="accent5">
                <a:lumMod val="5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036D63B1-CBEC-3E79-D956-62834808A5CC}"/>
              </a:ext>
            </a:extLst>
          </p:cNvPr>
          <p:cNvSpPr/>
          <p:nvPr/>
        </p:nvSpPr>
        <p:spPr>
          <a:xfrm>
            <a:off x="6268766" y="2839875"/>
            <a:ext cx="997001" cy="2639407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OPC UA- Server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9371C839-1D17-44DD-E4CB-13C1CE28D6AE}"/>
              </a:ext>
            </a:extLst>
          </p:cNvPr>
          <p:cNvCxnSpPr>
            <a:cxnSpLocks/>
            <a:stCxn id="33" idx="2"/>
            <a:endCxn id="33" idx="0"/>
          </p:cNvCxnSpPr>
          <p:nvPr/>
        </p:nvCxnSpPr>
        <p:spPr>
          <a:xfrm flipV="1">
            <a:off x="6767267" y="2839875"/>
            <a:ext cx="0" cy="2639407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2178D4B6-F1F5-A8EC-8F14-C2E998F5DE61}"/>
              </a:ext>
            </a:extLst>
          </p:cNvPr>
          <p:cNvSpPr/>
          <p:nvPr/>
        </p:nvSpPr>
        <p:spPr>
          <a:xfrm>
            <a:off x="6268765" y="2839877"/>
            <a:ext cx="997001" cy="606478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OPC UA- Client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652AA7C2-4E1D-824A-262F-CEAB2EF45DB3}"/>
              </a:ext>
            </a:extLst>
          </p:cNvPr>
          <p:cNvSpPr/>
          <p:nvPr/>
        </p:nvSpPr>
        <p:spPr>
          <a:xfrm>
            <a:off x="6670303" y="3650388"/>
            <a:ext cx="213588" cy="213588"/>
          </a:xfrm>
          <a:prstGeom prst="ellipse">
            <a:avLst/>
          </a:prstGeom>
          <a:solidFill>
            <a:srgbClr val="DAE8FC"/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96C03F43-24CF-0B28-8286-F3CC127D91D1}"/>
              </a:ext>
            </a:extLst>
          </p:cNvPr>
          <p:cNvCxnSpPr>
            <a:cxnSpLocks/>
            <a:stCxn id="22" idx="3"/>
            <a:endCxn id="36" idx="2"/>
          </p:cNvCxnSpPr>
          <p:nvPr/>
        </p:nvCxnSpPr>
        <p:spPr>
          <a:xfrm flipV="1">
            <a:off x="5956532" y="3757182"/>
            <a:ext cx="713771" cy="1102534"/>
          </a:xfrm>
          <a:prstGeom prst="bentConnector3">
            <a:avLst>
              <a:gd name="adj1" fmla="val 72775"/>
            </a:avLst>
          </a:prstGeom>
          <a:ln w="19050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hteck 41">
            <a:extLst>
              <a:ext uri="{FF2B5EF4-FFF2-40B4-BE49-F238E27FC236}">
                <a16:creationId xmlns:a16="http://schemas.microsoft.com/office/drawing/2014/main" id="{E5A00554-D3B9-613B-AFB9-D9A236D950C8}"/>
              </a:ext>
            </a:extLst>
          </p:cNvPr>
          <p:cNvSpPr/>
          <p:nvPr/>
        </p:nvSpPr>
        <p:spPr>
          <a:xfrm>
            <a:off x="6315836" y="3966611"/>
            <a:ext cx="851287" cy="462073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Ua</a:t>
            </a:r>
            <a:r>
              <a:rPr lang="de-DE" sz="1600" dirty="0">
                <a:solidFill>
                  <a:srgbClr val="000000"/>
                </a:solidFill>
              </a:rPr>
              <a:t>-Writer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6185366E-9853-8AAA-8B01-96FE432E9223}"/>
              </a:ext>
            </a:extLst>
          </p:cNvPr>
          <p:cNvSpPr/>
          <p:nvPr/>
        </p:nvSpPr>
        <p:spPr>
          <a:xfrm rot="16200000">
            <a:off x="19441" y="1234725"/>
            <a:ext cx="2165768" cy="5724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MTP-Abbildung</a:t>
            </a:r>
          </a:p>
          <a:p>
            <a:pPr algn="ctr"/>
            <a:r>
              <a:rPr lang="de-DE" sz="1600" dirty="0">
                <a:solidFill>
                  <a:srgbClr val="000000"/>
                </a:solidFill>
              </a:rPr>
              <a:t>(diese Dissertation) </a:t>
            </a:r>
            <a:endParaRPr lang="de-DE" sz="1600" dirty="0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CCAA3291-7CFA-C766-EEF4-8E214429D80D}"/>
              </a:ext>
            </a:extLst>
          </p:cNvPr>
          <p:cNvSpPr/>
          <p:nvPr/>
        </p:nvSpPr>
        <p:spPr>
          <a:xfrm>
            <a:off x="6804065" y="3588537"/>
            <a:ext cx="229834" cy="315207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2C5D7A98-8DAA-6D98-AA93-2D8C7351C58C}"/>
              </a:ext>
            </a:extLst>
          </p:cNvPr>
          <p:cNvSpPr/>
          <p:nvPr/>
        </p:nvSpPr>
        <p:spPr>
          <a:xfrm>
            <a:off x="7826030" y="2702222"/>
            <a:ext cx="3211742" cy="3145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>
                <a:solidFill>
                  <a:srgbClr val="000000"/>
                </a:solidFill>
              </a:rPr>
              <a:t>LEA2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1255F6D7-7A2C-D120-FC6D-4AD54CED683E}"/>
              </a:ext>
            </a:extLst>
          </p:cNvPr>
          <p:cNvSpPr/>
          <p:nvPr/>
        </p:nvSpPr>
        <p:spPr>
          <a:xfrm>
            <a:off x="7463854" y="2839875"/>
            <a:ext cx="1099804" cy="2639407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OPC UA- Server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BCAFEBEA-27A2-3665-C7C1-AD4373539F3A}"/>
              </a:ext>
            </a:extLst>
          </p:cNvPr>
          <p:cNvCxnSpPr>
            <a:cxnSpLocks/>
          </p:cNvCxnSpPr>
          <p:nvPr/>
        </p:nvCxnSpPr>
        <p:spPr>
          <a:xfrm flipV="1">
            <a:off x="7824539" y="2839875"/>
            <a:ext cx="0" cy="2639407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hteck 49">
            <a:extLst>
              <a:ext uri="{FF2B5EF4-FFF2-40B4-BE49-F238E27FC236}">
                <a16:creationId xmlns:a16="http://schemas.microsoft.com/office/drawing/2014/main" id="{E3894501-7C7C-BE89-AC14-FFD78685B012}"/>
              </a:ext>
            </a:extLst>
          </p:cNvPr>
          <p:cNvSpPr/>
          <p:nvPr/>
        </p:nvSpPr>
        <p:spPr>
          <a:xfrm>
            <a:off x="7478293" y="2839877"/>
            <a:ext cx="1085365" cy="606478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OPC UA- Server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91ED09B1-F8D3-023B-4B3A-4D23E863EAC6}"/>
              </a:ext>
            </a:extLst>
          </p:cNvPr>
          <p:cNvSpPr/>
          <p:nvPr/>
        </p:nvSpPr>
        <p:spPr>
          <a:xfrm>
            <a:off x="7739123" y="3650388"/>
            <a:ext cx="213588" cy="213588"/>
          </a:xfrm>
          <a:prstGeom prst="ellipse">
            <a:avLst/>
          </a:prstGeom>
          <a:solidFill>
            <a:srgbClr val="DAE8FC"/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A22417DA-9D72-6275-A0E8-2ADFC8565982}"/>
              </a:ext>
            </a:extLst>
          </p:cNvPr>
          <p:cNvSpPr/>
          <p:nvPr/>
        </p:nvSpPr>
        <p:spPr>
          <a:xfrm>
            <a:off x="8824951" y="2839871"/>
            <a:ext cx="2094124" cy="2639407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BB55AAA8-3F6D-42E7-7C3E-797D73D02134}"/>
              </a:ext>
            </a:extLst>
          </p:cNvPr>
          <p:cNvSpPr/>
          <p:nvPr/>
        </p:nvSpPr>
        <p:spPr>
          <a:xfrm>
            <a:off x="8954012" y="3005887"/>
            <a:ext cx="1759756" cy="2330658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Input Liste</a:t>
            </a:r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E60E0753-6B1E-9B87-1BE0-AA60593300E3}"/>
              </a:ext>
            </a:extLst>
          </p:cNvPr>
          <p:cNvCxnSpPr>
            <a:cxnSpLocks/>
          </p:cNvCxnSpPr>
          <p:nvPr/>
        </p:nvCxnSpPr>
        <p:spPr>
          <a:xfrm>
            <a:off x="8954012" y="4252812"/>
            <a:ext cx="1759756" cy="0"/>
          </a:xfrm>
          <a:prstGeom prst="line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Rechteck 58">
            <a:extLst>
              <a:ext uri="{FF2B5EF4-FFF2-40B4-BE49-F238E27FC236}">
                <a16:creationId xmlns:a16="http://schemas.microsoft.com/office/drawing/2014/main" id="{700D8443-CFD2-B314-988B-363CB51D645F}"/>
              </a:ext>
            </a:extLst>
          </p:cNvPr>
          <p:cNvSpPr/>
          <p:nvPr/>
        </p:nvSpPr>
        <p:spPr>
          <a:xfrm>
            <a:off x="9067482" y="3446351"/>
            <a:ext cx="1514167" cy="62165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88943EFE-0B44-5FF5-542E-BF0ACF9E73CA}"/>
              </a:ext>
            </a:extLst>
          </p:cNvPr>
          <p:cNvSpPr/>
          <p:nvPr/>
        </p:nvSpPr>
        <p:spPr>
          <a:xfrm>
            <a:off x="9061426" y="4564064"/>
            <a:ext cx="1514167" cy="621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WritableInput</a:t>
            </a:r>
            <a:r>
              <a:rPr lang="de-DE" sz="1600" dirty="0">
                <a:solidFill>
                  <a:srgbClr val="000000"/>
                </a:solidFill>
              </a:rPr>
              <a:t> (</a:t>
            </a:r>
            <a:r>
              <a:rPr lang="de-DE" sz="1600" dirty="0" err="1">
                <a:solidFill>
                  <a:srgbClr val="000000"/>
                </a:solidFill>
              </a:rPr>
              <a:t>UnionType</a:t>
            </a:r>
            <a:r>
              <a:rPr lang="de-DE" sz="1600" dirty="0">
                <a:solidFill>
                  <a:srgbClr val="000000"/>
                </a:solidFill>
              </a:rPr>
              <a:t>)</a:t>
            </a:r>
          </a:p>
        </p:txBody>
      </p:sp>
      <p:cxnSp>
        <p:nvCxnSpPr>
          <p:cNvPr id="61" name="Verbinder: gewinkelt 60">
            <a:extLst>
              <a:ext uri="{FF2B5EF4-FFF2-40B4-BE49-F238E27FC236}">
                <a16:creationId xmlns:a16="http://schemas.microsoft.com/office/drawing/2014/main" id="{8F084837-87D4-B60A-E69A-6A752D658D0C}"/>
              </a:ext>
            </a:extLst>
          </p:cNvPr>
          <p:cNvCxnSpPr>
            <a:cxnSpLocks/>
            <a:stCxn id="51" idx="6"/>
            <a:endCxn id="60" idx="1"/>
          </p:cNvCxnSpPr>
          <p:nvPr/>
        </p:nvCxnSpPr>
        <p:spPr>
          <a:xfrm>
            <a:off x="7952711" y="3757182"/>
            <a:ext cx="1108715" cy="1117710"/>
          </a:xfrm>
          <a:prstGeom prst="bentConnector3">
            <a:avLst>
              <a:gd name="adj1" fmla="val 19760"/>
            </a:avLst>
          </a:prstGeom>
          <a:ln w="19050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4E21673C-B22B-86B6-3DB7-6FACA80A1F55}"/>
              </a:ext>
            </a:extLst>
          </p:cNvPr>
          <p:cNvCxnSpPr>
            <a:cxnSpLocks/>
            <a:stCxn id="46" idx="1"/>
            <a:endCxn id="51" idx="2"/>
          </p:cNvCxnSpPr>
          <p:nvPr/>
        </p:nvCxnSpPr>
        <p:spPr>
          <a:xfrm>
            <a:off x="6804065" y="3746141"/>
            <a:ext cx="935058" cy="11041"/>
          </a:xfrm>
          <a:prstGeom prst="line">
            <a:avLst/>
          </a:prstGeom>
          <a:ln w="19050">
            <a:solidFill>
              <a:schemeClr val="accent3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feld 70">
            <a:extLst>
              <a:ext uri="{FF2B5EF4-FFF2-40B4-BE49-F238E27FC236}">
                <a16:creationId xmlns:a16="http://schemas.microsoft.com/office/drawing/2014/main" id="{AF801183-E9C7-6D8E-0375-8FCC19EF1476}"/>
              </a:ext>
            </a:extLst>
          </p:cNvPr>
          <p:cNvSpPr txBox="1"/>
          <p:nvPr/>
        </p:nvSpPr>
        <p:spPr>
          <a:xfrm>
            <a:off x="6691167" y="3453788"/>
            <a:ext cx="997001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1600" dirty="0">
                <a:solidFill>
                  <a:schemeClr val="accent3">
                    <a:lumMod val="50000"/>
                  </a:schemeClr>
                </a:solidFill>
              </a:rPr>
              <a:t>Node-ID</a:t>
            </a:r>
          </a:p>
        </p:txBody>
      </p: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F0693468-4959-6170-75DF-828DB9C9C3E0}"/>
              </a:ext>
            </a:extLst>
          </p:cNvPr>
          <p:cNvCxnSpPr>
            <a:cxnSpLocks/>
          </p:cNvCxnSpPr>
          <p:nvPr/>
        </p:nvCxnSpPr>
        <p:spPr>
          <a:xfrm>
            <a:off x="10571489" y="4897843"/>
            <a:ext cx="444840" cy="1141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hteck 87">
            <a:extLst>
              <a:ext uri="{FF2B5EF4-FFF2-40B4-BE49-F238E27FC236}">
                <a16:creationId xmlns:a16="http://schemas.microsoft.com/office/drawing/2014/main" id="{ADBC2AF9-20CC-91AA-7994-6CC0D3C361EF}"/>
              </a:ext>
            </a:extLst>
          </p:cNvPr>
          <p:cNvSpPr/>
          <p:nvPr/>
        </p:nvSpPr>
        <p:spPr>
          <a:xfrm>
            <a:off x="7362254" y="71120"/>
            <a:ext cx="3675518" cy="2532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dirty="0">
                <a:solidFill>
                  <a:srgbClr val="000000"/>
                </a:solidFill>
              </a:rPr>
              <a:t>MTP LEA2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EA420012-8693-B61D-1C10-9C11DC8395E6}"/>
              </a:ext>
            </a:extLst>
          </p:cNvPr>
          <p:cNvSpPr txBox="1"/>
          <p:nvPr/>
        </p:nvSpPr>
        <p:spPr>
          <a:xfrm>
            <a:off x="10683008" y="4573384"/>
            <a:ext cx="343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accent5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DA1686CF-946D-3205-1F5C-EA0A7E015910}"/>
              </a:ext>
            </a:extLst>
          </p:cNvPr>
          <p:cNvSpPr txBox="1"/>
          <p:nvPr/>
        </p:nvSpPr>
        <p:spPr>
          <a:xfrm>
            <a:off x="816077" y="5848573"/>
            <a:ext cx="10242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1) Aus Gründen der Übersichtlichkeit wurde der </a:t>
            </a:r>
            <a:r>
              <a:rPr lang="de-DE" sz="1400" dirty="0" err="1"/>
              <a:t>ChoreographyParticipantManager</a:t>
            </a:r>
            <a:r>
              <a:rPr lang="de-DE" sz="1400" dirty="0"/>
              <a:t> hier nicht dargestellt.</a:t>
            </a:r>
          </a:p>
          <a:p>
            <a:r>
              <a:rPr lang="de-DE" sz="1400" dirty="0">
                <a:solidFill>
                  <a:schemeClr val="accent5">
                    <a:lumMod val="50000"/>
                  </a:schemeClr>
                </a:solidFill>
              </a:rPr>
              <a:t>2) Weitergabe an den entsprechenden fixen Output (LEA2.Start) in der Output-Liste siehe Abbildung 7.6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99B539E9-ECC0-10D3-6CE3-D60D5226407C}"/>
              </a:ext>
            </a:extLst>
          </p:cNvPr>
          <p:cNvSpPr txBox="1"/>
          <p:nvPr/>
        </p:nvSpPr>
        <p:spPr>
          <a:xfrm>
            <a:off x="7887312" y="1702657"/>
            <a:ext cx="997001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RefID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A991F3DC-F315-3F98-1EC1-3750D1E5E1E3}"/>
              </a:ext>
            </a:extLst>
          </p:cNvPr>
          <p:cNvSpPr/>
          <p:nvPr/>
        </p:nvSpPr>
        <p:spPr>
          <a:xfrm>
            <a:off x="7478293" y="1999561"/>
            <a:ext cx="1253112" cy="554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Writable-UnionElement</a:t>
            </a:r>
            <a:endParaRPr lang="de-DE" sz="1600" dirty="0">
              <a:solidFill>
                <a:srgbClr val="000000"/>
              </a:solidFill>
            </a:endParaRP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A2BF03E7-5558-58F0-8B7E-97B4BC19F6AF}"/>
              </a:ext>
            </a:extLst>
          </p:cNvPr>
          <p:cNvSpPr/>
          <p:nvPr/>
        </p:nvSpPr>
        <p:spPr>
          <a:xfrm>
            <a:off x="7478293" y="1204726"/>
            <a:ext cx="1253111" cy="554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WritableInput</a:t>
            </a:r>
            <a:r>
              <a:rPr lang="de-DE" sz="1600" dirty="0">
                <a:solidFill>
                  <a:srgbClr val="000000"/>
                </a:solidFill>
              </a:rPr>
              <a:t>-Element</a:t>
            </a:r>
          </a:p>
        </p:txBody>
      </p: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41168983-1523-9C63-2E4D-48404998AF0C}"/>
              </a:ext>
            </a:extLst>
          </p:cNvPr>
          <p:cNvCxnSpPr>
            <a:cxnSpLocks/>
            <a:stCxn id="92" idx="0"/>
            <a:endCxn id="93" idx="2"/>
          </p:cNvCxnSpPr>
          <p:nvPr/>
        </p:nvCxnSpPr>
        <p:spPr>
          <a:xfrm flipV="1">
            <a:off x="8104849" y="1758972"/>
            <a:ext cx="0" cy="240589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hteck 94">
            <a:extLst>
              <a:ext uri="{FF2B5EF4-FFF2-40B4-BE49-F238E27FC236}">
                <a16:creationId xmlns:a16="http://schemas.microsoft.com/office/drawing/2014/main" id="{3D02A165-6BC7-CF88-5648-BB665847D6F8}"/>
              </a:ext>
            </a:extLst>
          </p:cNvPr>
          <p:cNvSpPr/>
          <p:nvPr/>
        </p:nvSpPr>
        <p:spPr>
          <a:xfrm>
            <a:off x="7483910" y="432995"/>
            <a:ext cx="3433020" cy="554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Choreography-Participant</a:t>
            </a:r>
            <a:endParaRPr lang="de-DE" sz="1600" dirty="0">
              <a:solidFill>
                <a:srgbClr val="000000"/>
              </a:solidFill>
            </a:endParaRPr>
          </a:p>
        </p:txBody>
      </p: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CEACD385-B5B6-A605-4C42-A4B98E4444BB}"/>
              </a:ext>
            </a:extLst>
          </p:cNvPr>
          <p:cNvCxnSpPr>
            <a:cxnSpLocks/>
          </p:cNvCxnSpPr>
          <p:nvPr/>
        </p:nvCxnSpPr>
        <p:spPr>
          <a:xfrm flipV="1">
            <a:off x="8315922" y="988875"/>
            <a:ext cx="0" cy="21703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feld 96">
            <a:extLst>
              <a:ext uri="{FF2B5EF4-FFF2-40B4-BE49-F238E27FC236}">
                <a16:creationId xmlns:a16="http://schemas.microsoft.com/office/drawing/2014/main" id="{2610177F-DCBC-F488-C779-BD7D516AC24B}"/>
              </a:ext>
            </a:extLst>
          </p:cNvPr>
          <p:cNvSpPr txBox="1"/>
          <p:nvPr/>
        </p:nvSpPr>
        <p:spPr>
          <a:xfrm>
            <a:off x="8216619" y="918660"/>
            <a:ext cx="997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InputList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FB5A5CA8-B720-BB4B-095A-126E4E8C42AA}"/>
              </a:ext>
            </a:extLst>
          </p:cNvPr>
          <p:cNvSpPr/>
          <p:nvPr/>
        </p:nvSpPr>
        <p:spPr>
          <a:xfrm>
            <a:off x="1549707" y="438089"/>
            <a:ext cx="5646399" cy="554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ChoreographyParticipant</a:t>
            </a:r>
            <a:endParaRPr lang="de-DE" sz="1600" dirty="0">
              <a:solidFill>
                <a:srgbClr val="000000"/>
              </a:solidFill>
            </a:endParaRPr>
          </a:p>
        </p:txBody>
      </p:sp>
      <p:cxnSp>
        <p:nvCxnSpPr>
          <p:cNvPr id="159" name="Gerader Verbinder 158">
            <a:extLst>
              <a:ext uri="{FF2B5EF4-FFF2-40B4-BE49-F238E27FC236}">
                <a16:creationId xmlns:a16="http://schemas.microsoft.com/office/drawing/2014/main" id="{A2FA666F-D6E0-BB27-E4F5-F0141038F32A}"/>
              </a:ext>
            </a:extLst>
          </p:cNvPr>
          <p:cNvCxnSpPr>
            <a:cxnSpLocks/>
          </p:cNvCxnSpPr>
          <p:nvPr/>
        </p:nvCxnSpPr>
        <p:spPr>
          <a:xfrm>
            <a:off x="6357620" y="2499360"/>
            <a:ext cx="15240" cy="146304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Gerader Verbinder 166">
            <a:extLst>
              <a:ext uri="{FF2B5EF4-FFF2-40B4-BE49-F238E27FC236}">
                <a16:creationId xmlns:a16="http://schemas.microsoft.com/office/drawing/2014/main" id="{5E4D3D32-0472-F5CD-4EFB-359AD0E7F1B7}"/>
              </a:ext>
            </a:extLst>
          </p:cNvPr>
          <p:cNvCxnSpPr>
            <a:cxnSpLocks/>
          </p:cNvCxnSpPr>
          <p:nvPr/>
        </p:nvCxnSpPr>
        <p:spPr>
          <a:xfrm>
            <a:off x="6997361" y="2540603"/>
            <a:ext cx="0" cy="30437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Verbinder: gewinkelt 173">
            <a:extLst>
              <a:ext uri="{FF2B5EF4-FFF2-40B4-BE49-F238E27FC236}">
                <a16:creationId xmlns:a16="http://schemas.microsoft.com/office/drawing/2014/main" id="{BF02EF3A-5BE6-9A45-B04F-88A09C85E33F}"/>
              </a:ext>
            </a:extLst>
          </p:cNvPr>
          <p:cNvCxnSpPr>
            <a:cxnSpLocks/>
            <a:stCxn id="173" idx="2"/>
          </p:cNvCxnSpPr>
          <p:nvPr/>
        </p:nvCxnSpPr>
        <p:spPr>
          <a:xfrm rot="16200000" flipH="1">
            <a:off x="1552195" y="2801262"/>
            <a:ext cx="955395" cy="349656"/>
          </a:xfrm>
          <a:prstGeom prst="bentConnector3">
            <a:avLst>
              <a:gd name="adj1" fmla="val 44683"/>
            </a:avLst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Verbinder: gewinkelt 177">
            <a:extLst>
              <a:ext uri="{FF2B5EF4-FFF2-40B4-BE49-F238E27FC236}">
                <a16:creationId xmlns:a16="http://schemas.microsoft.com/office/drawing/2014/main" id="{E29CD837-7CD9-8EC4-990F-4B88D192A53B}"/>
              </a:ext>
            </a:extLst>
          </p:cNvPr>
          <p:cNvCxnSpPr>
            <a:cxnSpLocks/>
            <a:stCxn id="172" idx="2"/>
          </p:cNvCxnSpPr>
          <p:nvPr/>
        </p:nvCxnSpPr>
        <p:spPr>
          <a:xfrm rot="16200000" flipH="1">
            <a:off x="3387037" y="3160997"/>
            <a:ext cx="2060779" cy="745351"/>
          </a:xfrm>
          <a:prstGeom prst="bentConnector3">
            <a:avLst>
              <a:gd name="adj1" fmla="val 53944"/>
            </a:avLst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Gerader Verbinder 181">
            <a:extLst>
              <a:ext uri="{FF2B5EF4-FFF2-40B4-BE49-F238E27FC236}">
                <a16:creationId xmlns:a16="http://schemas.microsoft.com/office/drawing/2014/main" id="{930446D0-2E6E-B3F6-BA32-AB2BDC50F21A}"/>
              </a:ext>
            </a:extLst>
          </p:cNvPr>
          <p:cNvCxnSpPr>
            <a:cxnSpLocks/>
            <a:stCxn id="171" idx="2"/>
          </p:cNvCxnSpPr>
          <p:nvPr/>
        </p:nvCxnSpPr>
        <p:spPr>
          <a:xfrm>
            <a:off x="2943710" y="2554394"/>
            <a:ext cx="0" cy="290579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Gerader Verbinder 186">
            <a:extLst>
              <a:ext uri="{FF2B5EF4-FFF2-40B4-BE49-F238E27FC236}">
                <a16:creationId xmlns:a16="http://schemas.microsoft.com/office/drawing/2014/main" id="{2582C73E-565D-FEE3-9AC3-3E6EECF77A7C}"/>
              </a:ext>
            </a:extLst>
          </p:cNvPr>
          <p:cNvCxnSpPr>
            <a:cxnSpLocks/>
          </p:cNvCxnSpPr>
          <p:nvPr/>
        </p:nvCxnSpPr>
        <p:spPr>
          <a:xfrm flipV="1">
            <a:off x="2395078" y="992335"/>
            <a:ext cx="0" cy="21703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Gerader Verbinder 187">
            <a:extLst>
              <a:ext uri="{FF2B5EF4-FFF2-40B4-BE49-F238E27FC236}">
                <a16:creationId xmlns:a16="http://schemas.microsoft.com/office/drawing/2014/main" id="{7958E72C-366A-3060-01D3-78BC04B37342}"/>
              </a:ext>
            </a:extLst>
          </p:cNvPr>
          <p:cNvCxnSpPr>
            <a:cxnSpLocks/>
          </p:cNvCxnSpPr>
          <p:nvPr/>
        </p:nvCxnSpPr>
        <p:spPr>
          <a:xfrm flipV="1">
            <a:off x="5584964" y="992335"/>
            <a:ext cx="0" cy="2214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feld 188">
            <a:extLst>
              <a:ext uri="{FF2B5EF4-FFF2-40B4-BE49-F238E27FC236}">
                <a16:creationId xmlns:a16="http://schemas.microsoft.com/office/drawing/2014/main" id="{C6883D38-102F-38BB-4E78-8663BC90264E}"/>
              </a:ext>
            </a:extLst>
          </p:cNvPr>
          <p:cNvSpPr txBox="1"/>
          <p:nvPr/>
        </p:nvSpPr>
        <p:spPr>
          <a:xfrm>
            <a:off x="2325271" y="911960"/>
            <a:ext cx="997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InputList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0" name="Textfeld 189">
            <a:extLst>
              <a:ext uri="{FF2B5EF4-FFF2-40B4-BE49-F238E27FC236}">
                <a16:creationId xmlns:a16="http://schemas.microsoft.com/office/drawing/2014/main" id="{7F2C7E59-DD55-93CF-65F2-83B0DAF5ED70}"/>
              </a:ext>
            </a:extLst>
          </p:cNvPr>
          <p:cNvSpPr txBox="1"/>
          <p:nvPr/>
        </p:nvSpPr>
        <p:spPr>
          <a:xfrm>
            <a:off x="4483474" y="918201"/>
            <a:ext cx="1181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OutputList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2" name="Textfeld 201">
            <a:extLst>
              <a:ext uri="{FF2B5EF4-FFF2-40B4-BE49-F238E27FC236}">
                <a16:creationId xmlns:a16="http://schemas.microsoft.com/office/drawing/2014/main" id="{9D65A406-E5D4-734B-8F32-991F5EB3B850}"/>
              </a:ext>
            </a:extLst>
          </p:cNvPr>
          <p:cNvSpPr txBox="1"/>
          <p:nvPr/>
        </p:nvSpPr>
        <p:spPr>
          <a:xfrm>
            <a:off x="5827198" y="1096676"/>
            <a:ext cx="1282135" cy="338554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</p:spPr>
        <p:txBody>
          <a:bodyPr wrap="square" lIns="0" rIns="0" rtlCol="0" anchor="ctr" anchorCtr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ManagerLink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93" name="Verbinder: gewinkelt 192">
            <a:extLst>
              <a:ext uri="{FF2B5EF4-FFF2-40B4-BE49-F238E27FC236}">
                <a16:creationId xmlns:a16="http://schemas.microsoft.com/office/drawing/2014/main" id="{455033A0-3008-A804-6A9D-62F787E71BBF}"/>
              </a:ext>
            </a:extLst>
          </p:cNvPr>
          <p:cNvCxnSpPr>
            <a:cxnSpLocks/>
          </p:cNvCxnSpPr>
          <p:nvPr/>
        </p:nvCxnSpPr>
        <p:spPr>
          <a:xfrm>
            <a:off x="5837358" y="1388683"/>
            <a:ext cx="1196541" cy="602410"/>
          </a:xfrm>
          <a:prstGeom prst="bentConnector3">
            <a:avLst>
              <a:gd name="adj1" fmla="val 100947"/>
            </a:avLst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Gerader Verbinder 190">
            <a:extLst>
              <a:ext uri="{FF2B5EF4-FFF2-40B4-BE49-F238E27FC236}">
                <a16:creationId xmlns:a16="http://schemas.microsoft.com/office/drawing/2014/main" id="{614FFDD2-8071-BB05-8121-FCF0F5D932EE}"/>
              </a:ext>
            </a:extLst>
          </p:cNvPr>
          <p:cNvCxnSpPr>
            <a:cxnSpLocks/>
          </p:cNvCxnSpPr>
          <p:nvPr/>
        </p:nvCxnSpPr>
        <p:spPr>
          <a:xfrm flipV="1">
            <a:off x="3695257" y="992335"/>
            <a:ext cx="0" cy="1007226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feld 191">
            <a:extLst>
              <a:ext uri="{FF2B5EF4-FFF2-40B4-BE49-F238E27FC236}">
                <a16:creationId xmlns:a16="http://schemas.microsoft.com/office/drawing/2014/main" id="{440483FD-478A-E5FD-2511-97CF3B45289D}"/>
              </a:ext>
            </a:extLst>
          </p:cNvPr>
          <p:cNvSpPr txBox="1"/>
          <p:nvPr/>
        </p:nvSpPr>
        <p:spPr>
          <a:xfrm>
            <a:off x="3338986" y="1226500"/>
            <a:ext cx="669548" cy="338554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RefId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1" name="Rechteck 170">
            <a:extLst>
              <a:ext uri="{FF2B5EF4-FFF2-40B4-BE49-F238E27FC236}">
                <a16:creationId xmlns:a16="http://schemas.microsoft.com/office/drawing/2014/main" id="{417F4B40-D5C1-F0F8-F797-8CCD96BE1647}"/>
              </a:ext>
            </a:extLst>
          </p:cNvPr>
          <p:cNvSpPr/>
          <p:nvPr/>
        </p:nvSpPr>
        <p:spPr>
          <a:xfrm>
            <a:off x="1547566" y="1994467"/>
            <a:ext cx="2792288" cy="5599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Choreography</a:t>
            </a:r>
            <a:r>
              <a:rPr lang="de-DE" sz="1600" dirty="0">
                <a:solidFill>
                  <a:srgbClr val="000000"/>
                </a:solidFill>
              </a:rPr>
              <a:t>-</a:t>
            </a:r>
          </a:p>
          <a:p>
            <a:pPr algn="ctr"/>
            <a:r>
              <a:rPr lang="de-DE" sz="1600" dirty="0" err="1">
                <a:solidFill>
                  <a:srgbClr val="000000"/>
                </a:solidFill>
              </a:rPr>
              <a:t>ParticipantManager</a:t>
            </a:r>
            <a:endParaRPr lang="de-DE" sz="1600" dirty="0">
              <a:solidFill>
                <a:srgbClr val="000000"/>
              </a:solidFill>
            </a:endParaRPr>
          </a:p>
        </p:txBody>
      </p:sp>
      <p:sp>
        <p:nvSpPr>
          <p:cNvPr id="172" name="Rechteck 171">
            <a:extLst>
              <a:ext uri="{FF2B5EF4-FFF2-40B4-BE49-F238E27FC236}">
                <a16:creationId xmlns:a16="http://schemas.microsoft.com/office/drawing/2014/main" id="{BD5733FD-5D2B-1A68-FA77-AC6F369783B3}"/>
              </a:ext>
            </a:extLst>
          </p:cNvPr>
          <p:cNvSpPr/>
          <p:nvPr/>
        </p:nvSpPr>
        <p:spPr>
          <a:xfrm>
            <a:off x="3800448" y="2041211"/>
            <a:ext cx="488606" cy="462073"/>
          </a:xfrm>
          <a:prstGeom prst="rect">
            <a:avLst/>
          </a:prstGeom>
          <a:solidFill>
            <a:srgbClr val="FBE9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Out-</a:t>
            </a:r>
            <a:r>
              <a:rPr lang="de-DE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put</a:t>
            </a:r>
            <a:endParaRPr lang="de-DE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3" name="Rechteck 172">
            <a:extLst>
              <a:ext uri="{FF2B5EF4-FFF2-40B4-BE49-F238E27FC236}">
                <a16:creationId xmlns:a16="http://schemas.microsoft.com/office/drawing/2014/main" id="{82552652-A22B-2E68-2B0F-EB05CF57774D}"/>
              </a:ext>
            </a:extLst>
          </p:cNvPr>
          <p:cNvSpPr/>
          <p:nvPr/>
        </p:nvSpPr>
        <p:spPr>
          <a:xfrm>
            <a:off x="1645297" y="2036320"/>
            <a:ext cx="419534" cy="462073"/>
          </a:xfrm>
          <a:prstGeom prst="rect">
            <a:avLst/>
          </a:prstGeom>
          <a:solidFill>
            <a:srgbClr val="FBE9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In-</a:t>
            </a:r>
            <a:r>
              <a:rPr lang="de-DE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put</a:t>
            </a:r>
            <a:endParaRPr lang="de-DE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7" name="Rechteck 156">
            <a:extLst>
              <a:ext uri="{FF2B5EF4-FFF2-40B4-BE49-F238E27FC236}">
                <a16:creationId xmlns:a16="http://schemas.microsoft.com/office/drawing/2014/main" id="{1E02F165-0660-0BF8-B05B-EAA1005165F5}"/>
              </a:ext>
            </a:extLst>
          </p:cNvPr>
          <p:cNvSpPr/>
          <p:nvPr/>
        </p:nvSpPr>
        <p:spPr>
          <a:xfrm>
            <a:off x="4398257" y="1989132"/>
            <a:ext cx="2795179" cy="5599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de-DE" sz="1600" dirty="0" err="1">
                <a:solidFill>
                  <a:srgbClr val="000000"/>
                </a:solidFill>
              </a:rPr>
              <a:t>OpcUaClient</a:t>
            </a:r>
            <a:r>
              <a:rPr lang="de-DE" sz="1600" dirty="0">
                <a:solidFill>
                  <a:srgbClr val="000000"/>
                </a:solidFill>
              </a:rPr>
              <a:t>-</a:t>
            </a:r>
          </a:p>
          <a:p>
            <a:r>
              <a:rPr lang="de-DE" sz="1600" dirty="0" err="1">
                <a:solidFill>
                  <a:srgbClr val="000000"/>
                </a:solidFill>
              </a:rPr>
              <a:t>ServerManager</a:t>
            </a:r>
            <a:endParaRPr lang="de-DE" sz="1600" dirty="0">
              <a:solidFill>
                <a:srgbClr val="000000"/>
              </a:solidFill>
            </a:endParaRPr>
          </a:p>
        </p:txBody>
      </p:sp>
      <p:sp>
        <p:nvSpPr>
          <p:cNvPr id="158" name="Rechteck 157">
            <a:extLst>
              <a:ext uri="{FF2B5EF4-FFF2-40B4-BE49-F238E27FC236}">
                <a16:creationId xmlns:a16="http://schemas.microsoft.com/office/drawing/2014/main" id="{05C8F737-4A22-252E-8376-7E4743B09CB3}"/>
              </a:ext>
            </a:extLst>
          </p:cNvPr>
          <p:cNvSpPr/>
          <p:nvPr/>
        </p:nvSpPr>
        <p:spPr>
          <a:xfrm>
            <a:off x="6014945" y="2030783"/>
            <a:ext cx="865998" cy="462073"/>
          </a:xfrm>
          <a:prstGeom prst="rect">
            <a:avLst/>
          </a:prstGeom>
          <a:solidFill>
            <a:srgbClr val="FBE9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Ua</a:t>
            </a:r>
            <a:r>
              <a:rPr lang="de-DE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-Writer</a:t>
            </a:r>
          </a:p>
        </p:txBody>
      </p:sp>
      <p:sp>
        <p:nvSpPr>
          <p:cNvPr id="185" name="Rechteck 184">
            <a:extLst>
              <a:ext uri="{FF2B5EF4-FFF2-40B4-BE49-F238E27FC236}">
                <a16:creationId xmlns:a16="http://schemas.microsoft.com/office/drawing/2014/main" id="{2B67A245-23BE-B5DD-B9E9-7BA30A2E4073}"/>
              </a:ext>
            </a:extLst>
          </p:cNvPr>
          <p:cNvSpPr/>
          <p:nvPr/>
        </p:nvSpPr>
        <p:spPr>
          <a:xfrm>
            <a:off x="4396906" y="1229363"/>
            <a:ext cx="1288052" cy="554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Configurable-OutputElement</a:t>
            </a:r>
            <a:endParaRPr lang="de-DE" sz="1600" dirty="0">
              <a:solidFill>
                <a:srgbClr val="000000"/>
              </a:solidFill>
            </a:endParaRPr>
          </a:p>
        </p:txBody>
      </p:sp>
      <p:cxnSp>
        <p:nvCxnSpPr>
          <p:cNvPr id="204" name="Verbinder: gewinkelt 203">
            <a:extLst>
              <a:ext uri="{FF2B5EF4-FFF2-40B4-BE49-F238E27FC236}">
                <a16:creationId xmlns:a16="http://schemas.microsoft.com/office/drawing/2014/main" id="{78BEF719-1A3F-241D-D92E-EC0DACD0B3F0}"/>
              </a:ext>
            </a:extLst>
          </p:cNvPr>
          <p:cNvCxnSpPr>
            <a:cxnSpLocks/>
            <a:stCxn id="185" idx="1"/>
            <a:endCxn id="172" idx="0"/>
          </p:cNvCxnSpPr>
          <p:nvPr/>
        </p:nvCxnSpPr>
        <p:spPr>
          <a:xfrm rot="10800000" flipV="1">
            <a:off x="4044752" y="1506485"/>
            <a:ext cx="352155" cy="534725"/>
          </a:xfrm>
          <a:prstGeom prst="bentConnector2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feld 206">
            <a:extLst>
              <a:ext uri="{FF2B5EF4-FFF2-40B4-BE49-F238E27FC236}">
                <a16:creationId xmlns:a16="http://schemas.microsoft.com/office/drawing/2014/main" id="{A0A03750-DD85-7087-7FC3-ED886DE0C999}"/>
              </a:ext>
            </a:extLst>
          </p:cNvPr>
          <p:cNvSpPr txBox="1"/>
          <p:nvPr/>
        </p:nvSpPr>
        <p:spPr>
          <a:xfrm>
            <a:off x="3837178" y="1604106"/>
            <a:ext cx="550868" cy="338554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</p:spPr>
        <p:txBody>
          <a:bodyPr wrap="square" lIns="0" rIns="0" rtlCol="0" anchor="ctr" anchorCtr="0">
            <a:spAutoFit/>
          </a:bodyPr>
          <a:lstStyle/>
          <a:p>
            <a:pPr algn="ctr"/>
            <a:r>
              <a:rPr lang="de-DE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Index</a:t>
            </a:r>
          </a:p>
        </p:txBody>
      </p:sp>
      <p:cxnSp>
        <p:nvCxnSpPr>
          <p:cNvPr id="208" name="Verbinder: gewinkelt 207">
            <a:extLst>
              <a:ext uri="{FF2B5EF4-FFF2-40B4-BE49-F238E27FC236}">
                <a16:creationId xmlns:a16="http://schemas.microsoft.com/office/drawing/2014/main" id="{A661C942-26E1-97E2-997A-736BA4B38544}"/>
              </a:ext>
            </a:extLst>
          </p:cNvPr>
          <p:cNvCxnSpPr>
            <a:cxnSpLocks/>
            <a:stCxn id="186" idx="1"/>
            <a:endCxn id="173" idx="0"/>
          </p:cNvCxnSpPr>
          <p:nvPr/>
        </p:nvCxnSpPr>
        <p:spPr>
          <a:xfrm rot="10800000" flipV="1">
            <a:off x="1855065" y="1496260"/>
            <a:ext cx="276115" cy="540060"/>
          </a:xfrm>
          <a:prstGeom prst="bentConnector2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feld 210">
            <a:extLst>
              <a:ext uri="{FF2B5EF4-FFF2-40B4-BE49-F238E27FC236}">
                <a16:creationId xmlns:a16="http://schemas.microsoft.com/office/drawing/2014/main" id="{D1162DCE-D0A6-82F7-3E0A-1EABAF8180D5}"/>
              </a:ext>
            </a:extLst>
          </p:cNvPr>
          <p:cNvSpPr txBox="1"/>
          <p:nvPr/>
        </p:nvSpPr>
        <p:spPr>
          <a:xfrm>
            <a:off x="1580312" y="1594979"/>
            <a:ext cx="550868" cy="338554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</p:spPr>
        <p:txBody>
          <a:bodyPr wrap="square" lIns="0" rIns="0" rtlCol="0" anchor="ctr" anchorCtr="0">
            <a:spAutoFit/>
          </a:bodyPr>
          <a:lstStyle/>
          <a:p>
            <a:pPr algn="ctr"/>
            <a:r>
              <a:rPr lang="de-DE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Index</a:t>
            </a:r>
          </a:p>
        </p:txBody>
      </p:sp>
      <p:sp>
        <p:nvSpPr>
          <p:cNvPr id="186" name="Rechteck 185">
            <a:extLst>
              <a:ext uri="{FF2B5EF4-FFF2-40B4-BE49-F238E27FC236}">
                <a16:creationId xmlns:a16="http://schemas.microsoft.com/office/drawing/2014/main" id="{B8B4E653-3C5B-A000-AC84-166B22D70F9E}"/>
              </a:ext>
            </a:extLst>
          </p:cNvPr>
          <p:cNvSpPr/>
          <p:nvPr/>
        </p:nvSpPr>
        <p:spPr>
          <a:xfrm>
            <a:off x="2131179" y="1219137"/>
            <a:ext cx="1288052" cy="554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FixedInput</a:t>
            </a:r>
            <a:r>
              <a:rPr lang="de-DE" sz="1600" dirty="0">
                <a:solidFill>
                  <a:srgbClr val="000000"/>
                </a:solidFill>
              </a:rPr>
              <a:t>-Element</a:t>
            </a:r>
          </a:p>
        </p:txBody>
      </p:sp>
      <p:sp>
        <p:nvSpPr>
          <p:cNvPr id="213" name="Rechteck 212">
            <a:extLst>
              <a:ext uri="{FF2B5EF4-FFF2-40B4-BE49-F238E27FC236}">
                <a16:creationId xmlns:a16="http://schemas.microsoft.com/office/drawing/2014/main" id="{A8ACC42C-1AA3-899F-34B0-4C2D8A5BBE43}"/>
              </a:ext>
            </a:extLst>
          </p:cNvPr>
          <p:cNvSpPr/>
          <p:nvPr/>
        </p:nvSpPr>
        <p:spPr>
          <a:xfrm>
            <a:off x="8809683" y="1989131"/>
            <a:ext cx="2097085" cy="5701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44000" rtlCol="0" anchor="ctr" anchorCtr="0"/>
          <a:lstStyle/>
          <a:p>
            <a:pPr algn="r"/>
            <a:r>
              <a:rPr lang="de-DE" sz="1600" dirty="0" err="1">
                <a:solidFill>
                  <a:srgbClr val="000000"/>
                </a:solidFill>
              </a:rPr>
              <a:t>OpcUaClient</a:t>
            </a:r>
            <a:r>
              <a:rPr lang="de-DE" sz="1600" dirty="0">
                <a:solidFill>
                  <a:srgbClr val="000000"/>
                </a:solidFill>
              </a:rPr>
              <a:t>-</a:t>
            </a:r>
          </a:p>
          <a:p>
            <a:pPr algn="r"/>
            <a:r>
              <a:rPr lang="de-DE" sz="1600" dirty="0" err="1">
                <a:solidFill>
                  <a:srgbClr val="000000"/>
                </a:solidFill>
              </a:rPr>
              <a:t>ServerManager</a:t>
            </a:r>
            <a:endParaRPr lang="de-DE" sz="1600" dirty="0">
              <a:solidFill>
                <a:srgbClr val="000000"/>
              </a:solidFill>
            </a:endParaRPr>
          </a:p>
        </p:txBody>
      </p:sp>
      <p:cxnSp>
        <p:nvCxnSpPr>
          <p:cNvPr id="222" name="Verbinder: gewinkelt 221">
            <a:extLst>
              <a:ext uri="{FF2B5EF4-FFF2-40B4-BE49-F238E27FC236}">
                <a16:creationId xmlns:a16="http://schemas.microsoft.com/office/drawing/2014/main" id="{D6875609-DE99-39F4-5457-60F7C1125BB1}"/>
              </a:ext>
            </a:extLst>
          </p:cNvPr>
          <p:cNvCxnSpPr>
            <a:cxnSpLocks/>
            <a:stCxn id="214" idx="2"/>
            <a:endCxn id="225" idx="3"/>
          </p:cNvCxnSpPr>
          <p:nvPr/>
        </p:nvCxnSpPr>
        <p:spPr>
          <a:xfrm rot="5400000">
            <a:off x="7979841" y="3008068"/>
            <a:ext cx="1688252" cy="699002"/>
          </a:xfrm>
          <a:prstGeom prst="bentConnector2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hteck 213">
            <a:extLst>
              <a:ext uri="{FF2B5EF4-FFF2-40B4-BE49-F238E27FC236}">
                <a16:creationId xmlns:a16="http://schemas.microsoft.com/office/drawing/2014/main" id="{69215F4F-B6A3-BC41-F082-C4DFA3CA9000}"/>
              </a:ext>
            </a:extLst>
          </p:cNvPr>
          <p:cNvSpPr/>
          <p:nvPr/>
        </p:nvSpPr>
        <p:spPr>
          <a:xfrm>
            <a:off x="8894409" y="2051370"/>
            <a:ext cx="558118" cy="462073"/>
          </a:xfrm>
          <a:prstGeom prst="rect">
            <a:avLst/>
          </a:prstGeom>
          <a:solidFill>
            <a:srgbClr val="FBE9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Value-Field</a:t>
            </a:r>
          </a:p>
        </p:txBody>
      </p:sp>
      <p:sp>
        <p:nvSpPr>
          <p:cNvPr id="225" name="Rechteck 224">
            <a:extLst>
              <a:ext uri="{FF2B5EF4-FFF2-40B4-BE49-F238E27FC236}">
                <a16:creationId xmlns:a16="http://schemas.microsoft.com/office/drawing/2014/main" id="{D328760E-6495-4F61-08BB-1AE696B2D366}"/>
              </a:ext>
            </a:extLst>
          </p:cNvPr>
          <p:cNvSpPr/>
          <p:nvPr/>
        </p:nvSpPr>
        <p:spPr>
          <a:xfrm>
            <a:off x="7587437" y="3970658"/>
            <a:ext cx="887029" cy="462073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600" dirty="0" err="1">
                <a:solidFill>
                  <a:srgbClr val="000000"/>
                </a:solidFill>
              </a:rPr>
              <a:t>UaValue</a:t>
            </a:r>
            <a:r>
              <a:rPr lang="de-DE" sz="1600" dirty="0">
                <a:solidFill>
                  <a:srgbClr val="000000"/>
                </a:solidFill>
              </a:rPr>
              <a:t>-Field</a:t>
            </a:r>
          </a:p>
        </p:txBody>
      </p:sp>
      <p:cxnSp>
        <p:nvCxnSpPr>
          <p:cNvPr id="236" name="Verbinder: gewinkelt 235">
            <a:extLst>
              <a:ext uri="{FF2B5EF4-FFF2-40B4-BE49-F238E27FC236}">
                <a16:creationId xmlns:a16="http://schemas.microsoft.com/office/drawing/2014/main" id="{68B8CFB0-1C24-7F9F-A186-946A40A0A6EC}"/>
              </a:ext>
            </a:extLst>
          </p:cNvPr>
          <p:cNvCxnSpPr>
            <a:cxnSpLocks/>
          </p:cNvCxnSpPr>
          <p:nvPr/>
        </p:nvCxnSpPr>
        <p:spPr>
          <a:xfrm rot="5400000">
            <a:off x="7669246" y="2966527"/>
            <a:ext cx="1197856" cy="383461"/>
          </a:xfrm>
          <a:prstGeom prst="bentConnector3">
            <a:avLst>
              <a:gd name="adj1" fmla="val 76294"/>
            </a:avLst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feld 258">
            <a:extLst>
              <a:ext uri="{FF2B5EF4-FFF2-40B4-BE49-F238E27FC236}">
                <a16:creationId xmlns:a16="http://schemas.microsoft.com/office/drawing/2014/main" id="{A1169BCE-DB07-898C-5AD2-4A0C828C36B3}"/>
              </a:ext>
            </a:extLst>
          </p:cNvPr>
          <p:cNvSpPr txBox="1"/>
          <p:nvPr/>
        </p:nvSpPr>
        <p:spPr>
          <a:xfrm>
            <a:off x="9116392" y="1092875"/>
            <a:ext cx="1282135" cy="338554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</p:spPr>
        <p:txBody>
          <a:bodyPr wrap="square" lIns="0" rIns="0" rtlCol="0" anchor="ctr" anchorCtr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ManagerLink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54" name="Verbinder: gewinkelt 253">
            <a:extLst>
              <a:ext uri="{FF2B5EF4-FFF2-40B4-BE49-F238E27FC236}">
                <a16:creationId xmlns:a16="http://schemas.microsoft.com/office/drawing/2014/main" id="{489F7BCF-727B-A814-5EBB-41E1839A26D1}"/>
              </a:ext>
            </a:extLst>
          </p:cNvPr>
          <p:cNvCxnSpPr>
            <a:cxnSpLocks/>
          </p:cNvCxnSpPr>
          <p:nvPr/>
        </p:nvCxnSpPr>
        <p:spPr>
          <a:xfrm>
            <a:off x="8731404" y="1380249"/>
            <a:ext cx="1972719" cy="619312"/>
          </a:xfrm>
          <a:prstGeom prst="bentConnector3">
            <a:avLst>
              <a:gd name="adj1" fmla="val 98412"/>
            </a:avLst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Verbinder: gewinkelt 259">
            <a:extLst>
              <a:ext uri="{FF2B5EF4-FFF2-40B4-BE49-F238E27FC236}">
                <a16:creationId xmlns:a16="http://schemas.microsoft.com/office/drawing/2014/main" id="{3FF18BDE-A31D-21C5-0F32-A7D5B5183C17}"/>
              </a:ext>
            </a:extLst>
          </p:cNvPr>
          <p:cNvCxnSpPr>
            <a:cxnSpLocks/>
            <a:stCxn id="93" idx="3"/>
            <a:endCxn id="214" idx="0"/>
          </p:cNvCxnSpPr>
          <p:nvPr/>
        </p:nvCxnSpPr>
        <p:spPr>
          <a:xfrm>
            <a:off x="8731404" y="1481849"/>
            <a:ext cx="442064" cy="569521"/>
          </a:xfrm>
          <a:prstGeom prst="bentConnector2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feld 262">
            <a:extLst>
              <a:ext uri="{FF2B5EF4-FFF2-40B4-BE49-F238E27FC236}">
                <a16:creationId xmlns:a16="http://schemas.microsoft.com/office/drawing/2014/main" id="{5055AB40-627A-CD38-3452-468EF5B3C6C1}"/>
              </a:ext>
            </a:extLst>
          </p:cNvPr>
          <p:cNvSpPr txBox="1"/>
          <p:nvPr/>
        </p:nvSpPr>
        <p:spPr>
          <a:xfrm>
            <a:off x="9199451" y="1413070"/>
            <a:ext cx="840561" cy="584775"/>
          </a:xfrm>
          <a:prstGeom prst="rect">
            <a:avLst/>
          </a:prstGeom>
          <a:noFill/>
        </p:spPr>
        <p:txBody>
          <a:bodyPr wrap="square" lIns="0" rIns="0" rtlCol="0" anchor="ctr" anchorCtr="0">
            <a:spAutoFit/>
          </a:bodyPr>
          <a:lstStyle/>
          <a:p>
            <a:pPr algn="ctr"/>
            <a:r>
              <a:rPr lang="de-DE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Manager-Index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717682F-D5CB-517F-C67F-25F8CD8D6144}"/>
              </a:ext>
            </a:extLst>
          </p:cNvPr>
          <p:cNvSpPr txBox="1"/>
          <p:nvPr/>
        </p:nvSpPr>
        <p:spPr>
          <a:xfrm>
            <a:off x="10747334" y="64696"/>
            <a:ext cx="343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1)</a:t>
            </a:r>
          </a:p>
        </p:txBody>
      </p:sp>
      <p:cxnSp>
        <p:nvCxnSpPr>
          <p:cNvPr id="199" name="Verbinder: gewinkelt 198">
            <a:extLst>
              <a:ext uri="{FF2B5EF4-FFF2-40B4-BE49-F238E27FC236}">
                <a16:creationId xmlns:a16="http://schemas.microsoft.com/office/drawing/2014/main" id="{7673131E-4CE5-2806-1B00-095C8D1197BF}"/>
              </a:ext>
            </a:extLst>
          </p:cNvPr>
          <p:cNvCxnSpPr>
            <a:cxnSpLocks/>
            <a:stCxn id="185" idx="3"/>
            <a:endCxn id="158" idx="0"/>
          </p:cNvCxnSpPr>
          <p:nvPr/>
        </p:nvCxnSpPr>
        <p:spPr>
          <a:xfrm>
            <a:off x="5684958" y="1506486"/>
            <a:ext cx="762986" cy="524297"/>
          </a:xfrm>
          <a:prstGeom prst="bentConnector2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feld 202">
            <a:extLst>
              <a:ext uri="{FF2B5EF4-FFF2-40B4-BE49-F238E27FC236}">
                <a16:creationId xmlns:a16="http://schemas.microsoft.com/office/drawing/2014/main" id="{76E848DD-489A-6F9D-9515-8ECCB44AB000}"/>
              </a:ext>
            </a:extLst>
          </p:cNvPr>
          <p:cNvSpPr txBox="1"/>
          <p:nvPr/>
        </p:nvSpPr>
        <p:spPr>
          <a:xfrm>
            <a:off x="5730661" y="1590165"/>
            <a:ext cx="1200150" cy="338554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</p:spPr>
        <p:txBody>
          <a:bodyPr wrap="square" lIns="0" rIns="0" rtlCol="0" anchor="ctr" anchorCtr="0">
            <a:spAutoFit/>
          </a:bodyPr>
          <a:lstStyle/>
          <a:p>
            <a:pPr algn="ctr"/>
            <a:r>
              <a:rPr lang="de-DE" sz="16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ManagerIndex</a:t>
            </a:r>
            <a:endParaRPr lang="de-DE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1167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hteck 80">
            <a:extLst>
              <a:ext uri="{FF2B5EF4-FFF2-40B4-BE49-F238E27FC236}">
                <a16:creationId xmlns:a16="http://schemas.microsoft.com/office/drawing/2014/main" id="{DA896A71-DF6C-5E7C-24DC-CED29BFF2F0D}"/>
              </a:ext>
            </a:extLst>
          </p:cNvPr>
          <p:cNvSpPr/>
          <p:nvPr/>
        </p:nvSpPr>
        <p:spPr>
          <a:xfrm>
            <a:off x="2035673" y="2661529"/>
            <a:ext cx="543339" cy="2146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5E475D72-491D-36B8-8227-B933CA9E186F}"/>
              </a:ext>
            </a:extLst>
          </p:cNvPr>
          <p:cNvSpPr txBox="1"/>
          <p:nvPr/>
        </p:nvSpPr>
        <p:spPr>
          <a:xfrm>
            <a:off x="5319375" y="4509911"/>
            <a:ext cx="2385628" cy="615553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 anchor="ctr" anchorCtr="0">
            <a:spAutoFit/>
          </a:bodyPr>
          <a:lstStyle/>
          <a:p>
            <a:pPr algn="ctr"/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AttachmentReference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US" sz="1600" i="1" dirty="0" err="1">
                <a:solidFill>
                  <a:schemeClr val="accent5">
                    <a:lumMod val="75000"/>
                  </a:schemeClr>
                </a:solidFill>
              </a:rPr>
              <a:t>refUri</a:t>
            </a:r>
            <a:r>
              <a:rPr lang="en-US" sz="1600" i="1" dirty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sz="1600" i="1" dirty="0" err="1">
                <a:solidFill>
                  <a:schemeClr val="accent5">
                    <a:lumMod val="75000"/>
                  </a:schemeClr>
                </a:solidFill>
              </a:rPr>
              <a:t>DocumentType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)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FD80FC-4FD7-E82F-9883-FAAAEF2C7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0" name="Grafik 49">
            <a:extLst>
              <a:ext uri="{FF2B5EF4-FFF2-40B4-BE49-F238E27FC236}">
                <a16:creationId xmlns:a16="http://schemas.microsoft.com/office/drawing/2014/main" id="{A317D71E-F195-7E5F-99DC-23A9754DA4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7703" y="1821879"/>
            <a:ext cx="6482395" cy="1875112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9A60C921-066A-1887-995C-7FF5937664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4898" y="3643883"/>
            <a:ext cx="4340401" cy="1371150"/>
          </a:xfrm>
          <a:prstGeom prst="rect">
            <a:avLst/>
          </a:prstGeom>
        </p:spPr>
      </p:pic>
      <p:sp>
        <p:nvSpPr>
          <p:cNvPr id="53" name="Rechteck: gefaltete Ecke 52">
            <a:extLst>
              <a:ext uri="{FF2B5EF4-FFF2-40B4-BE49-F238E27FC236}">
                <a16:creationId xmlns:a16="http://schemas.microsoft.com/office/drawing/2014/main" id="{76DDE548-556E-5964-892B-030D5E0B54BC}"/>
              </a:ext>
            </a:extLst>
          </p:cNvPr>
          <p:cNvSpPr/>
          <p:nvPr/>
        </p:nvSpPr>
        <p:spPr>
          <a:xfrm>
            <a:off x="7631724" y="2054919"/>
            <a:ext cx="3747995" cy="2233339"/>
          </a:xfrm>
          <a:prstGeom prst="foldedCorner">
            <a:avLst>
              <a:gd name="adj" fmla="val 14208"/>
            </a:avLst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54" name="Rechteck: gefaltete Ecke 53">
            <a:extLst>
              <a:ext uri="{FF2B5EF4-FFF2-40B4-BE49-F238E27FC236}">
                <a16:creationId xmlns:a16="http://schemas.microsoft.com/office/drawing/2014/main" id="{BA7DB8AA-DAAF-B186-2A05-F9DD4C76B968}"/>
              </a:ext>
            </a:extLst>
          </p:cNvPr>
          <p:cNvSpPr/>
          <p:nvPr/>
        </p:nvSpPr>
        <p:spPr>
          <a:xfrm>
            <a:off x="7538965" y="2152134"/>
            <a:ext cx="3747995" cy="2229638"/>
          </a:xfrm>
          <a:prstGeom prst="foldedCorner">
            <a:avLst>
              <a:gd name="adj" fmla="val 14208"/>
            </a:avLst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55" name="Rechteck: gefaltete Ecke 54">
            <a:extLst>
              <a:ext uri="{FF2B5EF4-FFF2-40B4-BE49-F238E27FC236}">
                <a16:creationId xmlns:a16="http://schemas.microsoft.com/office/drawing/2014/main" id="{6DF52A85-ED57-EAC7-9EA0-CC3ED133D82F}"/>
              </a:ext>
            </a:extLst>
          </p:cNvPr>
          <p:cNvSpPr/>
          <p:nvPr/>
        </p:nvSpPr>
        <p:spPr>
          <a:xfrm>
            <a:off x="7446206" y="2249347"/>
            <a:ext cx="3747995" cy="2229638"/>
          </a:xfrm>
          <a:prstGeom prst="foldedCorner">
            <a:avLst>
              <a:gd name="adj" fmla="val 13362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de-DE" sz="1600" dirty="0">
                <a:solidFill>
                  <a:srgbClr val="000000"/>
                </a:solidFill>
              </a:rPr>
              <a:t>MTP-Datei der LEAs 3 im Anhang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62D407A4-DC46-F55D-C1F2-A5C61496C781}"/>
              </a:ext>
            </a:extLst>
          </p:cNvPr>
          <p:cNvSpPr/>
          <p:nvPr/>
        </p:nvSpPr>
        <p:spPr>
          <a:xfrm>
            <a:off x="7544574" y="2636515"/>
            <a:ext cx="3344827" cy="1769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600" dirty="0">
                <a:solidFill>
                  <a:srgbClr val="000000"/>
                </a:solidFill>
              </a:rPr>
              <a:t>[…]</a:t>
            </a:r>
          </a:p>
        </p:txBody>
      </p:sp>
      <p:pic>
        <p:nvPicPr>
          <p:cNvPr id="62" name="Grafik 61">
            <a:extLst>
              <a:ext uri="{FF2B5EF4-FFF2-40B4-BE49-F238E27FC236}">
                <a16:creationId xmlns:a16="http://schemas.microsoft.com/office/drawing/2014/main" id="{8473313B-9E8E-0F9E-4ABB-5555C38FC3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99530" y="2943848"/>
            <a:ext cx="3220053" cy="1229931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630200EB-A6E8-AD9D-9242-9667FC209915}"/>
              </a:ext>
            </a:extLst>
          </p:cNvPr>
          <p:cNvSpPr txBox="1"/>
          <p:nvPr/>
        </p:nvSpPr>
        <p:spPr>
          <a:xfrm>
            <a:off x="970371" y="2637333"/>
            <a:ext cx="1010643" cy="615553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square" lIns="0" rIns="0" rtlCol="0" anchor="ctr" anchorCtr="0">
            <a:spAutoFit/>
          </a:bodyPr>
          <a:lstStyle/>
          <a:p>
            <a:pPr algn="ctr"/>
            <a:r>
              <a:rPr lang="en-US" dirty="0">
                <a:solidFill>
                  <a:srgbClr val="0066B8"/>
                </a:solidFill>
              </a:rPr>
              <a:t>ID-Link</a:t>
            </a:r>
          </a:p>
          <a:p>
            <a:pPr algn="ctr"/>
            <a:r>
              <a:rPr lang="en-US" sz="1600" dirty="0">
                <a:solidFill>
                  <a:srgbClr val="0066B8"/>
                </a:solidFill>
              </a:rPr>
              <a:t>(</a:t>
            </a:r>
            <a:r>
              <a:rPr lang="en-US" sz="1600" i="1" dirty="0" err="1">
                <a:solidFill>
                  <a:srgbClr val="0066B8"/>
                </a:solidFill>
              </a:rPr>
              <a:t>ContextID</a:t>
            </a:r>
            <a:r>
              <a:rPr lang="en-US" sz="1600" dirty="0">
                <a:solidFill>
                  <a:srgbClr val="0066B8"/>
                </a:solidFill>
              </a:rPr>
              <a:t>)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769C84C6-D159-3BC1-A0A4-3FE6F0093363}"/>
              </a:ext>
            </a:extLst>
          </p:cNvPr>
          <p:cNvSpPr txBox="1"/>
          <p:nvPr/>
        </p:nvSpPr>
        <p:spPr>
          <a:xfrm>
            <a:off x="7544574" y="4047629"/>
            <a:ext cx="2982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[…]</a:t>
            </a: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6C13EB23-6C9E-261A-59F9-0B64D3AE20CA}"/>
              </a:ext>
            </a:extLst>
          </p:cNvPr>
          <p:cNvSpPr/>
          <p:nvPr/>
        </p:nvSpPr>
        <p:spPr>
          <a:xfrm>
            <a:off x="1242060" y="2137301"/>
            <a:ext cx="4640581" cy="24098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374C68CF-183B-4467-A8BE-7905B6514D8E}"/>
              </a:ext>
            </a:extLst>
          </p:cNvPr>
          <p:cNvSpPr/>
          <p:nvPr/>
        </p:nvSpPr>
        <p:spPr>
          <a:xfrm>
            <a:off x="8051760" y="3161044"/>
            <a:ext cx="2585760" cy="20923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0BCF8D38-DC87-58C0-9348-D09828272A6C}"/>
              </a:ext>
            </a:extLst>
          </p:cNvPr>
          <p:cNvSpPr/>
          <p:nvPr/>
        </p:nvSpPr>
        <p:spPr>
          <a:xfrm>
            <a:off x="1728067" y="4722668"/>
            <a:ext cx="3477232" cy="214661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723B8463-8AF5-9BA4-6143-E0E0FF1DB38E}"/>
              </a:ext>
            </a:extLst>
          </p:cNvPr>
          <p:cNvSpPr/>
          <p:nvPr/>
        </p:nvSpPr>
        <p:spPr>
          <a:xfrm>
            <a:off x="7446206" y="2249347"/>
            <a:ext cx="3747995" cy="2229638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6C010186-C549-27B3-C953-07534BB2BCC4}"/>
              </a:ext>
            </a:extLst>
          </p:cNvPr>
          <p:cNvSpPr txBox="1"/>
          <p:nvPr/>
        </p:nvSpPr>
        <p:spPr>
          <a:xfrm>
            <a:off x="5914835" y="1668860"/>
            <a:ext cx="1504162" cy="615553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square" lIns="0" rIns="0" rtlCol="0" anchor="ctr" anchorCtr="0">
            <a:spAutoFit/>
          </a:bodyPr>
          <a:lstStyle/>
          <a:p>
            <a:pPr algn="ctr"/>
            <a:r>
              <a:rPr lang="en-US" dirty="0" err="1">
                <a:solidFill>
                  <a:schemeClr val="accent1"/>
                </a:solidFill>
              </a:rPr>
              <a:t>LinkedObjects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sz="1600" dirty="0">
                <a:solidFill>
                  <a:schemeClr val="accent1"/>
                </a:solidFill>
              </a:rPr>
              <a:t>(</a:t>
            </a:r>
            <a:r>
              <a:rPr lang="en-US" sz="1600" i="1" dirty="0" err="1">
                <a:solidFill>
                  <a:schemeClr val="accent1"/>
                </a:solidFill>
              </a:rPr>
              <a:t>RefID</a:t>
            </a:r>
            <a:r>
              <a:rPr lang="en-US" sz="1600" dirty="0">
                <a:solidFill>
                  <a:schemeClr val="accent1"/>
                </a:solidFill>
              </a:rPr>
              <a:t>)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75" name="Verbinder: gewinkelt 74">
            <a:extLst>
              <a:ext uri="{FF2B5EF4-FFF2-40B4-BE49-F238E27FC236}">
                <a16:creationId xmlns:a16="http://schemas.microsoft.com/office/drawing/2014/main" id="{B4930979-72AB-FEFD-D3A5-4D2588ABA516}"/>
              </a:ext>
            </a:extLst>
          </p:cNvPr>
          <p:cNvCxnSpPr>
            <a:cxnSpLocks/>
            <a:stCxn id="89" idx="1"/>
            <a:endCxn id="92" idx="1"/>
          </p:cNvCxnSpPr>
          <p:nvPr/>
        </p:nvCxnSpPr>
        <p:spPr>
          <a:xfrm rot="10800000" flipH="1" flipV="1">
            <a:off x="1242059" y="2257795"/>
            <a:ext cx="486007" cy="2572204"/>
          </a:xfrm>
          <a:prstGeom prst="bentConnector3">
            <a:avLst>
              <a:gd name="adj1" fmla="val -56443"/>
            </a:avLst>
          </a:prstGeom>
          <a:ln w="19050">
            <a:solidFill>
              <a:srgbClr val="0066B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Verbinder: gewinkelt 105">
            <a:extLst>
              <a:ext uri="{FF2B5EF4-FFF2-40B4-BE49-F238E27FC236}">
                <a16:creationId xmlns:a16="http://schemas.microsoft.com/office/drawing/2014/main" id="{0FFA11F0-3CF3-87CE-658F-0A30946C71EF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5882641" y="2257795"/>
            <a:ext cx="2169119" cy="1007868"/>
          </a:xfrm>
          <a:prstGeom prst="bentConnector3">
            <a:avLst>
              <a:gd name="adj1" fmla="val 67565"/>
            </a:avLst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Verbinder: gewinkelt 121">
            <a:extLst>
              <a:ext uri="{FF2B5EF4-FFF2-40B4-BE49-F238E27FC236}">
                <a16:creationId xmlns:a16="http://schemas.microsoft.com/office/drawing/2014/main" id="{473FE453-B2B9-0FE1-060D-C89629C023DA}"/>
              </a:ext>
            </a:extLst>
          </p:cNvPr>
          <p:cNvCxnSpPr>
            <a:stCxn id="92" idx="3"/>
            <a:endCxn id="93" idx="2"/>
          </p:cNvCxnSpPr>
          <p:nvPr/>
        </p:nvCxnSpPr>
        <p:spPr>
          <a:xfrm flipV="1">
            <a:off x="5205299" y="4478985"/>
            <a:ext cx="4114905" cy="351014"/>
          </a:xfrm>
          <a:prstGeom prst="bentConnector2">
            <a:avLst/>
          </a:prstGeom>
          <a:ln w="1905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0814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hteck 31">
            <a:extLst>
              <a:ext uri="{FF2B5EF4-FFF2-40B4-BE49-F238E27FC236}">
                <a16:creationId xmlns:a16="http://schemas.microsoft.com/office/drawing/2014/main" id="{CA368682-BA94-B43D-4631-1A52378761B1}"/>
              </a:ext>
            </a:extLst>
          </p:cNvPr>
          <p:cNvSpPr/>
          <p:nvPr/>
        </p:nvSpPr>
        <p:spPr>
          <a:xfrm>
            <a:off x="1755065" y="3277256"/>
            <a:ext cx="4912435" cy="1386829"/>
          </a:xfrm>
          <a:prstGeom prst="rect">
            <a:avLst/>
          </a:prstGeom>
          <a:solidFill>
            <a:srgbClr val="F9DF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b="1" dirty="0" err="1">
                <a:solidFill>
                  <a:srgbClr val="4F4546"/>
                </a:solidFill>
              </a:rPr>
              <a:t>Logistics</a:t>
            </a:r>
            <a:r>
              <a:rPr lang="de-DE" b="1" dirty="0">
                <a:solidFill>
                  <a:srgbClr val="4F4546"/>
                </a:solidFill>
              </a:rPr>
              <a:t> 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7C61E0-1307-F068-360F-60C28021A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5CB02DA-5E70-28B4-DA93-198713C63C91}"/>
              </a:ext>
            </a:extLst>
          </p:cNvPr>
          <p:cNvSpPr/>
          <p:nvPr/>
        </p:nvSpPr>
        <p:spPr>
          <a:xfrm>
            <a:off x="1822030" y="3354857"/>
            <a:ext cx="1315617" cy="858556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36000" rIns="180000" rtlCol="0" anchor="t" anchorCtr="0"/>
          <a:lstStyle/>
          <a:p>
            <a:pPr algn="ctr"/>
            <a:r>
              <a:rPr lang="de-DE" sz="1600" b="1" dirty="0">
                <a:solidFill>
                  <a:schemeClr val="bg1"/>
                </a:solidFill>
              </a:rPr>
              <a:t>LEA 1</a:t>
            </a:r>
          </a:p>
          <a:p>
            <a:pPr algn="ctr"/>
            <a:r>
              <a:rPr lang="de-DE" sz="1400" dirty="0">
                <a:solidFill>
                  <a:schemeClr val="bg1"/>
                </a:solidFill>
              </a:rPr>
              <a:t>(z. B. </a:t>
            </a:r>
            <a:r>
              <a:rPr lang="de-DE" sz="1400" dirty="0" err="1">
                <a:solidFill>
                  <a:schemeClr val="bg1"/>
                </a:solidFill>
              </a:rPr>
              <a:t>OFill</a:t>
            </a:r>
            <a:r>
              <a:rPr lang="de-DE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9CC2ED2-9BCA-2319-2730-C0E9E94AAC2D}"/>
              </a:ext>
            </a:extLst>
          </p:cNvPr>
          <p:cNvSpPr/>
          <p:nvPr/>
        </p:nvSpPr>
        <p:spPr>
          <a:xfrm>
            <a:off x="5282406" y="3354857"/>
            <a:ext cx="1315617" cy="858555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36000" rtlCol="0" anchor="t" anchorCtr="0"/>
          <a:lstStyle/>
          <a:p>
            <a:pPr algn="ctr"/>
            <a:r>
              <a:rPr lang="de-DE" sz="1600" b="1" dirty="0">
                <a:solidFill>
                  <a:schemeClr val="bg1"/>
                </a:solidFill>
              </a:rPr>
              <a:t>LEA 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(z. B.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OSeal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algn="ctr"/>
            <a:endParaRPr lang="de-DE" sz="1600" b="1" dirty="0">
              <a:solidFill>
                <a:schemeClr val="bg1"/>
              </a:solidFill>
            </a:endParaRPr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AFB8FC39-F56A-2D6A-FC48-6645782F4F71}"/>
              </a:ext>
            </a:extLst>
          </p:cNvPr>
          <p:cNvSpPr/>
          <p:nvPr/>
        </p:nvSpPr>
        <p:spPr>
          <a:xfrm>
            <a:off x="3137647" y="3637056"/>
            <a:ext cx="2144759" cy="22860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4F4546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39C497C-C9C6-8E24-DF2E-FC537B535B93}"/>
              </a:ext>
            </a:extLst>
          </p:cNvPr>
          <p:cNvSpPr/>
          <p:nvPr/>
        </p:nvSpPr>
        <p:spPr>
          <a:xfrm>
            <a:off x="3552218" y="3354857"/>
            <a:ext cx="1315617" cy="858556"/>
          </a:xfrm>
          <a:prstGeom prst="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36000" rtlCol="0" anchor="t" anchorCtr="0"/>
          <a:lstStyle/>
          <a:p>
            <a:pPr algn="ctr"/>
            <a:r>
              <a:rPr lang="de-DE" sz="1600" b="1" dirty="0">
                <a:solidFill>
                  <a:schemeClr val="bg1"/>
                </a:solidFill>
              </a:rPr>
              <a:t>LEA 2</a:t>
            </a:r>
          </a:p>
          <a:p>
            <a:pPr algn="ctr"/>
            <a:r>
              <a:rPr lang="de-DE" sz="1400" dirty="0">
                <a:solidFill>
                  <a:schemeClr val="bg1"/>
                </a:solidFill>
              </a:rPr>
              <a:t>(z. B. CONV)</a:t>
            </a:r>
          </a:p>
          <a:p>
            <a:pPr algn="ctr"/>
            <a:endParaRPr lang="de-DE" sz="1400" b="1" dirty="0">
              <a:solidFill>
                <a:schemeClr val="bg1"/>
              </a:solidFill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F033938-3FD4-D146-2CC9-65F1E45B9F3D}"/>
              </a:ext>
            </a:extLst>
          </p:cNvPr>
          <p:cNvGrpSpPr/>
          <p:nvPr/>
        </p:nvGrpSpPr>
        <p:grpSpPr>
          <a:xfrm>
            <a:off x="6260390" y="3239062"/>
            <a:ext cx="265557" cy="265557"/>
            <a:chOff x="10036932" y="5161936"/>
            <a:chExt cx="502583" cy="502583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30DB3899-1310-E533-CC9A-6E9F059AECB1}"/>
                </a:ext>
              </a:extLst>
            </p:cNvPr>
            <p:cNvSpPr/>
            <p:nvPr/>
          </p:nvSpPr>
          <p:spPr>
            <a:xfrm>
              <a:off x="10036932" y="5161936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pic>
          <p:nvPicPr>
            <p:cNvPr id="10" name="Grafik 9" descr="Glocke mit einfarbiger Füllung">
              <a:extLst>
                <a:ext uri="{FF2B5EF4-FFF2-40B4-BE49-F238E27FC236}">
                  <a16:creationId xmlns:a16="http://schemas.microsoft.com/office/drawing/2014/main" id="{9095BCB0-A96F-F237-81D8-FBCA947AAF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077427" y="5199399"/>
              <a:ext cx="421593" cy="421593"/>
            </a:xfrm>
            <a:prstGeom prst="rect">
              <a:avLst/>
            </a:prstGeom>
          </p:spPr>
        </p:pic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3C1DB9B-4F7A-B9D3-F9C8-0CF6F2163AC1}"/>
              </a:ext>
            </a:extLst>
          </p:cNvPr>
          <p:cNvGrpSpPr/>
          <p:nvPr/>
        </p:nvGrpSpPr>
        <p:grpSpPr>
          <a:xfrm>
            <a:off x="1697912" y="3903620"/>
            <a:ext cx="265556" cy="265556"/>
            <a:chOff x="10025552" y="2526354"/>
            <a:chExt cx="502583" cy="502583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CC4E0C89-BE68-F81B-263D-6FF9AC536788}"/>
                </a:ext>
              </a:extLst>
            </p:cNvPr>
            <p:cNvSpPr/>
            <p:nvPr/>
          </p:nvSpPr>
          <p:spPr>
            <a:xfrm>
              <a:off x="10025552" y="2526354"/>
              <a:ext cx="502583" cy="5025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9B842974-9185-4462-A124-D9CBDC24696A}"/>
                </a:ext>
              </a:extLst>
            </p:cNvPr>
            <p:cNvGrpSpPr/>
            <p:nvPr/>
          </p:nvGrpSpPr>
          <p:grpSpPr>
            <a:xfrm>
              <a:off x="10090807" y="2606755"/>
              <a:ext cx="390429" cy="355600"/>
              <a:chOff x="7139884" y="1647766"/>
              <a:chExt cx="390429" cy="355600"/>
            </a:xfrm>
          </p:grpSpPr>
          <p:sp>
            <p:nvSpPr>
              <p:cNvPr id="20" name="Gleichschenkliges Dreieck 19">
                <a:extLst>
                  <a:ext uri="{FF2B5EF4-FFF2-40B4-BE49-F238E27FC236}">
                    <a16:creationId xmlns:a16="http://schemas.microsoft.com/office/drawing/2014/main" id="{B853A542-F1A1-6728-7DE8-E3E5AD080248}"/>
                  </a:ext>
                </a:extLst>
              </p:cNvPr>
              <p:cNvSpPr/>
              <p:nvPr/>
            </p:nvSpPr>
            <p:spPr>
              <a:xfrm rot="5400000">
                <a:off x="7116313" y="1678246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17647433-492E-D6EF-0075-BDF76F4022BA}"/>
                  </a:ext>
                </a:extLst>
              </p:cNvPr>
              <p:cNvSpPr/>
              <p:nvPr/>
            </p:nvSpPr>
            <p:spPr>
              <a:xfrm>
                <a:off x="7469353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C6BC54F1-8DA4-A4C7-1BA8-5C7F76849AD1}"/>
              </a:ext>
            </a:extLst>
          </p:cNvPr>
          <p:cNvGrpSpPr/>
          <p:nvPr/>
        </p:nvGrpSpPr>
        <p:grpSpPr>
          <a:xfrm>
            <a:off x="6434434" y="3901151"/>
            <a:ext cx="265556" cy="265556"/>
            <a:chOff x="2427469" y="4157664"/>
            <a:chExt cx="337520" cy="337520"/>
          </a:xfrm>
        </p:grpSpPr>
        <p:sp>
          <p:nvSpPr>
            <p:cNvPr id="23" name="Rechteck 185">
              <a:extLst>
                <a:ext uri="{FF2B5EF4-FFF2-40B4-BE49-F238E27FC236}">
                  <a16:creationId xmlns:a16="http://schemas.microsoft.com/office/drawing/2014/main" id="{853D7847-22E3-A2C3-504D-57854BAB35A6}"/>
                </a:ext>
              </a:extLst>
            </p:cNvPr>
            <p:cNvSpPr/>
            <p:nvPr/>
          </p:nvSpPr>
          <p:spPr>
            <a:xfrm>
              <a:off x="2427469" y="4157664"/>
              <a:ext cx="337520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A402CCF1-A1B4-757C-0F35-19B545C06F2D}"/>
                </a:ext>
              </a:extLst>
            </p:cNvPr>
            <p:cNvGrpSpPr/>
            <p:nvPr/>
          </p:nvGrpSpPr>
          <p:grpSpPr>
            <a:xfrm>
              <a:off x="2471291" y="4210876"/>
              <a:ext cx="264899" cy="238810"/>
              <a:chOff x="7139884" y="1647766"/>
              <a:chExt cx="394449" cy="355600"/>
            </a:xfrm>
          </p:grpSpPr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3F2D36F8-C680-D73C-01CB-8DC3409EDC18}"/>
                  </a:ext>
                </a:extLst>
              </p:cNvPr>
              <p:cNvSpPr/>
              <p:nvPr/>
            </p:nvSpPr>
            <p:spPr>
              <a:xfrm>
                <a:off x="7139884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6" name="Gleichschenkliges Dreieck 25">
                <a:extLst>
                  <a:ext uri="{FF2B5EF4-FFF2-40B4-BE49-F238E27FC236}">
                    <a16:creationId xmlns:a16="http://schemas.microsoft.com/office/drawing/2014/main" id="{4FD7AD50-480A-B3B9-220A-F08D588871EF}"/>
                  </a:ext>
                </a:extLst>
              </p:cNvPr>
              <p:cNvSpPr/>
              <p:nvPr/>
            </p:nvSpPr>
            <p:spPr>
              <a:xfrm rot="5400000">
                <a:off x="7216122" y="1671337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237FD88-3E7C-9E4D-74E2-9634CC3F756C}"/>
              </a:ext>
            </a:extLst>
          </p:cNvPr>
          <p:cNvGrpSpPr/>
          <p:nvPr/>
        </p:nvGrpSpPr>
        <p:grpSpPr>
          <a:xfrm>
            <a:off x="5329357" y="3903620"/>
            <a:ext cx="270799" cy="270450"/>
            <a:chOff x="2427469" y="3130607"/>
            <a:chExt cx="337956" cy="337520"/>
          </a:xfrm>
        </p:grpSpPr>
        <p:sp>
          <p:nvSpPr>
            <p:cNvPr id="28" name="Rechteck 185">
              <a:extLst>
                <a:ext uri="{FF2B5EF4-FFF2-40B4-BE49-F238E27FC236}">
                  <a16:creationId xmlns:a16="http://schemas.microsoft.com/office/drawing/2014/main" id="{8B83E17E-7D6A-8344-595C-EBCAF0BB58EA}"/>
                </a:ext>
              </a:extLst>
            </p:cNvPr>
            <p:cNvSpPr/>
            <p:nvPr/>
          </p:nvSpPr>
          <p:spPr>
            <a:xfrm>
              <a:off x="2427469" y="3130607"/>
              <a:ext cx="337956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73601 h 337520"/>
                <a:gd name="connsiteX3" fmla="*/ 337220 w 337520"/>
                <a:gd name="connsiteY3" fmla="*/ 175202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252356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752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22600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  <a:gd name="connsiteX0" fmla="*/ 0 w 337956"/>
                <a:gd name="connsiteY0" fmla="*/ 0 h 337520"/>
                <a:gd name="connsiteX1" fmla="*/ 337520 w 337956"/>
                <a:gd name="connsiteY1" fmla="*/ 0 h 337520"/>
                <a:gd name="connsiteX2" fmla="*/ 337220 w 337956"/>
                <a:gd name="connsiteY2" fmla="*/ 73601 h 337520"/>
                <a:gd name="connsiteX3" fmla="*/ 337220 w 337956"/>
                <a:gd name="connsiteY3" fmla="*/ 194252 h 337520"/>
                <a:gd name="connsiteX4" fmla="*/ 337956 w 337956"/>
                <a:gd name="connsiteY4" fmla="*/ 304744 h 337520"/>
                <a:gd name="connsiteX5" fmla="*/ 337520 w 337956"/>
                <a:gd name="connsiteY5" fmla="*/ 337520 h 337520"/>
                <a:gd name="connsiteX6" fmla="*/ 0 w 337956"/>
                <a:gd name="connsiteY6" fmla="*/ 337520 h 337520"/>
                <a:gd name="connsiteX7" fmla="*/ 0 w 337956"/>
                <a:gd name="connsiteY7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956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73601"/>
                  </a:lnTo>
                  <a:lnTo>
                    <a:pt x="337220" y="194252"/>
                  </a:lnTo>
                  <a:cubicBezTo>
                    <a:pt x="337465" y="219970"/>
                    <a:pt x="337711" y="279026"/>
                    <a:pt x="337956" y="304744"/>
                  </a:cubicBezTo>
                  <a:cubicBezTo>
                    <a:pt x="337811" y="333132"/>
                    <a:pt x="337665" y="309132"/>
                    <a:pt x="337520" y="337520"/>
                  </a:cubicBez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EB48582F-F1CD-F448-2B45-F3528CD415FC}"/>
                </a:ext>
              </a:extLst>
            </p:cNvPr>
            <p:cNvSpPr/>
            <p:nvPr/>
          </p:nvSpPr>
          <p:spPr>
            <a:xfrm>
              <a:off x="2471292" y="3184602"/>
              <a:ext cx="40939" cy="23881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0" name="Gleichschenkliges Dreieck 29">
              <a:extLst>
                <a:ext uri="{FF2B5EF4-FFF2-40B4-BE49-F238E27FC236}">
                  <a16:creationId xmlns:a16="http://schemas.microsoft.com/office/drawing/2014/main" id="{10749E29-A48D-0BAB-8092-42F60086146E}"/>
                </a:ext>
              </a:extLst>
            </p:cNvPr>
            <p:cNvSpPr/>
            <p:nvPr/>
          </p:nvSpPr>
          <p:spPr>
            <a:xfrm rot="5400000">
              <a:off x="2625283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1" name="Gleichschenkliges Dreieck 30">
              <a:extLst>
                <a:ext uri="{FF2B5EF4-FFF2-40B4-BE49-F238E27FC236}">
                  <a16:creationId xmlns:a16="http://schemas.microsoft.com/office/drawing/2014/main" id="{85B8CEE7-2B1E-B379-DF35-ECCB99DCD19D}"/>
                </a:ext>
              </a:extLst>
            </p:cNvPr>
            <p:cNvSpPr/>
            <p:nvPr/>
          </p:nvSpPr>
          <p:spPr>
            <a:xfrm rot="16200000">
              <a:off x="2512116" y="3253910"/>
              <a:ext cx="116225" cy="100194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CC44FC55-5C4A-FEE8-20EB-46297FD19194}"/>
              </a:ext>
            </a:extLst>
          </p:cNvPr>
          <p:cNvGrpSpPr/>
          <p:nvPr/>
        </p:nvGrpSpPr>
        <p:grpSpPr>
          <a:xfrm>
            <a:off x="2830038" y="3905476"/>
            <a:ext cx="265556" cy="265556"/>
            <a:chOff x="2427469" y="4157664"/>
            <a:chExt cx="337520" cy="337520"/>
          </a:xfrm>
        </p:grpSpPr>
        <p:sp>
          <p:nvSpPr>
            <p:cNvPr id="36" name="Rechteck 185">
              <a:extLst>
                <a:ext uri="{FF2B5EF4-FFF2-40B4-BE49-F238E27FC236}">
                  <a16:creationId xmlns:a16="http://schemas.microsoft.com/office/drawing/2014/main" id="{E2C7BEA4-1E49-A7DF-5DA9-CC070B7DB42F}"/>
                </a:ext>
              </a:extLst>
            </p:cNvPr>
            <p:cNvSpPr/>
            <p:nvPr/>
          </p:nvSpPr>
          <p:spPr>
            <a:xfrm>
              <a:off x="2427469" y="4157664"/>
              <a:ext cx="337520" cy="337520"/>
            </a:xfrm>
            <a:custGeom>
              <a:avLst/>
              <a:gdLst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990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520 w 337520"/>
                <a:gd name="connsiteY2" fmla="*/ 337520 h 337520"/>
                <a:gd name="connsiteX3" fmla="*/ 0 w 337520"/>
                <a:gd name="connsiteY3" fmla="*/ 337520 h 337520"/>
                <a:gd name="connsiteX4" fmla="*/ 0 w 337520"/>
                <a:gd name="connsiteY4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520 w 337520"/>
                <a:gd name="connsiteY3" fmla="*/ 337520 h 337520"/>
                <a:gd name="connsiteX4" fmla="*/ 0 w 337520"/>
                <a:gd name="connsiteY4" fmla="*/ 337520 h 337520"/>
                <a:gd name="connsiteX5" fmla="*/ 0 w 337520"/>
                <a:gd name="connsiteY5" fmla="*/ 0 h 337520"/>
                <a:gd name="connsiteX0" fmla="*/ 0 w 337520"/>
                <a:gd name="connsiteY0" fmla="*/ 0 h 337520"/>
                <a:gd name="connsiteX1" fmla="*/ 337520 w 337520"/>
                <a:gd name="connsiteY1" fmla="*/ 0 h 337520"/>
                <a:gd name="connsiteX2" fmla="*/ 337220 w 337520"/>
                <a:gd name="connsiteY2" fmla="*/ 111701 h 337520"/>
                <a:gd name="connsiteX3" fmla="*/ 337220 w 337520"/>
                <a:gd name="connsiteY3" fmla="*/ 230764 h 337520"/>
                <a:gd name="connsiteX4" fmla="*/ 337520 w 337520"/>
                <a:gd name="connsiteY4" fmla="*/ 337520 h 337520"/>
                <a:gd name="connsiteX5" fmla="*/ 0 w 337520"/>
                <a:gd name="connsiteY5" fmla="*/ 337520 h 337520"/>
                <a:gd name="connsiteX6" fmla="*/ 0 w 337520"/>
                <a:gd name="connsiteY6" fmla="*/ 0 h 33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520" h="337520">
                  <a:moveTo>
                    <a:pt x="0" y="0"/>
                  </a:moveTo>
                  <a:lnTo>
                    <a:pt x="337520" y="0"/>
                  </a:lnTo>
                  <a:lnTo>
                    <a:pt x="337220" y="111701"/>
                  </a:lnTo>
                  <a:lnTo>
                    <a:pt x="337220" y="230764"/>
                  </a:lnTo>
                  <a:lnTo>
                    <a:pt x="337520" y="337520"/>
                  </a:lnTo>
                  <a:lnTo>
                    <a:pt x="0" y="337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C1BFBA71-4462-DDB1-B857-94A510C6364F}"/>
                </a:ext>
              </a:extLst>
            </p:cNvPr>
            <p:cNvGrpSpPr/>
            <p:nvPr/>
          </p:nvGrpSpPr>
          <p:grpSpPr>
            <a:xfrm>
              <a:off x="2471291" y="4210876"/>
              <a:ext cx="264899" cy="238810"/>
              <a:chOff x="7139884" y="1647766"/>
              <a:chExt cx="394449" cy="355600"/>
            </a:xfrm>
          </p:grpSpPr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760C8964-245D-4D60-91B3-80F422578FB7}"/>
                  </a:ext>
                </a:extLst>
              </p:cNvPr>
              <p:cNvSpPr/>
              <p:nvPr/>
            </p:nvSpPr>
            <p:spPr>
              <a:xfrm>
                <a:off x="7139884" y="1647766"/>
                <a:ext cx="60960" cy="3556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" name="Gleichschenkliges Dreieck 38">
                <a:extLst>
                  <a:ext uri="{FF2B5EF4-FFF2-40B4-BE49-F238E27FC236}">
                    <a16:creationId xmlns:a16="http://schemas.microsoft.com/office/drawing/2014/main" id="{F0DDBE75-350F-0A5C-4DC3-7AAEA33D1BE8}"/>
                  </a:ext>
                </a:extLst>
              </p:cNvPr>
              <p:cNvSpPr/>
              <p:nvPr/>
            </p:nvSpPr>
            <p:spPr>
              <a:xfrm rot="5400000">
                <a:off x="7216122" y="1671337"/>
                <a:ext cx="341782" cy="294640"/>
              </a:xfrm>
              <a:prstGeom prst="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5" name="Rechteck 44">
            <a:extLst>
              <a:ext uri="{FF2B5EF4-FFF2-40B4-BE49-F238E27FC236}">
                <a16:creationId xmlns:a16="http://schemas.microsoft.com/office/drawing/2014/main" id="{2A873996-851B-5DB5-E27B-FCA1F83857AA}"/>
              </a:ext>
            </a:extLst>
          </p:cNvPr>
          <p:cNvSpPr/>
          <p:nvPr/>
        </p:nvSpPr>
        <p:spPr>
          <a:xfrm>
            <a:off x="2741678" y="3885703"/>
            <a:ext cx="383270" cy="315010"/>
          </a:xfrm>
          <a:prstGeom prst="rect">
            <a:avLst/>
          </a:prstGeom>
          <a:solidFill>
            <a:schemeClr val="tx1">
              <a:alpha val="70000"/>
            </a:schemeClr>
          </a:solidFill>
          <a:ln w="28575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ctr"/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2BE48AD0-957D-1451-B484-DE8270BB8BB6}"/>
              </a:ext>
            </a:extLst>
          </p:cNvPr>
          <p:cNvSpPr/>
          <p:nvPr/>
        </p:nvSpPr>
        <p:spPr>
          <a:xfrm>
            <a:off x="5295106" y="3872936"/>
            <a:ext cx="401069" cy="323052"/>
          </a:xfrm>
          <a:prstGeom prst="rect">
            <a:avLst/>
          </a:prstGeom>
          <a:solidFill>
            <a:schemeClr val="tx1">
              <a:alpha val="70000"/>
            </a:schemeClr>
          </a:solidFill>
          <a:ln w="28575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ctr"/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7867217C-8B68-965F-657A-2C038F0367B0}"/>
              </a:ext>
            </a:extLst>
          </p:cNvPr>
          <p:cNvSpPr txBox="1"/>
          <p:nvPr/>
        </p:nvSpPr>
        <p:spPr>
          <a:xfrm>
            <a:off x="1732391" y="4291014"/>
            <a:ext cx="156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1"/>
                </a:solidFill>
              </a:rPr>
              <a:t>InNodeLea1</a:t>
            </a: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6158F8A3-0E8D-45F5-AFF4-A6BF01AB05B7}"/>
              </a:ext>
            </a:extLst>
          </p:cNvPr>
          <p:cNvCxnSpPr>
            <a:cxnSpLocks/>
            <a:endCxn id="18" idx="2"/>
          </p:cNvCxnSpPr>
          <p:nvPr/>
        </p:nvCxnSpPr>
        <p:spPr>
          <a:xfrm flipH="1" flipV="1">
            <a:off x="1830690" y="4169176"/>
            <a:ext cx="107766" cy="20266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feld 53">
            <a:extLst>
              <a:ext uri="{FF2B5EF4-FFF2-40B4-BE49-F238E27FC236}">
                <a16:creationId xmlns:a16="http://schemas.microsoft.com/office/drawing/2014/main" id="{2896825E-61B0-5BBF-F17A-5EB2DBCD711C}"/>
              </a:ext>
            </a:extLst>
          </p:cNvPr>
          <p:cNvSpPr txBox="1"/>
          <p:nvPr/>
        </p:nvSpPr>
        <p:spPr>
          <a:xfrm>
            <a:off x="5329357" y="4294753"/>
            <a:ext cx="1338143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de-DE" dirty="0">
                <a:solidFill>
                  <a:schemeClr val="accent1"/>
                </a:solidFill>
              </a:rPr>
              <a:t>OutNodeLea3</a:t>
            </a:r>
          </a:p>
        </p:txBody>
      </p: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BEFB2CDC-362B-10A8-D424-5E68F6278FF9}"/>
              </a:ext>
            </a:extLst>
          </p:cNvPr>
          <p:cNvCxnSpPr>
            <a:cxnSpLocks/>
          </p:cNvCxnSpPr>
          <p:nvPr/>
        </p:nvCxnSpPr>
        <p:spPr>
          <a:xfrm flipV="1">
            <a:off x="6468913" y="4172775"/>
            <a:ext cx="106164" cy="19906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>
            <a:extLst>
              <a:ext uri="{FF2B5EF4-FFF2-40B4-BE49-F238E27FC236}">
                <a16:creationId xmlns:a16="http://schemas.microsoft.com/office/drawing/2014/main" id="{0115D6D7-E1A5-70E6-767D-EBE0A1C80188}"/>
              </a:ext>
            </a:extLst>
          </p:cNvPr>
          <p:cNvSpPr txBox="1"/>
          <p:nvPr/>
        </p:nvSpPr>
        <p:spPr>
          <a:xfrm>
            <a:off x="4326043" y="2966428"/>
            <a:ext cx="176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1"/>
                </a:solidFill>
              </a:rPr>
              <a:t>OrderNodeLea3</a:t>
            </a: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D62BC0C0-19C9-ED6A-35D5-F304A43C31CB}"/>
              </a:ext>
            </a:extLst>
          </p:cNvPr>
          <p:cNvCxnSpPr>
            <a:cxnSpLocks/>
          </p:cNvCxnSpPr>
          <p:nvPr/>
        </p:nvCxnSpPr>
        <p:spPr>
          <a:xfrm flipH="1" flipV="1">
            <a:off x="5940214" y="3169316"/>
            <a:ext cx="310904" cy="8954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972705"/>
      </p:ext>
    </p:extLst>
  </p:cSld>
  <p:clrMapOvr>
    <a:masterClrMapping/>
  </p:clrMapOvr>
</p:sld>
</file>

<file path=ppt/theme/theme1.xml><?xml version="1.0" encoding="utf-8"?>
<a:theme xmlns:a="http://schemas.openxmlformats.org/drawingml/2006/main" name="IFA_farbarm">
  <a:themeElements>
    <a:clrScheme name="IFA">
      <a:dk1>
        <a:srgbClr val="695C5D"/>
      </a:dk1>
      <a:lt1>
        <a:srgbClr val="FFFFFF"/>
      </a:lt1>
      <a:dk2>
        <a:srgbClr val="695C5D"/>
      </a:dk2>
      <a:lt2>
        <a:srgbClr val="E5E5E5"/>
      </a:lt2>
      <a:accent1>
        <a:srgbClr val="B8234F"/>
      </a:accent1>
      <a:accent2>
        <a:srgbClr val="9478CD"/>
      </a:accent2>
      <a:accent3>
        <a:srgbClr val="14A2CC"/>
      </a:accent3>
      <a:accent4>
        <a:srgbClr val="FBE06A"/>
      </a:accent4>
      <a:accent5>
        <a:srgbClr val="7AD7A6"/>
      </a:accent5>
      <a:accent6>
        <a:srgbClr val="FF9C37"/>
      </a:accent6>
      <a:hlink>
        <a:srgbClr val="B8234F"/>
      </a:hlink>
      <a:folHlink>
        <a:srgbClr val="9D2145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7" id="{96C3A482-D102-F144-86D9-5405EA81A219}" vid="{57C48459-D0FC-E443-B52B-C9E3C86EB322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IFA_Folienmaster_deutsch_v2</Template>
  <TotalTime>0</TotalTime>
  <Words>2444</Words>
  <Application>Microsoft Office PowerPoint</Application>
  <PresentationFormat>Breitbild</PresentationFormat>
  <Paragraphs>997</Paragraphs>
  <Slides>44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44</vt:i4>
      </vt:variant>
    </vt:vector>
  </HeadingPairs>
  <TitlesOfParts>
    <vt:vector size="50" baseType="lpstr">
      <vt:lpstr>Arial</vt:lpstr>
      <vt:lpstr>Calibri</vt:lpstr>
      <vt:lpstr>Calibri Light</vt:lpstr>
      <vt:lpstr>Times New Roman</vt:lpstr>
      <vt:lpstr>Wingdings</vt:lpstr>
      <vt:lpstr>IFA_farbarm</vt:lpstr>
      <vt:lpstr>Generische Prozesskette (deutsch)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Michelle Blumenstein</dc:creator>
  <cp:lastModifiedBy>Blumenstein, Michelle (DI PA ST&amp;T TI PD)</cp:lastModifiedBy>
  <cp:revision>19</cp:revision>
  <dcterms:created xsi:type="dcterms:W3CDTF">2024-01-22T08:56:44Z</dcterms:created>
  <dcterms:modified xsi:type="dcterms:W3CDTF">2026-08-24T09:39:30Z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fd2079b-6d85-4185-8122-5cca51dad164_Enabled">
    <vt:lpwstr>true</vt:lpwstr>
  </property>
  <property fmtid="{D5CDD505-2E9C-101B-9397-08002B2CF9AE}" pid="3" name="MSIP_Label_8fd2079b-6d85-4185-8122-5cca51dad164_SetDate">
    <vt:lpwstr>2024-05-14T08:36:43Z</vt:lpwstr>
  </property>
  <property fmtid="{D5CDD505-2E9C-101B-9397-08002B2CF9AE}" pid="4" name="MSIP_Label_8fd2079b-6d85-4185-8122-5cca51dad164_Method">
    <vt:lpwstr>Standard</vt:lpwstr>
  </property>
  <property fmtid="{D5CDD505-2E9C-101B-9397-08002B2CF9AE}" pid="5" name="MSIP_Label_8fd2079b-6d85-4185-8122-5cca51dad164_Name">
    <vt:lpwstr>Öffentlich</vt:lpwstr>
  </property>
  <property fmtid="{D5CDD505-2E9C-101B-9397-08002B2CF9AE}" pid="6" name="MSIP_Label_8fd2079b-6d85-4185-8122-5cca51dad164_SiteId">
    <vt:lpwstr>5832f73f-b0fa-45a0-80d9-7e32bd7fa822</vt:lpwstr>
  </property>
  <property fmtid="{D5CDD505-2E9C-101B-9397-08002B2CF9AE}" pid="7" name="MSIP_Label_8fd2079b-6d85-4185-8122-5cca51dad164_ActionId">
    <vt:lpwstr>3b324251-a15a-4fbc-baef-f02a3744678b</vt:lpwstr>
  </property>
  <property fmtid="{D5CDD505-2E9C-101B-9397-08002B2CF9AE}" pid="8" name="MSIP_Label_8fd2079b-6d85-4185-8122-5cca51dad164_ContentBits">
    <vt:lpwstr>0</vt:lpwstr>
  </property>
</Properties>
</file>